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5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608054-3EFB-47CE-B699-49454AE412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3E88F-86FB-4247-941B-877265E584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45363-6DD3-43F1-926A-D28262D49B6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9464C-DB0B-4677-9D3E-BF177C39A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F5DFA-8A4A-47B6-92FC-FB28F5B2E7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CFBF1-3707-4160-842D-C6D3E2ADED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842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FAF48-C2A2-4575-B22E-13237C1C611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CEB49-888A-450B-9882-D0AE684F630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212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3F57-344F-4718-8B45-08A33BF9A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79941-8B9A-4D2C-87A8-403B83D13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7DE27-1946-4FDF-B349-CDE776D5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8169C-4C7F-4231-A910-D04C405E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C483-1ED2-4D0C-A32D-A925A0CD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495C-878C-4848-AEB3-F5153BE7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603DC-8BDC-478F-BD14-0E78E2479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5F0B-5CFC-4093-ACE5-35D1D187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2D841-E283-4BF8-9FD7-FA21437B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1E34-23E1-47BD-A4B1-5DF39031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0C02-3474-497F-A715-6BD9C7CC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BA78A-9B38-48B9-A9A6-4C8C0C7A0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73C4B-A8B4-4034-8A1A-7B21CBC3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A2D6E-852C-4F86-83B8-8E3EB0F0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30204-50D0-46B8-9FD2-04F1A3BD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0FCB-6E14-4AD8-9C78-77C643E6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E8F1-4AF0-4DC0-AF78-45BD9823D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400A6-1BEE-4328-BE44-AC432A223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31A26-57A4-4744-89D2-A6FD4A9B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DC114-77A6-401E-B1FC-8444963E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18E11-1919-49C9-85BC-5E94EA19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6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29CC-8C00-4037-9ED1-D4EEF0AD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3A90B-8A26-4EED-8139-103E243B6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1FD53-7F4E-484E-A891-C0DBF2E72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E4E7-3253-4113-99C9-66C4D7A74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70167-004B-4972-A6B5-01F4B0CE5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1F84C-B38E-463B-8A34-C8C90B8D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635BA-F5C6-4987-9C36-EAFBED69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F081F-2CC6-4814-B453-23777350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6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D0C2-D602-4300-B124-ED1C986A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636DF-0FAB-4B27-A670-EBFA73B6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646AD-0FCF-49BE-B7AE-70F5C08D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66776-2A0F-416E-9796-11B4CFE9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2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8EB0EE-6DE4-4E12-AA69-C1B3CF66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EC651-6F18-4A3A-82BB-E0E255D7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EA805-E810-4EEE-829B-C17B77D6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9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D4C5-7D17-4ADB-BC7C-4DA09D25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4FD2-D1F2-4D05-B16B-89E7AF9E3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C9E3E-5B3E-4962-BFB4-221B370F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A6088-2279-4FC1-B3D4-7866ED8F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9890A-EE5B-45A7-A1E9-63FFB88D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025EF-AFD7-4668-85E9-C60E216A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6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8334-BB00-43F8-A94C-02D62D06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AB0905-CDBC-41F6-B5EE-D4BC0047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BD337-AF8B-4A50-A99C-8260C9340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8E492-D7FE-47BD-AB55-94B90281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9CB33-04E4-4F0E-913C-FE5C5C38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4B11-11C4-4099-BD67-D32C31EC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9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449AF-78FD-4E3E-BB7E-083146E3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FDF01-8109-4213-8EC3-124CEAB2E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174E-744E-4C7E-94D0-041B81AA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06721-C884-413B-8B15-7FEDB779B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DD2CB-46F2-4D48-9522-ACBF814E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6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3BD31-9959-4659-BDAC-6C4C3CAC1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BD8CA-DB6F-4D57-A366-8820B3C3C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86F2D-C68B-4D1B-BA95-E8E12975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C5520-82F0-4F49-AA8E-F21F4E97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F30B0-0B30-44A6-9D6C-7C135513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1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35AF31-59F9-4B44-BE59-DCF4D1ED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DF0AC-AD51-45D0-AC05-F7D014BB9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2F45C-A683-42EF-A420-C31E84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1F619-A3E3-4FAB-A1D2-96A8031BEBF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6E7B9-E7BE-429E-A1E9-B341E9119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2866E-59DE-4FBB-895D-FE7736B5A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3AF20-7A0D-477B-AF6E-A16EBFA156F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6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6CE1-EA70-4B20-8603-8F68C955B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4989" y="1098510"/>
            <a:ext cx="9523012" cy="2387600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fr-FR" sz="4000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Cours de SIGNAL</a:t>
            </a:r>
            <a:b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77FAB-BA80-4CB0-A7E1-941BC768D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9849"/>
            <a:ext cx="9144000" cy="2242171"/>
          </a:xfrm>
        </p:spPr>
        <p:txBody>
          <a:bodyPr>
            <a:normAutofit lnSpcReduction="10000"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fr-FR" sz="2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 P. Justin KOURAOGO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28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fr-FR" sz="2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Département d’Informatique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fr-FR" sz="2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Unité de Formation et de Recherches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fr-FR" sz="2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 Sciences Exactes et Appliquées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fr-FR" sz="28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Université Joseph Ki-Zerbo</a:t>
            </a:r>
            <a:endParaRPr lang="en-US" sz="28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FADE7-2594-4FF4-A519-C3EF8979D1B2}"/>
              </a:ext>
            </a:extLst>
          </p:cNvPr>
          <p:cNvSpPr txBox="1"/>
          <p:nvPr/>
        </p:nvSpPr>
        <p:spPr>
          <a:xfrm>
            <a:off x="516835" y="230588"/>
            <a:ext cx="1119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Joseph Ki-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Zerbo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		P. Justin KOURAOGO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D33741-2227-4806-80C1-287D2D3ED835}"/>
              </a:ext>
            </a:extLst>
          </p:cNvPr>
          <p:cNvCxnSpPr>
            <a:cxnSpLocks/>
          </p:cNvCxnSpPr>
          <p:nvPr/>
        </p:nvCxnSpPr>
        <p:spPr>
          <a:xfrm>
            <a:off x="644056" y="599920"/>
            <a:ext cx="10479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397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B509-AC69-42F9-B9E6-D2E784C25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566"/>
            <a:ext cx="10515600" cy="1325563"/>
          </a:xfrm>
        </p:spPr>
        <p:txBody>
          <a:bodyPr/>
          <a:lstStyle/>
          <a:p>
            <a:pPr algn="ctr"/>
            <a:r>
              <a:rPr lang="en-US" sz="4300" b="1" dirty="0">
                <a:solidFill>
                  <a:srgbClr val="000080"/>
                </a:solidFill>
                <a:latin typeface="Times New Roman" panose="02020603050405020304" pitchFamily="18" charset="0"/>
              </a:rPr>
              <a:t>Presentation de </a:t>
            </a:r>
            <a:r>
              <a:rPr lang="en-US" sz="4300" b="1" dirty="0" err="1">
                <a:solidFill>
                  <a:srgbClr val="000080"/>
                </a:solidFill>
                <a:latin typeface="Times New Roman" panose="02020603050405020304" pitchFamily="18" charset="0"/>
              </a:rPr>
              <a:t>l’article</a:t>
            </a:r>
            <a:endParaRPr lang="en-US" sz="4300" b="1" dirty="0">
              <a:solidFill>
                <a:srgbClr val="0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E71B-D698-4482-B841-486286201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5347252"/>
          </a:xfrm>
        </p:spPr>
        <p:txBody>
          <a:bodyPr>
            <a:normAutofit fontScale="70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 Présentation de l’article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Contexte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Problématique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Objectifs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II. Approche proposée (méthodologie utilisée On pourra faire des schéma)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Equations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Schemas</a:t>
            </a: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description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Protocole d’implémentation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Logiciel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utilize et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parametres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simulations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IV. Résultats et interprétation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Résumé bilan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Résultat global atteint chiffré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Bibliographie</a:t>
            </a:r>
          </a:p>
        </p:txBody>
      </p:sp>
    </p:spTree>
    <p:extLst>
      <p:ext uri="{BB962C8B-B14F-4D97-AF65-F5344CB8AC3E}">
        <p14:creationId xmlns:p14="http://schemas.microsoft.com/office/powerpoint/2010/main" val="165741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6070</TotalTime>
  <Words>94</Words>
  <Application>Microsoft Office PowerPoint</Application>
  <PresentationFormat>Grand écran</PresentationFormat>
  <Paragraphs>23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Cours de SIGNAL </vt:lpstr>
      <vt:lpstr>Presentation de l’article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 Recherche et Synthèse Bibliographique et Communication  Scientifique UE : TCC 2360</dc:title>
  <dc:creator>PC</dc:creator>
  <cp:lastModifiedBy>barkissa</cp:lastModifiedBy>
  <cp:revision>54</cp:revision>
  <dcterms:created xsi:type="dcterms:W3CDTF">2021-10-13T10:14:19Z</dcterms:created>
  <dcterms:modified xsi:type="dcterms:W3CDTF">2026-01-02T14:47:05Z</dcterms:modified>
</cp:coreProperties>
</file>