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media/image7.jpg" ContentType="image/jp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 id="2147483660" r:id="rId2"/>
    <p:sldMasterId id="2147483666" r:id="rId3"/>
    <p:sldMasterId id="2147483678" r:id="rId4"/>
  </p:sldMasterIdLst>
  <p:notesMasterIdLst>
    <p:notesMasterId r:id="rId44"/>
  </p:notesMasterIdLst>
  <p:handoutMasterIdLst>
    <p:handoutMasterId r:id="rId45"/>
  </p:handoutMasterIdLst>
  <p:sldIdLst>
    <p:sldId id="256" r:id="rId5"/>
    <p:sldId id="258" r:id="rId6"/>
    <p:sldId id="327" r:id="rId7"/>
    <p:sldId id="259" r:id="rId8"/>
    <p:sldId id="313" r:id="rId9"/>
    <p:sldId id="261" r:id="rId10"/>
    <p:sldId id="262" r:id="rId11"/>
    <p:sldId id="314" r:id="rId12"/>
    <p:sldId id="322" r:id="rId13"/>
    <p:sldId id="318" r:id="rId14"/>
    <p:sldId id="345" r:id="rId15"/>
    <p:sldId id="329" r:id="rId16"/>
    <p:sldId id="309" r:id="rId17"/>
    <p:sldId id="346" r:id="rId18"/>
    <p:sldId id="330" r:id="rId19"/>
    <p:sldId id="266" r:id="rId20"/>
    <p:sldId id="319" r:id="rId21"/>
    <p:sldId id="320" r:id="rId22"/>
    <p:sldId id="332" r:id="rId23"/>
    <p:sldId id="333" r:id="rId24"/>
    <p:sldId id="334" r:id="rId25"/>
    <p:sldId id="335" r:id="rId26"/>
    <p:sldId id="323" r:id="rId27"/>
    <p:sldId id="338" r:id="rId28"/>
    <p:sldId id="340" r:id="rId29"/>
    <p:sldId id="339" r:id="rId30"/>
    <p:sldId id="341" r:id="rId31"/>
    <p:sldId id="324" r:id="rId32"/>
    <p:sldId id="321" r:id="rId33"/>
    <p:sldId id="347" r:id="rId34"/>
    <p:sldId id="348" r:id="rId35"/>
    <p:sldId id="349" r:id="rId36"/>
    <p:sldId id="263" r:id="rId37"/>
    <p:sldId id="351" r:id="rId38"/>
    <p:sldId id="352" r:id="rId39"/>
    <p:sldId id="303" r:id="rId40"/>
    <p:sldId id="282" r:id="rId41"/>
    <p:sldId id="326" r:id="rId42"/>
    <p:sldId id="305"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A71EC91D-D66E-4C9A-A978-8B6A89BF7B21}">
          <p14:sldIdLst>
            <p14:sldId id="256"/>
            <p14:sldId id="258"/>
            <p14:sldId id="327"/>
            <p14:sldId id="259"/>
          </p14:sldIdLst>
        </p14:section>
        <p14:section name="Section sans titre" id="{E8D61181-EE41-4C46-8407-FA1FD1BC0609}">
          <p14:sldIdLst>
            <p14:sldId id="313"/>
            <p14:sldId id="261"/>
            <p14:sldId id="262"/>
            <p14:sldId id="314"/>
            <p14:sldId id="322"/>
            <p14:sldId id="318"/>
            <p14:sldId id="345"/>
            <p14:sldId id="329"/>
            <p14:sldId id="309"/>
            <p14:sldId id="346"/>
            <p14:sldId id="330"/>
            <p14:sldId id="266"/>
            <p14:sldId id="319"/>
            <p14:sldId id="320"/>
            <p14:sldId id="332"/>
            <p14:sldId id="333"/>
            <p14:sldId id="334"/>
            <p14:sldId id="335"/>
            <p14:sldId id="323"/>
            <p14:sldId id="338"/>
            <p14:sldId id="340"/>
            <p14:sldId id="339"/>
            <p14:sldId id="341"/>
            <p14:sldId id="324"/>
            <p14:sldId id="321"/>
            <p14:sldId id="347"/>
            <p14:sldId id="348"/>
            <p14:sldId id="349"/>
            <p14:sldId id="263"/>
            <p14:sldId id="351"/>
            <p14:sldId id="352"/>
            <p14:sldId id="303"/>
            <p14:sldId id="282"/>
            <p14:sldId id="326"/>
            <p14:sldId id="30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69406" autoAdjust="0"/>
  </p:normalViewPr>
  <p:slideViewPr>
    <p:cSldViewPr snapToGrid="0">
      <p:cViewPr varScale="1">
        <p:scale>
          <a:sx n="59" d="100"/>
          <a:sy n="59" d="100"/>
        </p:scale>
        <p:origin x="1618" y="58"/>
      </p:cViewPr>
      <p:guideLst/>
    </p:cSldViewPr>
  </p:slideViewPr>
  <p:notesTextViewPr>
    <p:cViewPr>
      <p:scale>
        <a:sx n="1" d="1"/>
        <a:sy n="1" d="1"/>
      </p:scale>
      <p:origin x="0" y="0"/>
    </p:cViewPr>
  </p:notesTextViewPr>
  <p:notesViewPr>
    <p:cSldViewPr snapToGrid="0">
      <p:cViewPr varScale="1">
        <p:scale>
          <a:sx n="56" d="100"/>
          <a:sy n="56" d="100"/>
        </p:scale>
        <p:origin x="2850"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slideMaster" Target="slideMasters/slideMaster1.xml"/><Relationship Id="rId6"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B0648CBE-4BA2-4B22-90CF-886B3CF7321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0E1838BF-AA82-41AD-9AAB-6973EB326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69636EA-8A2C-4361-8703-C687B970DDF8}" type="datetimeFigureOut">
              <a:rPr lang="fr-FR" smtClean="0"/>
              <a:t>17/02/2024</a:t>
            </a:fld>
            <a:endParaRPr lang="fr-FR"/>
          </a:p>
        </p:txBody>
      </p:sp>
      <p:sp>
        <p:nvSpPr>
          <p:cNvPr id="4" name="Espace réservé du pied de page 3">
            <a:extLst>
              <a:ext uri="{FF2B5EF4-FFF2-40B4-BE49-F238E27FC236}">
                <a16:creationId xmlns:a16="http://schemas.microsoft.com/office/drawing/2014/main" id="{9CE6ED29-B2BE-4E82-9B98-2B244D568C5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A0189CD0-71F6-4A88-8081-B1DABEEA89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FF6962D-F1A8-4229-9D0D-D0FD33773CB5}" type="slidenum">
              <a:rPr lang="fr-FR" smtClean="0"/>
              <a:t>‹N°›</a:t>
            </a:fld>
            <a:endParaRPr lang="fr-FR"/>
          </a:p>
        </p:txBody>
      </p:sp>
    </p:spTree>
    <p:extLst>
      <p:ext uri="{BB962C8B-B14F-4D97-AF65-F5344CB8AC3E}">
        <p14:creationId xmlns:p14="http://schemas.microsoft.com/office/powerpoint/2010/main" val="231298357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42AEE5-96F3-40A2-A620-1A7D9C7D6254}" type="datetimeFigureOut">
              <a:rPr lang="fr-FR" smtClean="0"/>
              <a:t>17/02/2024</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73C04B-8240-4A6D-AA19-A5E7FFEC1CCB}" type="slidenum">
              <a:rPr lang="fr-FR" smtClean="0"/>
              <a:t>‹N°›</a:t>
            </a:fld>
            <a:endParaRPr lang="fr-FR"/>
          </a:p>
        </p:txBody>
      </p:sp>
    </p:spTree>
    <p:extLst>
      <p:ext uri="{BB962C8B-B14F-4D97-AF65-F5344CB8AC3E}">
        <p14:creationId xmlns:p14="http://schemas.microsoft.com/office/powerpoint/2010/main" val="2783585091"/>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37759866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a:t>
            </a:r>
            <a:r>
              <a:rPr lang="fr-FR" b="1" dirty="0"/>
              <a:t>IEEE</a:t>
            </a:r>
            <a:r>
              <a:rPr lang="fr-FR" dirty="0"/>
              <a:t>, Institute of </a:t>
            </a:r>
            <a:r>
              <a:rPr lang="fr-FR" dirty="0" err="1"/>
              <a:t>Electrical</a:t>
            </a:r>
            <a:r>
              <a:rPr lang="fr-FR" dirty="0"/>
              <a:t> and Electronics </a:t>
            </a:r>
            <a:r>
              <a:rPr lang="fr-FR" dirty="0" err="1"/>
              <a:t>Engineers</a:t>
            </a:r>
            <a:r>
              <a:rPr lang="fr-FR" dirty="0"/>
              <a:t> (Institut des ingénieurs électriciens et électroniciens, en français), est une association regroupant des milliers de professionnels du domaine de l'informatique et des télécommunications à travers le monde. Son objectif principal se résume à la promotion de la connaissance dans le domaine de l'ingénierie électrique et électronique.</a:t>
            </a:r>
          </a:p>
        </p:txBody>
      </p:sp>
    </p:spTree>
    <p:extLst>
      <p:ext uri="{BB962C8B-B14F-4D97-AF65-F5344CB8AC3E}">
        <p14:creationId xmlns:p14="http://schemas.microsoft.com/office/powerpoint/2010/main" val="5258148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l"/>
            <a:r>
              <a:rPr lang="fr-FR" sz="1800" b="0" i="0" u="none" strike="noStrike" baseline="0" dirty="0">
                <a:latin typeface="NimbusRomNo9L-Regu"/>
              </a:rPr>
              <a:t>L’important est de retenir que le test est une méthode de vérification partielle : le test</a:t>
            </a:r>
          </a:p>
          <a:p>
            <a:pPr algn="l"/>
            <a:r>
              <a:rPr lang="fr-FR" sz="1800" b="0" i="0" u="none" strike="noStrike" baseline="0" dirty="0">
                <a:latin typeface="NimbusRomNo9L-Regu"/>
              </a:rPr>
              <a:t>exhaustif d’un programme en injectant toutes les entrées possibles n’est en général pas</a:t>
            </a:r>
          </a:p>
          <a:p>
            <a:pPr algn="l"/>
            <a:r>
              <a:rPr lang="fr-FR" sz="1800" b="0" i="0" u="none" strike="noStrike" baseline="0" dirty="0">
                <a:latin typeface="NimbusRomNo9L-Regu"/>
              </a:rPr>
              <a:t>possible. On ne prouve pas qu’un programme est correct par le test seul.</a:t>
            </a:r>
            <a:endParaRPr lang="fr-FR" dirty="0"/>
          </a:p>
        </p:txBody>
      </p:sp>
    </p:spTree>
    <p:extLst>
      <p:ext uri="{BB962C8B-B14F-4D97-AF65-F5344CB8AC3E}">
        <p14:creationId xmlns:p14="http://schemas.microsoft.com/office/powerpoint/2010/main" val="1626629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l"/>
            <a:r>
              <a:rPr lang="fr-FR" sz="1800" b="0" i="0" u="none" strike="noStrike" baseline="0" dirty="0">
                <a:latin typeface="NimbusRomNo9L-Regu"/>
              </a:rPr>
              <a:t>L’important est de retenir que le test est une méthode de vérification partielle : le test</a:t>
            </a:r>
          </a:p>
          <a:p>
            <a:pPr algn="l"/>
            <a:r>
              <a:rPr lang="fr-FR" sz="1800" b="0" i="0" u="none" strike="noStrike" baseline="0" dirty="0">
                <a:latin typeface="NimbusRomNo9L-Regu"/>
              </a:rPr>
              <a:t>exhaustif d’un programme en injectant toutes les entrées possibles n’est en général pas</a:t>
            </a:r>
          </a:p>
          <a:p>
            <a:pPr algn="l"/>
            <a:r>
              <a:rPr lang="fr-FR" sz="1800" b="0" i="0" u="none" strike="noStrike" baseline="0" dirty="0">
                <a:latin typeface="NimbusRomNo9L-Regu"/>
              </a:rPr>
              <a:t>possible. On ne prouve pas qu’un programme est correct par le test seul.</a:t>
            </a:r>
            <a:endParaRPr lang="fr-FR" dirty="0"/>
          </a:p>
        </p:txBody>
      </p:sp>
    </p:spTree>
    <p:extLst>
      <p:ext uri="{BB962C8B-B14F-4D97-AF65-F5344CB8AC3E}">
        <p14:creationId xmlns:p14="http://schemas.microsoft.com/office/powerpoint/2010/main" val="9938688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l"/>
            <a:r>
              <a:rPr lang="fr-FR" sz="1800" b="0" i="0" u="none" strike="noStrike" baseline="0" dirty="0">
                <a:latin typeface="NimbusRomNo9L-Regu"/>
              </a:rPr>
              <a:t>L’important est de retenir que le test est une méthode de vérification partielle : le test</a:t>
            </a:r>
          </a:p>
          <a:p>
            <a:pPr algn="l"/>
            <a:r>
              <a:rPr lang="fr-FR" sz="1800" b="0" i="0" u="none" strike="noStrike" baseline="0" dirty="0">
                <a:latin typeface="NimbusRomNo9L-Regu"/>
              </a:rPr>
              <a:t>exhaustif d’un programme en injectant toutes les entrées possibles n’est en général pas</a:t>
            </a:r>
          </a:p>
          <a:p>
            <a:pPr algn="l"/>
            <a:r>
              <a:rPr lang="fr-FR" sz="1800" b="0" i="0" u="none" strike="noStrike" baseline="0" dirty="0">
                <a:latin typeface="NimbusRomNo9L-Regu"/>
              </a:rPr>
              <a:t>possible. On ne prouve pas qu’un programme est correct par le test seul.</a:t>
            </a:r>
            <a:endParaRPr lang="fr-FR" dirty="0"/>
          </a:p>
        </p:txBody>
      </p:sp>
    </p:spTree>
    <p:extLst>
      <p:ext uri="{BB962C8B-B14F-4D97-AF65-F5344CB8AC3E}">
        <p14:creationId xmlns:p14="http://schemas.microsoft.com/office/powerpoint/2010/main" val="32810083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solidFill>
                  <a:srgbClr val="353B47"/>
                </a:solidFill>
                <a:effectLst/>
                <a:latin typeface="Rubik"/>
                <a:ea typeface="Calibri" panose="020F0502020204030204" pitchFamily="34" charset="0"/>
                <a:cs typeface="Times New Roman" panose="02020603050405020304" pitchFamily="18" charset="0"/>
              </a:rPr>
              <a:t>Un bug est un fonctionnement non désiré dans un ordinateur ou un programme informatique. On parle de bug quand le logiciel ne fait pas ce qu'on lui a demandé, qu'il se bloque et ne répond plus ou qu'il plante. De par la nature complexe de l'informatique, il est assez fréquent que vous rencontriez des bugs !</a:t>
            </a:r>
            <a:endParaRPr lang="fr-FR" sz="1800" dirty="0">
              <a:effectLst/>
              <a:latin typeface="Calibri" panose="020F0502020204030204" pitchFamily="34" charset="0"/>
              <a:ea typeface="Calibri" panose="020F0502020204030204" pitchFamily="34" charset="0"/>
              <a:cs typeface="Times New Roman" panose="02020603050405020304" pitchFamily="18" charset="0"/>
            </a:endParaRPr>
          </a:p>
          <a:p>
            <a:pPr algn="l"/>
            <a:endParaRPr lang="fr-FR" dirty="0"/>
          </a:p>
        </p:txBody>
      </p:sp>
    </p:spTree>
    <p:extLst>
      <p:ext uri="{BB962C8B-B14F-4D97-AF65-F5344CB8AC3E}">
        <p14:creationId xmlns:p14="http://schemas.microsoft.com/office/powerpoint/2010/main" val="36369230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solidFill>
                  <a:srgbClr val="353B47"/>
                </a:solidFill>
                <a:effectLst/>
                <a:latin typeface="Rubik"/>
                <a:ea typeface="Calibri" panose="020F0502020204030204" pitchFamily="34" charset="0"/>
                <a:cs typeface="Times New Roman" panose="02020603050405020304" pitchFamily="18" charset="0"/>
              </a:rPr>
              <a:t>Un bug est un fonctionnement non désiré dans un ordinateur ou un programme informatique. On parle de bug quand le logiciel ne fait pas ce qu'on lui a demandé, qu'il se bloque et ne répond plus ou qu'il plante. De par la nature complexe de l'informatique, il est assez fréquent que vous rencontriez des bugs !</a:t>
            </a:r>
            <a:endParaRPr lang="fr-FR" sz="1800" dirty="0">
              <a:effectLst/>
              <a:latin typeface="Calibri" panose="020F0502020204030204" pitchFamily="34" charset="0"/>
              <a:ea typeface="Calibri" panose="020F0502020204030204" pitchFamily="34" charset="0"/>
              <a:cs typeface="Times New Roman" panose="02020603050405020304" pitchFamily="18" charset="0"/>
            </a:endParaRPr>
          </a:p>
          <a:p>
            <a:pPr algn="l"/>
            <a:endParaRPr lang="fr-FR" dirty="0"/>
          </a:p>
        </p:txBody>
      </p:sp>
    </p:spTree>
    <p:extLst>
      <p:ext uri="{BB962C8B-B14F-4D97-AF65-F5344CB8AC3E}">
        <p14:creationId xmlns:p14="http://schemas.microsoft.com/office/powerpoint/2010/main" val="7184880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90500" indent="-6350" algn="just">
              <a:lnSpc>
                <a:spcPct val="110000"/>
              </a:lnSpc>
              <a:spcAft>
                <a:spcPts val="25"/>
              </a:spcAft>
            </a:pPr>
            <a:r>
              <a:rPr lang="fr-FR" sz="1200" u="sng" dirty="0">
                <a:solidFill>
                  <a:srgbClr val="404040"/>
                </a:solidFill>
                <a:effectLst/>
                <a:uFill>
                  <a:solidFill>
                    <a:srgbClr val="404040"/>
                  </a:solidFill>
                </a:uFill>
                <a:latin typeface="Comic Sans MS" panose="030F0702030302020204" pitchFamily="66" charset="0"/>
                <a:ea typeface="Comic Sans MS" panose="030F0702030302020204" pitchFamily="66" charset="0"/>
                <a:cs typeface="Comic Sans MS" panose="030F0702030302020204" pitchFamily="66" charset="0"/>
              </a:rPr>
              <a:t>expérimenté :</a:t>
            </a:r>
            <a:r>
              <a:rPr lang="fr-FR" sz="1200" dirty="0">
                <a:solidFill>
                  <a:srgbClr val="404040"/>
                </a:solidFill>
                <a:effectLst/>
                <a:latin typeface="Comic Sans MS" panose="030F0702030302020204" pitchFamily="66" charset="0"/>
                <a:ea typeface="Comic Sans MS" panose="030F0702030302020204" pitchFamily="66" charset="0"/>
                <a:cs typeface="Comic Sans MS" panose="030F0702030302020204" pitchFamily="66" charset="0"/>
              </a:rPr>
              <a:t> </a:t>
            </a:r>
            <a:endParaRPr lang="fr-FR" sz="1200" dirty="0">
              <a:solidFill>
                <a:srgbClr val="000000"/>
              </a:solidFill>
              <a:effectLst/>
              <a:latin typeface="Calibri" panose="020F0502020204030204" pitchFamily="34" charset="0"/>
              <a:ea typeface="Calibri" panose="020F0502020204030204" pitchFamily="34" charset="0"/>
            </a:endParaRPr>
          </a:p>
          <a:p>
            <a:pPr marL="920750" indent="6350" algn="just">
              <a:lnSpc>
                <a:spcPct val="110000"/>
              </a:lnSpc>
              <a:spcAft>
                <a:spcPts val="25"/>
              </a:spcAft>
            </a:pPr>
            <a:r>
              <a:rPr lang="fr-FR" sz="1200" dirty="0">
                <a:solidFill>
                  <a:srgbClr val="404040"/>
                </a:solidFill>
                <a:effectLst/>
                <a:latin typeface="Comic Sans MS" panose="030F0702030302020204" pitchFamily="66" charset="0"/>
                <a:ea typeface="Comic Sans MS" panose="030F0702030302020204" pitchFamily="66" charset="0"/>
                <a:cs typeface="Comic Sans MS" panose="030F0702030302020204" pitchFamily="66" charset="0"/>
              </a:rPr>
              <a:t>1 faute / 10 lignes de code</a:t>
            </a:r>
            <a:endParaRPr lang="fr-FR" sz="1200" dirty="0">
              <a:solidFill>
                <a:srgbClr val="000000"/>
              </a:solidFill>
              <a:effectLst/>
              <a:latin typeface="Calibri" panose="020F0502020204030204" pitchFamily="34" charset="0"/>
              <a:ea typeface="Calibri" panose="020F0502020204030204" pitchFamily="34" charset="0"/>
            </a:endParaRPr>
          </a:p>
          <a:p>
            <a:pPr marL="920750" indent="6350" algn="just">
              <a:lnSpc>
                <a:spcPct val="110000"/>
              </a:lnSpc>
              <a:spcAft>
                <a:spcPts val="25"/>
              </a:spcAft>
            </a:pPr>
            <a:r>
              <a:rPr lang="fr-FR" sz="1200" dirty="0">
                <a:solidFill>
                  <a:srgbClr val="404040"/>
                </a:solidFill>
                <a:effectLst/>
                <a:latin typeface="Comic Sans MS" panose="030F0702030302020204" pitchFamily="66" charset="0"/>
                <a:ea typeface="Comic Sans MS" panose="030F0702030302020204" pitchFamily="66" charset="0"/>
                <a:cs typeface="Comic Sans MS" panose="030F0702030302020204" pitchFamily="66" charset="0"/>
              </a:rPr>
              <a:t>163 fautes / 1000 instructions</a:t>
            </a:r>
            <a:endParaRPr lang="fr-FR" sz="1200" dirty="0">
              <a:solidFill>
                <a:srgbClr val="000000"/>
              </a:solidFill>
              <a:effectLst/>
              <a:latin typeface="Calibri" panose="020F0502020204030204" pitchFamily="34" charset="0"/>
              <a:ea typeface="Comic Sans MS" panose="030F0702030302020204" pitchFamily="66" charset="0"/>
              <a:cs typeface="+mn-cs"/>
            </a:endParaRPr>
          </a:p>
          <a:p>
            <a:pPr marL="920750" indent="6350" algn="just">
              <a:lnSpc>
                <a:spcPct val="110000"/>
              </a:lnSpc>
              <a:spcAft>
                <a:spcPts val="25"/>
              </a:spcAft>
            </a:pPr>
            <a:r>
              <a:rPr lang="fr-FR" sz="1200" dirty="0">
                <a:solidFill>
                  <a:srgbClr val="404040"/>
                </a:solidFill>
                <a:effectLst/>
                <a:latin typeface="Comic Sans MS" panose="030F0702030302020204" pitchFamily="66" charset="0"/>
                <a:ea typeface="Comic Sans MS" panose="030F0702030302020204" pitchFamily="66" charset="0"/>
                <a:cs typeface="Comic Sans MS" panose="030F0702030302020204" pitchFamily="66" charset="0"/>
              </a:rPr>
              <a:t>[B. </a:t>
            </a:r>
            <a:r>
              <a:rPr lang="fr-FR" sz="1200" dirty="0" err="1">
                <a:solidFill>
                  <a:srgbClr val="404040"/>
                </a:solidFill>
                <a:effectLst/>
                <a:latin typeface="Comic Sans MS" panose="030F0702030302020204" pitchFamily="66" charset="0"/>
                <a:ea typeface="Comic Sans MS" panose="030F0702030302020204" pitchFamily="66" charset="0"/>
                <a:cs typeface="Comic Sans MS" panose="030F0702030302020204" pitchFamily="66" charset="0"/>
              </a:rPr>
              <a:t>Beizer</a:t>
            </a:r>
            <a:r>
              <a:rPr lang="fr-FR" sz="1200" dirty="0">
                <a:solidFill>
                  <a:srgbClr val="404040"/>
                </a:solidFill>
                <a:effectLst/>
                <a:latin typeface="Comic Sans MS" panose="030F0702030302020204" pitchFamily="66" charset="0"/>
                <a:ea typeface="Comic Sans MS" panose="030F0702030302020204" pitchFamily="66" charset="0"/>
                <a:cs typeface="Comic Sans MS" panose="030F0702030302020204" pitchFamily="66" charset="0"/>
              </a:rPr>
              <a:t> Software </a:t>
            </a:r>
            <a:r>
              <a:rPr lang="fr-FR" sz="1200" dirty="0" err="1">
                <a:solidFill>
                  <a:srgbClr val="404040"/>
                </a:solidFill>
                <a:effectLst/>
                <a:latin typeface="Comic Sans MS" panose="030F0702030302020204" pitchFamily="66" charset="0"/>
                <a:ea typeface="Comic Sans MS" panose="030F0702030302020204" pitchFamily="66" charset="0"/>
                <a:cs typeface="Comic Sans MS" panose="030F0702030302020204" pitchFamily="66" charset="0"/>
              </a:rPr>
              <a:t>TestingTechniques</a:t>
            </a:r>
            <a:r>
              <a:rPr lang="fr-FR" sz="1200" dirty="0">
                <a:solidFill>
                  <a:srgbClr val="404040"/>
                </a:solidFill>
                <a:effectLst/>
                <a:latin typeface="Comic Sans MS" panose="030F0702030302020204" pitchFamily="66" charset="0"/>
                <a:ea typeface="Comic Sans MS" panose="030F0702030302020204" pitchFamily="66" charset="0"/>
                <a:cs typeface="Comic Sans MS" panose="030F0702030302020204" pitchFamily="66" charset="0"/>
              </a:rPr>
              <a:t> 1990]</a:t>
            </a:r>
            <a:endParaRPr lang="fr-FR" sz="1200" dirty="0">
              <a:solidFill>
                <a:srgbClr val="000000"/>
              </a:solidFill>
              <a:effectLst/>
              <a:latin typeface="Calibri" panose="020F0502020204030204" pitchFamily="34" charset="0"/>
              <a:ea typeface="Calibri" panose="020F0502020204030204" pitchFamily="34" charset="0"/>
            </a:endParaRPr>
          </a:p>
          <a:p>
            <a:endParaRPr lang="fr-FR" dirty="0"/>
          </a:p>
        </p:txBody>
      </p:sp>
    </p:spTree>
    <p:extLst>
      <p:ext uri="{BB962C8B-B14F-4D97-AF65-F5344CB8AC3E}">
        <p14:creationId xmlns:p14="http://schemas.microsoft.com/office/powerpoint/2010/main" val="36393765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18814168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l"/>
            <a:endParaRPr lang="fr-FR" dirty="0"/>
          </a:p>
        </p:txBody>
      </p:sp>
    </p:spTree>
    <p:extLst>
      <p:ext uri="{BB962C8B-B14F-4D97-AF65-F5344CB8AC3E}">
        <p14:creationId xmlns:p14="http://schemas.microsoft.com/office/powerpoint/2010/main" val="6468152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l"/>
            <a:endParaRPr lang="fr-FR" dirty="0"/>
          </a:p>
        </p:txBody>
      </p:sp>
    </p:spTree>
    <p:extLst>
      <p:ext uri="{BB962C8B-B14F-4D97-AF65-F5344CB8AC3E}">
        <p14:creationId xmlns:p14="http://schemas.microsoft.com/office/powerpoint/2010/main" val="707102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l"/>
            <a:endParaRPr lang="fr-FR" dirty="0"/>
          </a:p>
        </p:txBody>
      </p:sp>
    </p:spTree>
    <p:extLst>
      <p:ext uri="{BB962C8B-B14F-4D97-AF65-F5344CB8AC3E}">
        <p14:creationId xmlns:p14="http://schemas.microsoft.com/office/powerpoint/2010/main" val="11794301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l"/>
            <a:endParaRPr lang="fr-FR" dirty="0"/>
          </a:p>
        </p:txBody>
      </p:sp>
    </p:spTree>
    <p:extLst>
      <p:ext uri="{BB962C8B-B14F-4D97-AF65-F5344CB8AC3E}">
        <p14:creationId xmlns:p14="http://schemas.microsoft.com/office/powerpoint/2010/main" val="15768320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24676724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30790807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35695722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l"/>
            <a:r>
              <a:rPr lang="fr-FR" sz="1200" b="0" i="0" u="none" strike="noStrike" baseline="0" dirty="0">
                <a:latin typeface="NimbusRomNo9L-Regu"/>
              </a:rPr>
              <a:t>Ceci est une erreur fr</a:t>
            </a:r>
            <a:r>
              <a:rPr lang="fr-FR" dirty="0">
                <a:latin typeface="NimbusRomNo9L-Regu"/>
              </a:rPr>
              <a:t>é</a:t>
            </a:r>
            <a:r>
              <a:rPr lang="fr-FR" sz="1200" b="0" i="0" u="none" strike="noStrike" baseline="0" dirty="0">
                <a:latin typeface="NimbusRomNo9L-Regu"/>
              </a:rPr>
              <a:t>quente du test. Ce n’est pas lorsque l’on effectue le test d’une proc</a:t>
            </a:r>
            <a:r>
              <a:rPr lang="fr-FR" dirty="0">
                <a:latin typeface="NimbusRomNo9L-Regu"/>
              </a:rPr>
              <a:t>é</a:t>
            </a:r>
            <a:r>
              <a:rPr lang="fr-FR" sz="1200" b="0" i="0" u="none" strike="noStrike" baseline="0" dirty="0">
                <a:latin typeface="NimbusRomNo9L-Regu"/>
              </a:rPr>
              <a:t>dure qu’il faut se</a:t>
            </a:r>
          </a:p>
          <a:p>
            <a:pPr algn="l"/>
            <a:r>
              <a:rPr lang="fr-FR" sz="1200" b="0" i="0" u="none" strike="noStrike" baseline="0" dirty="0">
                <a:latin typeface="NimbusRomNo9L-Regu"/>
              </a:rPr>
              <a:t>poser la question de la validit</a:t>
            </a:r>
            <a:r>
              <a:rPr lang="fr-FR" dirty="0">
                <a:latin typeface="NimbusRomNo9L-Regu"/>
              </a:rPr>
              <a:t>é</a:t>
            </a:r>
            <a:r>
              <a:rPr lang="fr-FR" sz="1200" b="0" i="0" u="none" strike="noStrike" baseline="0" dirty="0">
                <a:latin typeface="NimbusRomNo9L-Regu"/>
              </a:rPr>
              <a:t> des r</a:t>
            </a:r>
            <a:r>
              <a:rPr lang="fr-FR" dirty="0">
                <a:latin typeface="NimbusRomNo9L-Regu"/>
              </a:rPr>
              <a:t>é</a:t>
            </a:r>
            <a:r>
              <a:rPr lang="fr-FR" sz="1200" b="0" i="0" u="none" strike="noStrike" baseline="0" dirty="0">
                <a:latin typeface="NimbusRomNo9L-Regu"/>
              </a:rPr>
              <a:t>sultats, car il y a des chances non n</a:t>
            </a:r>
            <a:r>
              <a:rPr lang="fr-FR" dirty="0">
                <a:latin typeface="NimbusRomNo9L-Regu"/>
              </a:rPr>
              <a:t>é</a:t>
            </a:r>
            <a:r>
              <a:rPr lang="fr-FR" sz="1200" b="0" i="0" u="none" strike="noStrike" baseline="0" dirty="0">
                <a:latin typeface="NimbusRomNo9L-Regu"/>
              </a:rPr>
              <a:t>gligeable de prendre un r</a:t>
            </a:r>
            <a:r>
              <a:rPr lang="fr-FR" dirty="0">
                <a:latin typeface="NimbusRomNo9L-Regu"/>
              </a:rPr>
              <a:t>é</a:t>
            </a:r>
            <a:r>
              <a:rPr lang="fr-FR" sz="1200" b="0" i="0" u="none" strike="noStrike" baseline="0" dirty="0">
                <a:latin typeface="NimbusRomNo9L-Regu"/>
              </a:rPr>
              <a:t>sultat</a:t>
            </a:r>
          </a:p>
          <a:p>
            <a:pPr algn="l"/>
            <a:r>
              <a:rPr lang="fr-FR" sz="1200" b="0" i="0" u="none" strike="noStrike" baseline="0" dirty="0">
                <a:latin typeface="NimbusRomNo9L-Regu"/>
              </a:rPr>
              <a:t>erron</a:t>
            </a:r>
            <a:r>
              <a:rPr lang="fr-FR" dirty="0">
                <a:latin typeface="NimbusRomNo9L-Regu"/>
              </a:rPr>
              <a:t>é</a:t>
            </a:r>
            <a:r>
              <a:rPr lang="fr-FR" sz="1200" b="0" i="0" u="none" strike="noStrike" baseline="0" dirty="0">
                <a:latin typeface="NimbusRomNo9L-Regu"/>
              </a:rPr>
              <a:t> mais semblant coh</a:t>
            </a:r>
            <a:r>
              <a:rPr lang="fr-FR" dirty="0">
                <a:latin typeface="NimbusRomNo9L-Regu"/>
              </a:rPr>
              <a:t>é</a:t>
            </a:r>
            <a:r>
              <a:rPr lang="fr-FR" sz="1200" b="0" i="0" u="none" strike="noStrike" baseline="0" dirty="0">
                <a:latin typeface="NimbusRomNo9L-Regu"/>
              </a:rPr>
              <a:t>rent pour un r</a:t>
            </a:r>
            <a:r>
              <a:rPr lang="fr-FR" dirty="0">
                <a:latin typeface="NimbusRomNo9L-Regu"/>
              </a:rPr>
              <a:t>é</a:t>
            </a:r>
            <a:r>
              <a:rPr lang="fr-FR" sz="1200" b="0" i="0" u="none" strike="noStrike" baseline="0" dirty="0">
                <a:latin typeface="NimbusRomNo9L-Regu"/>
              </a:rPr>
              <a:t>sultat correct.</a:t>
            </a:r>
            <a:endParaRPr lang="fr-FR" dirty="0"/>
          </a:p>
          <a:p>
            <a:endParaRPr lang="fr-FR" dirty="0"/>
          </a:p>
        </p:txBody>
      </p:sp>
    </p:spTree>
    <p:extLst>
      <p:ext uri="{BB962C8B-B14F-4D97-AF65-F5344CB8AC3E}">
        <p14:creationId xmlns:p14="http://schemas.microsoft.com/office/powerpoint/2010/main" val="24701425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l"/>
            <a:r>
              <a:rPr lang="fr-FR" sz="1200" b="0" i="0" u="none" strike="noStrike" baseline="0" dirty="0">
                <a:latin typeface="NimbusRomNo9L-ReguItal"/>
              </a:rPr>
              <a:t>Il faut aussi v</a:t>
            </a:r>
            <a:r>
              <a:rPr lang="fr-FR" dirty="0">
                <a:latin typeface="NimbusRomNo9L-ReguItal"/>
              </a:rPr>
              <a:t>é</a:t>
            </a:r>
            <a:r>
              <a:rPr lang="fr-FR" sz="1200" b="0" i="0" u="none" strike="noStrike" baseline="0" dirty="0">
                <a:latin typeface="NimbusRomNo9L-ReguItal"/>
              </a:rPr>
              <a:t>rifier ce que fait le programme lorsqu’il n’est pas suppos</a:t>
            </a:r>
            <a:r>
              <a:rPr lang="fr-FR" dirty="0">
                <a:latin typeface="NimbusRomNo9L-ReguItal"/>
              </a:rPr>
              <a:t>é </a:t>
            </a:r>
            <a:r>
              <a:rPr lang="fr-FR" sz="1200" b="0" i="0" u="none" strike="noStrike" baseline="0" dirty="0">
                <a:latin typeface="NimbusRomNo9L-ReguItal"/>
              </a:rPr>
              <a:t>le faire.</a:t>
            </a:r>
          </a:p>
          <a:p>
            <a:pPr algn="l"/>
            <a:r>
              <a:rPr lang="fr-FR" sz="1200" b="0" i="0" u="none" strike="noStrike" baseline="0" dirty="0">
                <a:latin typeface="NimbusRomNo9L-Regu"/>
              </a:rPr>
              <a:t>Afin d’évaluer la robustesse du logiciel.</a:t>
            </a:r>
            <a:endParaRPr lang="fr-FR" dirty="0"/>
          </a:p>
          <a:p>
            <a:endParaRPr lang="fr-FR" dirty="0"/>
          </a:p>
        </p:txBody>
      </p:sp>
    </p:spTree>
    <p:extLst>
      <p:ext uri="{BB962C8B-B14F-4D97-AF65-F5344CB8AC3E}">
        <p14:creationId xmlns:p14="http://schemas.microsoft.com/office/powerpoint/2010/main" val="24014978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66861-22B5-8495-23FD-7B06D3B0EB8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060FDE6-D391-6C74-6D5C-F5B2BF53D42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3B4AACA-5F43-81E1-D1C9-540F194016A2}"/>
              </a:ext>
            </a:extLst>
          </p:cNvPr>
          <p:cNvSpPr>
            <a:spLocks noGrp="1"/>
          </p:cNvSpPr>
          <p:nvPr>
            <p:ph type="body" idx="1"/>
          </p:nvPr>
        </p:nvSpPr>
        <p:spPr/>
        <p:txBody>
          <a:bodyPr/>
          <a:lstStyle/>
          <a:p>
            <a:pPr algn="l"/>
            <a:r>
              <a:rPr lang="fr-FR" sz="1200" b="0" i="0" u="none" strike="noStrike" baseline="0" dirty="0">
                <a:latin typeface="NimbusRomNo9L-ReguItal"/>
              </a:rPr>
              <a:t>Il faut aussi v</a:t>
            </a:r>
            <a:r>
              <a:rPr lang="fr-FR" dirty="0">
                <a:latin typeface="NimbusRomNo9L-ReguItal"/>
              </a:rPr>
              <a:t>é</a:t>
            </a:r>
            <a:r>
              <a:rPr lang="fr-FR" sz="1200" b="0" i="0" u="none" strike="noStrike" baseline="0" dirty="0">
                <a:latin typeface="NimbusRomNo9L-ReguItal"/>
              </a:rPr>
              <a:t>rifier ce que fait le programme lorsqu’il n’est pas suppos</a:t>
            </a:r>
            <a:r>
              <a:rPr lang="fr-FR" dirty="0">
                <a:latin typeface="NimbusRomNo9L-ReguItal"/>
              </a:rPr>
              <a:t>é </a:t>
            </a:r>
            <a:r>
              <a:rPr lang="fr-FR" sz="1200" b="0" i="0" u="none" strike="noStrike" baseline="0" dirty="0">
                <a:latin typeface="NimbusRomNo9L-ReguItal"/>
              </a:rPr>
              <a:t>le faire.</a:t>
            </a:r>
          </a:p>
          <a:p>
            <a:pPr algn="l"/>
            <a:r>
              <a:rPr lang="fr-FR" sz="1200" b="0" i="0" u="none" strike="noStrike" baseline="0" dirty="0">
                <a:latin typeface="NimbusRomNo9L-Regu"/>
              </a:rPr>
              <a:t>Afin d’évaluer la robustesse du logiciel.</a:t>
            </a:r>
            <a:endParaRPr lang="fr-FR" dirty="0"/>
          </a:p>
          <a:p>
            <a:endParaRPr lang="fr-FR" dirty="0"/>
          </a:p>
        </p:txBody>
      </p:sp>
    </p:spTree>
    <p:extLst>
      <p:ext uri="{BB962C8B-B14F-4D97-AF65-F5344CB8AC3E}">
        <p14:creationId xmlns:p14="http://schemas.microsoft.com/office/powerpoint/2010/main" val="29243203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fr-FR"/>
              <a:t>Modifiez le style du titre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EE6BABD0-F57F-4D75-BDCC-448D8CCB5F68}" type="datetime1">
              <a:rPr lang="fr-FR" smtClean="0"/>
              <a:t>17/02/2024</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r>
              <a:rPr lang="en-US"/>
              <a:t>Introduction aux tests logiciel</a:t>
            </a:r>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‹N°›</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58D3B931-9129-4A7A-A0E5-2F157860785B}" type="datetime1">
              <a:rPr lang="fr-FR" smtClean="0"/>
              <a:t>17/02/2024</a:t>
            </a:fld>
            <a:endParaRPr lang="en-US" dirty="0"/>
          </a:p>
        </p:txBody>
      </p:sp>
      <p:sp>
        <p:nvSpPr>
          <p:cNvPr id="5" name="Footer Placeholder 4"/>
          <p:cNvSpPr>
            <a:spLocks noGrp="1"/>
          </p:cNvSpPr>
          <p:nvPr>
            <p:ph type="ftr" sz="quarter" idx="11"/>
          </p:nvPr>
        </p:nvSpPr>
        <p:spPr/>
        <p:txBody>
          <a:bodyPr/>
          <a:lstStyle/>
          <a:p>
            <a:r>
              <a:rPr lang="en-US"/>
              <a:t>Introduction aux tests logiciel</a:t>
            </a:r>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fr-FR"/>
              <a:t>Modifiez le style du titre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193AEACA-C29A-4ECB-9B11-CE3350B76A74}" type="datetime1">
              <a:rPr lang="fr-FR" smtClean="0"/>
              <a:t>17/02/2024</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r>
              <a:rPr lang="en-US"/>
              <a:t>Introduction aux tests logiciel</a:t>
            </a:r>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‹N°›</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fr-FR"/>
              <a:t>Modifiez le style du titre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9EC964CA-F58A-4274-BAE5-5A9E731DE34C}" type="datetime1">
              <a:rPr lang="fr-FR" smtClean="0"/>
              <a:t>17/02/2024</a:t>
            </a:fld>
            <a:endParaRPr lang="en-US" dirty="0"/>
          </a:p>
        </p:txBody>
      </p:sp>
      <p:sp>
        <p:nvSpPr>
          <p:cNvPr id="6" name="Footer Placeholder 5"/>
          <p:cNvSpPr>
            <a:spLocks noGrp="1"/>
          </p:cNvSpPr>
          <p:nvPr>
            <p:ph type="ftr" sz="quarter" idx="11"/>
          </p:nvPr>
        </p:nvSpPr>
        <p:spPr/>
        <p:txBody>
          <a:bodyPr/>
          <a:lstStyle/>
          <a:p>
            <a:r>
              <a:rPr lang="en-US"/>
              <a:t>Introduction aux tests logiciel</a:t>
            </a:r>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‹N°›</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fr-FR"/>
              <a:t>Modifiez le style du titre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20FB225D-EA7E-4091-848A-BA8E8139B2FF}" type="datetime1">
              <a:rPr lang="fr-FR" smtClean="0"/>
              <a:t>17/02/2024</a:t>
            </a:fld>
            <a:endParaRPr lang="en-US" dirty="0"/>
          </a:p>
        </p:txBody>
      </p:sp>
      <p:sp>
        <p:nvSpPr>
          <p:cNvPr id="8" name="Footer Placeholder 7"/>
          <p:cNvSpPr>
            <a:spLocks noGrp="1"/>
          </p:cNvSpPr>
          <p:nvPr>
            <p:ph type="ftr" sz="quarter" idx="11"/>
          </p:nvPr>
        </p:nvSpPr>
        <p:spPr/>
        <p:txBody>
          <a:bodyPr/>
          <a:lstStyle/>
          <a:p>
            <a:r>
              <a:rPr lang="en-US"/>
              <a:t>Introduction aux tests logiciel</a:t>
            </a:r>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‹N°›</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D8297031-E994-45D8-997B-D4672254447E}" type="datetime1">
              <a:rPr lang="fr-FR" smtClean="0"/>
              <a:t>17/02/2024</a:t>
            </a:fld>
            <a:endParaRPr lang="en-US" dirty="0"/>
          </a:p>
        </p:txBody>
      </p:sp>
      <p:sp>
        <p:nvSpPr>
          <p:cNvPr id="4" name="Footer Placeholder 3"/>
          <p:cNvSpPr>
            <a:spLocks noGrp="1"/>
          </p:cNvSpPr>
          <p:nvPr>
            <p:ph type="ftr" sz="quarter" idx="11"/>
          </p:nvPr>
        </p:nvSpPr>
        <p:spPr/>
        <p:txBody>
          <a:bodyPr/>
          <a:lstStyle/>
          <a:p>
            <a:r>
              <a:rPr lang="en-US"/>
              <a:t>Introduction aux tests logiciel</a:t>
            </a:r>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‹N°›</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6493AD7-4E1B-47E2-914E-A5FF7C56CEBC}" type="datetime1">
              <a:rPr lang="fr-FR" smtClean="0"/>
              <a:t>17/02/2024</a:t>
            </a:fld>
            <a:endParaRPr lang="en-US" dirty="0"/>
          </a:p>
        </p:txBody>
      </p:sp>
      <p:sp>
        <p:nvSpPr>
          <p:cNvPr id="3" name="Footer Placeholder 2"/>
          <p:cNvSpPr>
            <a:spLocks noGrp="1"/>
          </p:cNvSpPr>
          <p:nvPr>
            <p:ph type="ftr" sz="quarter" idx="11"/>
          </p:nvPr>
        </p:nvSpPr>
        <p:spPr/>
        <p:txBody>
          <a:bodyPr/>
          <a:lstStyle/>
          <a:p>
            <a:r>
              <a:rPr lang="en-US"/>
              <a:t>Introduction aux tests logiciel</a:t>
            </a:r>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fr-FR"/>
              <a:t>Modifiez le style du titre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C86B4172-5555-4BDD-9A62-D966A1E3B3A9}" type="datetime1">
              <a:rPr lang="fr-FR" smtClean="0"/>
              <a:t>17/02/2024</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r>
              <a:rPr lang="en-US"/>
              <a:t>Introduction aux tests logiciel</a:t>
            </a:r>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‹N°›</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fr-FR"/>
              <a:t>Modifiez le style du titre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CE5560D4-AE9A-46EC-812F-3530B967EF72}" type="datetime1">
              <a:rPr lang="fr-FR" smtClean="0"/>
              <a:t>17/02/2024</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r>
              <a:rPr lang="en-US"/>
              <a:t>Introduction aux tests logiciel</a:t>
            </a:r>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‹N°›</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826B7FE2-28C0-43A5-B316-18EE18F218F6}" type="datetime1">
              <a:rPr lang="fr-FR" smtClean="0"/>
              <a:t>17/02/2024</a:t>
            </a:fld>
            <a:endParaRPr lang="en-US" dirty="0"/>
          </a:p>
        </p:txBody>
      </p:sp>
      <p:sp>
        <p:nvSpPr>
          <p:cNvPr id="5" name="Footer Placeholder 4"/>
          <p:cNvSpPr>
            <a:spLocks noGrp="1"/>
          </p:cNvSpPr>
          <p:nvPr>
            <p:ph type="ftr" sz="quarter" idx="11"/>
          </p:nvPr>
        </p:nvSpPr>
        <p:spPr/>
        <p:txBody>
          <a:bodyPr/>
          <a:lstStyle/>
          <a:p>
            <a:r>
              <a:rPr lang="en-US"/>
              <a:t>Introduction aux tests logiciel</a:t>
            </a:r>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‹N°›</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CABE0642-A7D4-443B-B00A-678F34BB41BF}" type="datetime1">
              <a:rPr lang="fr-FR" smtClean="0"/>
              <a:t>17/02/2024</a:t>
            </a:fld>
            <a:endParaRPr lang="en-US" dirty="0"/>
          </a:p>
        </p:txBody>
      </p:sp>
      <p:sp>
        <p:nvSpPr>
          <p:cNvPr id="5" name="Footer Placeholder 4"/>
          <p:cNvSpPr>
            <a:spLocks noGrp="1"/>
          </p:cNvSpPr>
          <p:nvPr>
            <p:ph type="ftr" sz="quarter" idx="11"/>
          </p:nvPr>
        </p:nvSpPr>
        <p:spPr/>
        <p:txBody>
          <a:bodyPr/>
          <a:lstStyle/>
          <a:p>
            <a:r>
              <a:rPr lang="en-US"/>
              <a:t>Introduction aux tests logiciel</a:t>
            </a:r>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‹N°›</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38546" y="5535706"/>
            <a:ext cx="11914909" cy="324971"/>
          </a:xfrm>
          <a:custGeom>
            <a:avLst/>
            <a:gdLst/>
            <a:ahLst/>
            <a:cxnLst/>
            <a:rect l="l" t="t" r="r" b="b"/>
            <a:pathLst>
              <a:path w="9829800" h="368300">
                <a:moveTo>
                  <a:pt x="9829800" y="0"/>
                </a:moveTo>
                <a:lnTo>
                  <a:pt x="0" y="0"/>
                </a:lnTo>
                <a:lnTo>
                  <a:pt x="0" y="368300"/>
                </a:lnTo>
                <a:lnTo>
                  <a:pt x="9829800" y="368300"/>
                </a:lnTo>
                <a:lnTo>
                  <a:pt x="9829800" y="0"/>
                </a:lnTo>
                <a:close/>
              </a:path>
            </a:pathLst>
          </a:custGeom>
          <a:solidFill>
            <a:srgbClr val="9B2D1F"/>
          </a:solidFill>
        </p:spPr>
        <p:txBody>
          <a:bodyPr wrap="square" lIns="0" tIns="0" rIns="0" bIns="0" rtlCol="0"/>
          <a:lstStyle/>
          <a:p>
            <a:endParaRPr sz="1588"/>
          </a:p>
        </p:txBody>
      </p:sp>
      <p:sp>
        <p:nvSpPr>
          <p:cNvPr id="17" name="bg object 17"/>
          <p:cNvSpPr/>
          <p:nvPr/>
        </p:nvSpPr>
        <p:spPr>
          <a:xfrm>
            <a:off x="138546" y="5490882"/>
            <a:ext cx="11914909" cy="44824"/>
          </a:xfrm>
          <a:custGeom>
            <a:avLst/>
            <a:gdLst/>
            <a:ahLst/>
            <a:cxnLst/>
            <a:rect l="l" t="t" r="r" b="b"/>
            <a:pathLst>
              <a:path w="9829800" h="50800">
                <a:moveTo>
                  <a:pt x="9829800" y="0"/>
                </a:moveTo>
                <a:lnTo>
                  <a:pt x="0" y="0"/>
                </a:lnTo>
                <a:lnTo>
                  <a:pt x="0" y="50800"/>
                </a:lnTo>
                <a:lnTo>
                  <a:pt x="9829800" y="50800"/>
                </a:lnTo>
                <a:lnTo>
                  <a:pt x="9829800" y="0"/>
                </a:lnTo>
                <a:close/>
              </a:path>
            </a:pathLst>
          </a:custGeom>
          <a:solidFill>
            <a:srgbClr val="D34817"/>
          </a:solidFill>
        </p:spPr>
        <p:txBody>
          <a:bodyPr wrap="square" lIns="0" tIns="0" rIns="0" bIns="0" rtlCol="0"/>
          <a:lstStyle/>
          <a:p>
            <a:endParaRPr sz="1588"/>
          </a:p>
        </p:txBody>
      </p:sp>
      <p:sp>
        <p:nvSpPr>
          <p:cNvPr id="18" name="bg object 18"/>
          <p:cNvSpPr/>
          <p:nvPr/>
        </p:nvSpPr>
        <p:spPr>
          <a:xfrm>
            <a:off x="1269999" y="1910603"/>
            <a:ext cx="9740515" cy="0"/>
          </a:xfrm>
          <a:custGeom>
            <a:avLst/>
            <a:gdLst/>
            <a:ahLst/>
            <a:cxnLst/>
            <a:rect l="l" t="t" r="r" b="b"/>
            <a:pathLst>
              <a:path w="8035925">
                <a:moveTo>
                  <a:pt x="0" y="0"/>
                </a:moveTo>
                <a:lnTo>
                  <a:pt x="8035861" y="0"/>
                </a:lnTo>
              </a:path>
            </a:pathLst>
          </a:custGeom>
          <a:ln w="12700">
            <a:solidFill>
              <a:srgbClr val="D34817"/>
            </a:solidFill>
          </a:ln>
        </p:spPr>
        <p:txBody>
          <a:bodyPr wrap="square" lIns="0" tIns="0" rIns="0" bIns="0" rtlCol="0"/>
          <a:lstStyle/>
          <a:p>
            <a:endParaRPr sz="1588"/>
          </a:p>
        </p:txBody>
      </p:sp>
      <p:sp>
        <p:nvSpPr>
          <p:cNvPr id="2" name="Holder 2"/>
          <p:cNvSpPr>
            <a:spLocks noGrp="1"/>
          </p:cNvSpPr>
          <p:nvPr>
            <p:ph type="ctrTitle"/>
          </p:nvPr>
        </p:nvSpPr>
        <p:spPr>
          <a:xfrm>
            <a:off x="4457203" y="1291395"/>
            <a:ext cx="3277594" cy="546847"/>
          </a:xfrm>
          <a:prstGeom prst="rect">
            <a:avLst/>
          </a:prstGeom>
        </p:spPr>
        <p:txBody>
          <a:bodyPr wrap="square" lIns="0" tIns="0" rIns="0" bIns="0">
            <a:spAutoFit/>
          </a:bodyPr>
          <a:lstStyle>
            <a:lvl1pPr>
              <a:defRPr sz="3441" b="1" i="0">
                <a:solidFill>
                  <a:srgbClr val="404040"/>
                </a:solidFill>
                <a:latin typeface="Comic Sans MS"/>
                <a:cs typeface="Comic Sans MS"/>
              </a:defRPr>
            </a:lvl1pPr>
          </a:lstStyle>
          <a:p>
            <a:endParaRPr/>
          </a:p>
        </p:txBody>
      </p:sp>
      <p:sp>
        <p:nvSpPr>
          <p:cNvPr id="3" name="Holder 3"/>
          <p:cNvSpPr>
            <a:spLocks noGrp="1"/>
          </p:cNvSpPr>
          <p:nvPr>
            <p:ph type="subTitle" idx="4"/>
          </p:nvPr>
        </p:nvSpPr>
        <p:spPr>
          <a:xfrm>
            <a:off x="1828800" y="3840480"/>
            <a:ext cx="8534400" cy="353943"/>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2/17/2024</a:t>
            </a:fld>
            <a:endParaRPr lang="en-US"/>
          </a:p>
        </p:txBody>
      </p:sp>
      <p:sp>
        <p:nvSpPr>
          <p:cNvPr id="6" name="Holder 6"/>
          <p:cNvSpPr>
            <a:spLocks noGrp="1"/>
          </p:cNvSpPr>
          <p:nvPr>
            <p:ph type="sldNum" sz="quarter" idx="7"/>
          </p:nvPr>
        </p:nvSpPr>
        <p:spPr/>
        <p:txBody>
          <a:bodyPr lIns="0" tIns="0" rIns="0" bIns="0"/>
          <a:lstStyle>
            <a:lvl1pPr>
              <a:defRPr sz="1147" b="0" i="0">
                <a:solidFill>
                  <a:schemeClr val="bg1"/>
                </a:solidFill>
                <a:latin typeface="Calibri"/>
                <a:cs typeface="Calibri"/>
              </a:defRPr>
            </a:lvl1pPr>
          </a:lstStyle>
          <a:p>
            <a:pPr marL="33619">
              <a:spcBef>
                <a:spcPts val="31"/>
              </a:spcBef>
            </a:pPr>
            <a:fld id="{81D60167-4931-47E6-BA6A-407CBD079E47}" type="slidenum">
              <a:rPr lang="fr-FR" smtClean="0"/>
              <a:pPr marL="33619">
                <a:spcBef>
                  <a:spcPts val="31"/>
                </a:spcBef>
              </a:pPr>
              <a:t>‹N°›</a:t>
            </a:fld>
            <a:endParaRPr lang="fr-FR" dirty="0"/>
          </a:p>
        </p:txBody>
      </p:sp>
    </p:spTree>
    <p:extLst>
      <p:ext uri="{BB962C8B-B14F-4D97-AF65-F5344CB8AC3E}">
        <p14:creationId xmlns:p14="http://schemas.microsoft.com/office/powerpoint/2010/main" val="24036645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38546" y="5535706"/>
            <a:ext cx="11914909" cy="324971"/>
          </a:xfrm>
          <a:custGeom>
            <a:avLst/>
            <a:gdLst/>
            <a:ahLst/>
            <a:cxnLst/>
            <a:rect l="l" t="t" r="r" b="b"/>
            <a:pathLst>
              <a:path w="9829800" h="368300">
                <a:moveTo>
                  <a:pt x="9829800" y="0"/>
                </a:moveTo>
                <a:lnTo>
                  <a:pt x="0" y="0"/>
                </a:lnTo>
                <a:lnTo>
                  <a:pt x="0" y="368300"/>
                </a:lnTo>
                <a:lnTo>
                  <a:pt x="9829800" y="368300"/>
                </a:lnTo>
                <a:lnTo>
                  <a:pt x="9829800" y="0"/>
                </a:lnTo>
                <a:close/>
              </a:path>
            </a:pathLst>
          </a:custGeom>
          <a:solidFill>
            <a:srgbClr val="9B2D1F"/>
          </a:solidFill>
        </p:spPr>
        <p:txBody>
          <a:bodyPr wrap="square" lIns="0" tIns="0" rIns="0" bIns="0" rtlCol="0"/>
          <a:lstStyle/>
          <a:p>
            <a:endParaRPr sz="1588"/>
          </a:p>
        </p:txBody>
      </p:sp>
      <p:sp>
        <p:nvSpPr>
          <p:cNvPr id="17" name="bg object 17"/>
          <p:cNvSpPr/>
          <p:nvPr/>
        </p:nvSpPr>
        <p:spPr>
          <a:xfrm>
            <a:off x="138546" y="5490882"/>
            <a:ext cx="11914909" cy="44824"/>
          </a:xfrm>
          <a:custGeom>
            <a:avLst/>
            <a:gdLst/>
            <a:ahLst/>
            <a:cxnLst/>
            <a:rect l="l" t="t" r="r" b="b"/>
            <a:pathLst>
              <a:path w="9829800" h="50800">
                <a:moveTo>
                  <a:pt x="9829800" y="0"/>
                </a:moveTo>
                <a:lnTo>
                  <a:pt x="0" y="0"/>
                </a:lnTo>
                <a:lnTo>
                  <a:pt x="0" y="50800"/>
                </a:lnTo>
                <a:lnTo>
                  <a:pt x="9829800" y="50800"/>
                </a:lnTo>
                <a:lnTo>
                  <a:pt x="9829800" y="0"/>
                </a:lnTo>
                <a:close/>
              </a:path>
            </a:pathLst>
          </a:custGeom>
          <a:solidFill>
            <a:srgbClr val="D34817"/>
          </a:solidFill>
        </p:spPr>
        <p:txBody>
          <a:bodyPr wrap="square" lIns="0" tIns="0" rIns="0" bIns="0" rtlCol="0"/>
          <a:lstStyle/>
          <a:p>
            <a:endParaRPr sz="1588"/>
          </a:p>
        </p:txBody>
      </p:sp>
      <p:sp>
        <p:nvSpPr>
          <p:cNvPr id="18" name="bg object 18"/>
          <p:cNvSpPr/>
          <p:nvPr/>
        </p:nvSpPr>
        <p:spPr>
          <a:xfrm>
            <a:off x="1269999" y="1910603"/>
            <a:ext cx="9740515" cy="0"/>
          </a:xfrm>
          <a:custGeom>
            <a:avLst/>
            <a:gdLst/>
            <a:ahLst/>
            <a:cxnLst/>
            <a:rect l="l" t="t" r="r" b="b"/>
            <a:pathLst>
              <a:path w="8035925">
                <a:moveTo>
                  <a:pt x="0" y="0"/>
                </a:moveTo>
                <a:lnTo>
                  <a:pt x="8035861" y="0"/>
                </a:lnTo>
              </a:path>
            </a:pathLst>
          </a:custGeom>
          <a:ln w="12700">
            <a:solidFill>
              <a:srgbClr val="D34817"/>
            </a:solidFill>
          </a:ln>
        </p:spPr>
        <p:txBody>
          <a:bodyPr wrap="square" lIns="0" tIns="0" rIns="0" bIns="0" rtlCol="0"/>
          <a:lstStyle/>
          <a:p>
            <a:endParaRPr sz="1588"/>
          </a:p>
        </p:txBody>
      </p:sp>
      <p:sp>
        <p:nvSpPr>
          <p:cNvPr id="2" name="Holder 2"/>
          <p:cNvSpPr>
            <a:spLocks noGrp="1"/>
          </p:cNvSpPr>
          <p:nvPr>
            <p:ph type="title"/>
          </p:nvPr>
        </p:nvSpPr>
        <p:spPr>
          <a:xfrm>
            <a:off x="3764476" y="1291395"/>
            <a:ext cx="4663048" cy="529504"/>
          </a:xfrm>
        </p:spPr>
        <p:txBody>
          <a:bodyPr lIns="0" tIns="0" rIns="0" bIns="0"/>
          <a:lstStyle>
            <a:lvl1pPr>
              <a:defRPr sz="3441" b="0" i="0">
                <a:solidFill>
                  <a:srgbClr val="404040"/>
                </a:solidFill>
                <a:latin typeface="Comic Sans MS"/>
                <a:cs typeface="Comic Sans MS"/>
              </a:defRPr>
            </a:lvl1pPr>
          </a:lstStyle>
          <a:p>
            <a:endParaRPr/>
          </a:p>
        </p:txBody>
      </p:sp>
      <p:sp>
        <p:nvSpPr>
          <p:cNvPr id="3" name="Holder 3"/>
          <p:cNvSpPr>
            <a:spLocks noGrp="1"/>
          </p:cNvSpPr>
          <p:nvPr>
            <p:ph type="body" idx="1"/>
          </p:nvPr>
        </p:nvSpPr>
        <p:spPr>
          <a:xfrm>
            <a:off x="1142075" y="1960475"/>
            <a:ext cx="9907847" cy="312393"/>
          </a:xfrm>
        </p:spPr>
        <p:txBody>
          <a:bodyPr lIns="0" tIns="0" rIns="0" bIns="0"/>
          <a:lstStyle>
            <a:lvl1pPr>
              <a:defRPr sz="2030" b="0" i="0">
                <a:solidFill>
                  <a:srgbClr val="404040"/>
                </a:solidFill>
                <a:latin typeface="Comic Sans MS"/>
                <a:cs typeface="Comic Sans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2/17/2024</a:t>
            </a:fld>
            <a:endParaRPr lang="en-US"/>
          </a:p>
        </p:txBody>
      </p:sp>
      <p:sp>
        <p:nvSpPr>
          <p:cNvPr id="6" name="Holder 6"/>
          <p:cNvSpPr>
            <a:spLocks noGrp="1"/>
          </p:cNvSpPr>
          <p:nvPr>
            <p:ph type="sldNum" sz="quarter" idx="7"/>
          </p:nvPr>
        </p:nvSpPr>
        <p:spPr/>
        <p:txBody>
          <a:bodyPr lIns="0" tIns="0" rIns="0" bIns="0"/>
          <a:lstStyle>
            <a:lvl1pPr>
              <a:defRPr sz="1147" b="0" i="0">
                <a:solidFill>
                  <a:schemeClr val="bg1"/>
                </a:solidFill>
                <a:latin typeface="Calibri"/>
                <a:cs typeface="Calibri"/>
              </a:defRPr>
            </a:lvl1pPr>
          </a:lstStyle>
          <a:p>
            <a:pPr marL="33619">
              <a:spcBef>
                <a:spcPts val="31"/>
              </a:spcBef>
            </a:pPr>
            <a:fld id="{81D60167-4931-47E6-BA6A-407CBD079E47}" type="slidenum">
              <a:rPr lang="fr-FR" smtClean="0"/>
              <a:pPr marL="33619">
                <a:spcBef>
                  <a:spcPts val="31"/>
                </a:spcBef>
              </a:pPr>
              <a:t>‹N°›</a:t>
            </a:fld>
            <a:endParaRPr lang="fr-FR" dirty="0"/>
          </a:p>
        </p:txBody>
      </p:sp>
    </p:spTree>
    <p:extLst>
      <p:ext uri="{BB962C8B-B14F-4D97-AF65-F5344CB8AC3E}">
        <p14:creationId xmlns:p14="http://schemas.microsoft.com/office/powerpoint/2010/main" val="16492037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3764476" y="1291395"/>
            <a:ext cx="4663048" cy="529504"/>
          </a:xfrm>
        </p:spPr>
        <p:txBody>
          <a:bodyPr lIns="0" tIns="0" rIns="0" bIns="0"/>
          <a:lstStyle>
            <a:lvl1pPr>
              <a:defRPr sz="3441" b="0" i="0">
                <a:solidFill>
                  <a:srgbClr val="404040"/>
                </a:solidFill>
                <a:latin typeface="Comic Sans MS"/>
                <a:cs typeface="Comic Sans MS"/>
              </a:defRPr>
            </a:lvl1pPr>
          </a:lstStyle>
          <a:p>
            <a:endParaRPr/>
          </a:p>
        </p:txBody>
      </p:sp>
      <p:sp>
        <p:nvSpPr>
          <p:cNvPr id="3" name="Holder 3"/>
          <p:cNvSpPr>
            <a:spLocks noGrp="1"/>
          </p:cNvSpPr>
          <p:nvPr>
            <p:ph sz="half" idx="2"/>
          </p:nvPr>
        </p:nvSpPr>
        <p:spPr>
          <a:xfrm>
            <a:off x="609600" y="1577340"/>
            <a:ext cx="5303520" cy="353943"/>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353943"/>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2/17/2024</a:t>
            </a:fld>
            <a:endParaRPr lang="en-US"/>
          </a:p>
        </p:txBody>
      </p:sp>
      <p:sp>
        <p:nvSpPr>
          <p:cNvPr id="7" name="Holder 7"/>
          <p:cNvSpPr>
            <a:spLocks noGrp="1"/>
          </p:cNvSpPr>
          <p:nvPr>
            <p:ph type="sldNum" sz="quarter" idx="7"/>
          </p:nvPr>
        </p:nvSpPr>
        <p:spPr/>
        <p:txBody>
          <a:bodyPr lIns="0" tIns="0" rIns="0" bIns="0"/>
          <a:lstStyle>
            <a:lvl1pPr>
              <a:defRPr sz="1147" b="0" i="0">
                <a:solidFill>
                  <a:schemeClr val="bg1"/>
                </a:solidFill>
                <a:latin typeface="Calibri"/>
                <a:cs typeface="Calibri"/>
              </a:defRPr>
            </a:lvl1pPr>
          </a:lstStyle>
          <a:p>
            <a:pPr marL="33619">
              <a:spcBef>
                <a:spcPts val="31"/>
              </a:spcBef>
            </a:pPr>
            <a:fld id="{81D60167-4931-47E6-BA6A-407CBD079E47}" type="slidenum">
              <a:rPr lang="fr-FR" smtClean="0"/>
              <a:pPr marL="33619">
                <a:spcBef>
                  <a:spcPts val="31"/>
                </a:spcBef>
              </a:pPr>
              <a:t>‹N°›</a:t>
            </a:fld>
            <a:endParaRPr lang="fr-FR" dirty="0"/>
          </a:p>
        </p:txBody>
      </p:sp>
    </p:spTree>
    <p:extLst>
      <p:ext uri="{BB962C8B-B14F-4D97-AF65-F5344CB8AC3E}">
        <p14:creationId xmlns:p14="http://schemas.microsoft.com/office/powerpoint/2010/main" val="22596869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3764476" y="1291395"/>
            <a:ext cx="4663048" cy="529504"/>
          </a:xfrm>
        </p:spPr>
        <p:txBody>
          <a:bodyPr lIns="0" tIns="0" rIns="0" bIns="0"/>
          <a:lstStyle>
            <a:lvl1pPr>
              <a:defRPr sz="3441" b="0" i="0">
                <a:solidFill>
                  <a:srgbClr val="404040"/>
                </a:solidFill>
                <a:latin typeface="Comic Sans MS"/>
                <a:cs typeface="Comic Sans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2/17/2024</a:t>
            </a:fld>
            <a:endParaRPr lang="en-US"/>
          </a:p>
        </p:txBody>
      </p:sp>
      <p:sp>
        <p:nvSpPr>
          <p:cNvPr id="5" name="Holder 5"/>
          <p:cNvSpPr>
            <a:spLocks noGrp="1"/>
          </p:cNvSpPr>
          <p:nvPr>
            <p:ph type="sldNum" sz="quarter" idx="7"/>
          </p:nvPr>
        </p:nvSpPr>
        <p:spPr/>
        <p:txBody>
          <a:bodyPr lIns="0" tIns="0" rIns="0" bIns="0"/>
          <a:lstStyle>
            <a:lvl1pPr>
              <a:defRPr sz="1147" b="0" i="0">
                <a:solidFill>
                  <a:schemeClr val="bg1"/>
                </a:solidFill>
                <a:latin typeface="Calibri"/>
                <a:cs typeface="Calibri"/>
              </a:defRPr>
            </a:lvl1pPr>
          </a:lstStyle>
          <a:p>
            <a:pPr marL="33619">
              <a:spcBef>
                <a:spcPts val="31"/>
              </a:spcBef>
            </a:pPr>
            <a:fld id="{81D60167-4931-47E6-BA6A-407CBD079E47}" type="slidenum">
              <a:rPr lang="fr-FR" smtClean="0"/>
              <a:pPr marL="33619">
                <a:spcBef>
                  <a:spcPts val="31"/>
                </a:spcBef>
              </a:pPr>
              <a:t>‹N°›</a:t>
            </a:fld>
            <a:endParaRPr lang="fr-FR" dirty="0"/>
          </a:p>
        </p:txBody>
      </p:sp>
    </p:spTree>
    <p:extLst>
      <p:ext uri="{BB962C8B-B14F-4D97-AF65-F5344CB8AC3E}">
        <p14:creationId xmlns:p14="http://schemas.microsoft.com/office/powerpoint/2010/main" val="25277909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2/17/2024</a:t>
            </a:fld>
            <a:endParaRPr lang="en-US"/>
          </a:p>
        </p:txBody>
      </p:sp>
      <p:sp>
        <p:nvSpPr>
          <p:cNvPr id="4" name="Holder 4"/>
          <p:cNvSpPr>
            <a:spLocks noGrp="1"/>
          </p:cNvSpPr>
          <p:nvPr>
            <p:ph type="sldNum" sz="quarter" idx="7"/>
          </p:nvPr>
        </p:nvSpPr>
        <p:spPr/>
        <p:txBody>
          <a:bodyPr lIns="0" tIns="0" rIns="0" bIns="0"/>
          <a:lstStyle>
            <a:lvl1pPr>
              <a:defRPr sz="1147" b="0" i="0">
                <a:solidFill>
                  <a:schemeClr val="bg1"/>
                </a:solidFill>
                <a:latin typeface="Calibri"/>
                <a:cs typeface="Calibri"/>
              </a:defRPr>
            </a:lvl1pPr>
          </a:lstStyle>
          <a:p>
            <a:pPr marL="33619">
              <a:spcBef>
                <a:spcPts val="31"/>
              </a:spcBef>
            </a:pPr>
            <a:fld id="{81D60167-4931-47E6-BA6A-407CBD079E47}" type="slidenum">
              <a:rPr lang="fr-FR" smtClean="0"/>
              <a:pPr marL="33619">
                <a:spcBef>
                  <a:spcPts val="31"/>
                </a:spcBef>
              </a:pPr>
              <a:t>‹N°›</a:t>
            </a:fld>
            <a:endParaRPr lang="fr-FR" dirty="0"/>
          </a:p>
        </p:txBody>
      </p:sp>
    </p:spTree>
    <p:extLst>
      <p:ext uri="{BB962C8B-B14F-4D97-AF65-F5344CB8AC3E}">
        <p14:creationId xmlns:p14="http://schemas.microsoft.com/office/powerpoint/2010/main" val="4875130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fr-FR"/>
              <a:t>Modifiez le style du titre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249D42C1-22A3-4039-98D5-460313C6B52E}" type="datetime1">
              <a:rPr lang="en-US" smtClean="0"/>
              <a:t>2/17/2024</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‹N°›</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1843964368"/>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D16EED5F-AAF1-4039-90C1-582D613B10C5}" type="datetime1">
              <a:rPr lang="en-US" smtClean="0"/>
              <a:t>2/17/2024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‹N°›</a:t>
            </a:fld>
            <a:endParaRPr lang="en-US" dirty="0"/>
          </a:p>
        </p:txBody>
      </p:sp>
    </p:spTree>
    <p:extLst>
      <p:ext uri="{BB962C8B-B14F-4D97-AF65-F5344CB8AC3E}">
        <p14:creationId xmlns:p14="http://schemas.microsoft.com/office/powerpoint/2010/main" val="34893937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fr-FR"/>
              <a:t>Modifiez le style du titre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6F3A146D-E110-4A75-8B72-5B0DF5D377B3}" type="datetime1">
              <a:rPr lang="en-US" smtClean="0"/>
              <a:t>2/17/2024</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‹N°›</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1448569007"/>
      </p:ext>
    </p:extLst>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fr-FR"/>
              <a:t>Modifiez le style du titre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913D4EDD-D36A-41D2-8CEF-BAEF3CC2847C}" type="datetime1">
              <a:rPr lang="en-US" smtClean="0"/>
              <a:t>2/17/2024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‹N°›</a:t>
            </a:fld>
            <a:endParaRPr lang="en-US" dirty="0"/>
          </a:p>
        </p:txBody>
      </p:sp>
    </p:spTree>
    <p:extLst>
      <p:ext uri="{BB962C8B-B14F-4D97-AF65-F5344CB8AC3E}">
        <p14:creationId xmlns:p14="http://schemas.microsoft.com/office/powerpoint/2010/main" val="2882461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fr-FR"/>
              <a:t>Modifiez le style du titre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CE43F9E1-CD88-4468-82F3-32203EFC59FD}" type="datetime1">
              <a:rPr lang="en-US" smtClean="0"/>
              <a:t>2/17/2024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‹N°›</a:t>
            </a:fld>
            <a:endParaRPr lang="en-US" dirty="0"/>
          </a:p>
        </p:txBody>
      </p:sp>
    </p:spTree>
    <p:extLst>
      <p:ext uri="{BB962C8B-B14F-4D97-AF65-F5344CB8AC3E}">
        <p14:creationId xmlns:p14="http://schemas.microsoft.com/office/powerpoint/2010/main" val="240147629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0E6C92BF-7699-4CA8-8F02-4D729166A7FC}" type="datetime1">
              <a:rPr lang="en-US" smtClean="0"/>
              <a:t>2/17/2024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‹N°›</a:t>
            </a:fld>
            <a:endParaRPr lang="en-US" dirty="0"/>
          </a:p>
        </p:txBody>
      </p:sp>
    </p:spTree>
    <p:extLst>
      <p:ext uri="{BB962C8B-B14F-4D97-AF65-F5344CB8AC3E}">
        <p14:creationId xmlns:p14="http://schemas.microsoft.com/office/powerpoint/2010/main" val="165744018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77563C-E0BA-4BA7-9703-66B695FF1C91}" type="datetime1">
              <a:rPr lang="en-US" smtClean="0"/>
              <a:t>2/17/2024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‹N°›</a:t>
            </a:fld>
            <a:endParaRPr lang="en-US" dirty="0"/>
          </a:p>
        </p:txBody>
      </p:sp>
    </p:spTree>
    <p:extLst>
      <p:ext uri="{BB962C8B-B14F-4D97-AF65-F5344CB8AC3E}">
        <p14:creationId xmlns:p14="http://schemas.microsoft.com/office/powerpoint/2010/main" val="416929297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fr-FR"/>
              <a:t>Modifiez le style du titre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72134E36-B825-40F3-B5E0-117C445BF6E8}" type="datetime1">
              <a:rPr lang="en-US" smtClean="0"/>
              <a:t>2/17/2024</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‹N°›</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05615867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fr-FR"/>
              <a:t>Modifiez le style du titre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D97EE65F-B8C8-4429-8B84-377D311E0265}" type="datetime1">
              <a:rPr lang="en-US" smtClean="0"/>
              <a:t>2/17/2024</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‹N°›</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75324474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38C25227-DB00-4DE8-B0C3-D88746EBD880}" type="datetime1">
              <a:rPr lang="en-US" smtClean="0"/>
              <a:t>2/17/2024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‹N°›</a:t>
            </a:fld>
            <a:endParaRPr lang="en-US" dirty="0"/>
          </a:p>
        </p:txBody>
      </p:sp>
    </p:spTree>
    <p:extLst>
      <p:ext uri="{BB962C8B-B14F-4D97-AF65-F5344CB8AC3E}">
        <p14:creationId xmlns:p14="http://schemas.microsoft.com/office/powerpoint/2010/main" val="4299533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9EB05CF5-DBE7-42C2-9C64-460011DFEE17}" type="datetime1">
              <a:rPr lang="en-US" smtClean="0"/>
              <a:t>2/17/2024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‹N°›</a:t>
            </a:fld>
            <a:endParaRPr lang="en-US" dirty="0"/>
          </a:p>
        </p:txBody>
      </p:sp>
    </p:spTree>
    <p:extLst>
      <p:ext uri="{BB962C8B-B14F-4D97-AF65-F5344CB8AC3E}">
        <p14:creationId xmlns:p14="http://schemas.microsoft.com/office/powerpoint/2010/main" val="314405484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2829389" y="1291395"/>
            <a:ext cx="6443903" cy="434606"/>
          </a:xfrm>
          <a:prstGeom prst="rect">
            <a:avLst/>
          </a:prstGeom>
        </p:spPr>
        <p:txBody>
          <a:bodyPr wrap="square" lIns="0" tIns="0" rIns="0" bIns="0">
            <a:spAutoFit/>
          </a:bodyPr>
          <a:lstStyle>
            <a:lvl1pPr>
              <a:defRPr sz="2824" b="0" i="0">
                <a:solidFill>
                  <a:srgbClr val="404040"/>
                </a:solidFill>
                <a:latin typeface="Cambria"/>
                <a:cs typeface="Cambria"/>
              </a:defRPr>
            </a:lvl1pPr>
          </a:lstStyle>
          <a:p>
            <a:endParaRPr/>
          </a:p>
        </p:txBody>
      </p:sp>
      <p:sp>
        <p:nvSpPr>
          <p:cNvPr id="3" name="Holder 3"/>
          <p:cNvSpPr>
            <a:spLocks noGrp="1"/>
          </p:cNvSpPr>
          <p:nvPr>
            <p:ph type="subTitle" idx="4"/>
          </p:nvPr>
        </p:nvSpPr>
        <p:spPr>
          <a:xfrm>
            <a:off x="1828800" y="3840480"/>
            <a:ext cx="8534400" cy="312393"/>
          </a:xfrm>
          <a:prstGeom prst="rect">
            <a:avLst/>
          </a:prstGeom>
        </p:spPr>
        <p:txBody>
          <a:bodyPr wrap="square" lIns="0" tIns="0" rIns="0" bIns="0">
            <a:spAutoFit/>
          </a:bodyPr>
          <a:lstStyle>
            <a:lvl1pPr>
              <a:defRPr sz="2030" b="0" i="0">
                <a:solidFill>
                  <a:schemeClr val="tx1"/>
                </a:solidFill>
                <a:latin typeface="Comic Sans MS"/>
                <a:cs typeface="Comic Sans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2/17/2024</a:t>
            </a:fld>
            <a:endParaRPr lang="en-US"/>
          </a:p>
        </p:txBody>
      </p:sp>
      <p:sp>
        <p:nvSpPr>
          <p:cNvPr id="6" name="Holder 6"/>
          <p:cNvSpPr>
            <a:spLocks noGrp="1"/>
          </p:cNvSpPr>
          <p:nvPr>
            <p:ph type="sldNum" sz="quarter" idx="7"/>
          </p:nvPr>
        </p:nvSpPr>
        <p:spPr/>
        <p:txBody>
          <a:bodyPr lIns="0" tIns="0" rIns="0" bIns="0"/>
          <a:lstStyle>
            <a:lvl1pPr>
              <a:defRPr sz="1147" b="0" i="0">
                <a:solidFill>
                  <a:schemeClr val="bg1"/>
                </a:solidFill>
                <a:latin typeface="Calibri"/>
                <a:cs typeface="Calibri"/>
              </a:defRPr>
            </a:lvl1pPr>
          </a:lstStyle>
          <a:p>
            <a:pPr marL="66679">
              <a:spcBef>
                <a:spcPts val="31"/>
              </a:spcBef>
            </a:pPr>
            <a:fld id="{81D60167-4931-47E6-BA6A-407CBD079E47}" type="slidenum">
              <a:rPr lang="fr-FR" spc="-44" smtClean="0"/>
              <a:pPr marL="66679">
                <a:spcBef>
                  <a:spcPts val="31"/>
                </a:spcBef>
              </a:pPr>
              <a:t>‹N°›</a:t>
            </a:fld>
            <a:endParaRPr lang="fr-FR" spc="-44" dirty="0"/>
          </a:p>
        </p:txBody>
      </p:sp>
    </p:spTree>
    <p:extLst>
      <p:ext uri="{BB962C8B-B14F-4D97-AF65-F5344CB8AC3E}">
        <p14:creationId xmlns:p14="http://schemas.microsoft.com/office/powerpoint/2010/main" val="140082301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1000503" y="945313"/>
            <a:ext cx="10190995" cy="434606"/>
          </a:xfrm>
        </p:spPr>
        <p:txBody>
          <a:bodyPr lIns="0" tIns="0" rIns="0" bIns="0"/>
          <a:lstStyle>
            <a:lvl1pPr>
              <a:defRPr sz="2824" b="0" i="0">
                <a:solidFill>
                  <a:srgbClr val="404040"/>
                </a:solidFill>
                <a:latin typeface="Cambria"/>
                <a:cs typeface="Cambria"/>
              </a:defRPr>
            </a:lvl1pPr>
          </a:lstStyle>
          <a:p>
            <a:endParaRPr/>
          </a:p>
        </p:txBody>
      </p:sp>
      <p:sp>
        <p:nvSpPr>
          <p:cNvPr id="3" name="Holder 3"/>
          <p:cNvSpPr>
            <a:spLocks noGrp="1"/>
          </p:cNvSpPr>
          <p:nvPr>
            <p:ph type="body" idx="1"/>
          </p:nvPr>
        </p:nvSpPr>
        <p:spPr>
          <a:xfrm>
            <a:off x="1200786" y="1950229"/>
            <a:ext cx="9979121" cy="312393"/>
          </a:xfrm>
        </p:spPr>
        <p:txBody>
          <a:bodyPr lIns="0" tIns="0" rIns="0" bIns="0"/>
          <a:lstStyle>
            <a:lvl1pPr>
              <a:defRPr sz="2030" b="0" i="0">
                <a:solidFill>
                  <a:schemeClr val="tx1"/>
                </a:solidFill>
                <a:latin typeface="Comic Sans MS"/>
                <a:cs typeface="Comic Sans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2/17/2024</a:t>
            </a:fld>
            <a:endParaRPr lang="en-US"/>
          </a:p>
        </p:txBody>
      </p:sp>
      <p:sp>
        <p:nvSpPr>
          <p:cNvPr id="6" name="Holder 6"/>
          <p:cNvSpPr>
            <a:spLocks noGrp="1"/>
          </p:cNvSpPr>
          <p:nvPr>
            <p:ph type="sldNum" sz="quarter" idx="7"/>
          </p:nvPr>
        </p:nvSpPr>
        <p:spPr/>
        <p:txBody>
          <a:bodyPr lIns="0" tIns="0" rIns="0" bIns="0"/>
          <a:lstStyle>
            <a:lvl1pPr>
              <a:defRPr sz="1147" b="0" i="0">
                <a:solidFill>
                  <a:schemeClr val="bg1"/>
                </a:solidFill>
                <a:latin typeface="Calibri"/>
                <a:cs typeface="Calibri"/>
              </a:defRPr>
            </a:lvl1pPr>
          </a:lstStyle>
          <a:p>
            <a:pPr marL="66679">
              <a:spcBef>
                <a:spcPts val="31"/>
              </a:spcBef>
            </a:pPr>
            <a:fld id="{81D60167-4931-47E6-BA6A-407CBD079E47}" type="slidenum">
              <a:rPr lang="fr-FR" spc="-44" smtClean="0"/>
              <a:pPr marL="66679">
                <a:spcBef>
                  <a:spcPts val="31"/>
                </a:spcBef>
              </a:pPr>
              <a:t>‹N°›</a:t>
            </a:fld>
            <a:endParaRPr lang="fr-FR" spc="-44" dirty="0"/>
          </a:p>
        </p:txBody>
      </p:sp>
    </p:spTree>
    <p:extLst>
      <p:ext uri="{BB962C8B-B14F-4D97-AF65-F5344CB8AC3E}">
        <p14:creationId xmlns:p14="http://schemas.microsoft.com/office/powerpoint/2010/main" val="111363697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1000503" y="945313"/>
            <a:ext cx="10190995" cy="434606"/>
          </a:xfrm>
        </p:spPr>
        <p:txBody>
          <a:bodyPr lIns="0" tIns="0" rIns="0" bIns="0"/>
          <a:lstStyle>
            <a:lvl1pPr>
              <a:defRPr sz="2824" b="0" i="0">
                <a:solidFill>
                  <a:srgbClr val="404040"/>
                </a:solidFill>
                <a:latin typeface="Cambria"/>
                <a:cs typeface="Cambria"/>
              </a:defRPr>
            </a:lvl1pPr>
          </a:lstStyle>
          <a:p>
            <a:endParaRPr/>
          </a:p>
        </p:txBody>
      </p:sp>
      <p:sp>
        <p:nvSpPr>
          <p:cNvPr id="3" name="Holder 3"/>
          <p:cNvSpPr>
            <a:spLocks noGrp="1"/>
          </p:cNvSpPr>
          <p:nvPr>
            <p:ph sz="half" idx="2"/>
          </p:nvPr>
        </p:nvSpPr>
        <p:spPr>
          <a:xfrm>
            <a:off x="1200075" y="1887779"/>
            <a:ext cx="4398048" cy="258084"/>
          </a:xfrm>
          <a:prstGeom prst="rect">
            <a:avLst/>
          </a:prstGeom>
        </p:spPr>
        <p:txBody>
          <a:bodyPr wrap="square" lIns="0" tIns="0" rIns="0" bIns="0">
            <a:spAutoFit/>
          </a:bodyPr>
          <a:lstStyle>
            <a:lvl1pPr>
              <a:defRPr sz="1677" b="0" i="0">
                <a:solidFill>
                  <a:srgbClr val="404040"/>
                </a:solidFill>
                <a:latin typeface="Courier New"/>
                <a:cs typeface="Courier New"/>
              </a:defRPr>
            </a:lvl1pPr>
          </a:lstStyle>
          <a:p>
            <a:endParaRPr/>
          </a:p>
        </p:txBody>
      </p:sp>
      <p:sp>
        <p:nvSpPr>
          <p:cNvPr id="4" name="Holder 4"/>
          <p:cNvSpPr>
            <a:spLocks noGrp="1"/>
          </p:cNvSpPr>
          <p:nvPr>
            <p:ph sz="half" idx="3"/>
          </p:nvPr>
        </p:nvSpPr>
        <p:spPr>
          <a:xfrm>
            <a:off x="6278880" y="1577340"/>
            <a:ext cx="5303520" cy="353943"/>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2/17/2024</a:t>
            </a:fld>
            <a:endParaRPr lang="en-US"/>
          </a:p>
        </p:txBody>
      </p:sp>
      <p:sp>
        <p:nvSpPr>
          <p:cNvPr id="7" name="Holder 7"/>
          <p:cNvSpPr>
            <a:spLocks noGrp="1"/>
          </p:cNvSpPr>
          <p:nvPr>
            <p:ph type="sldNum" sz="quarter" idx="7"/>
          </p:nvPr>
        </p:nvSpPr>
        <p:spPr/>
        <p:txBody>
          <a:bodyPr lIns="0" tIns="0" rIns="0" bIns="0"/>
          <a:lstStyle>
            <a:lvl1pPr>
              <a:defRPr sz="1147" b="0" i="0">
                <a:solidFill>
                  <a:schemeClr val="bg1"/>
                </a:solidFill>
                <a:latin typeface="Calibri"/>
                <a:cs typeface="Calibri"/>
              </a:defRPr>
            </a:lvl1pPr>
          </a:lstStyle>
          <a:p>
            <a:pPr marL="66679">
              <a:spcBef>
                <a:spcPts val="31"/>
              </a:spcBef>
            </a:pPr>
            <a:fld id="{81D60167-4931-47E6-BA6A-407CBD079E47}" type="slidenum">
              <a:rPr lang="fr-FR" spc="-44" smtClean="0"/>
              <a:pPr marL="66679">
                <a:spcBef>
                  <a:spcPts val="31"/>
                </a:spcBef>
              </a:pPr>
              <a:t>‹N°›</a:t>
            </a:fld>
            <a:endParaRPr lang="fr-FR" spc="-44" dirty="0"/>
          </a:p>
        </p:txBody>
      </p:sp>
    </p:spTree>
    <p:extLst>
      <p:ext uri="{BB962C8B-B14F-4D97-AF65-F5344CB8AC3E}">
        <p14:creationId xmlns:p14="http://schemas.microsoft.com/office/powerpoint/2010/main" val="26564655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38546" y="5535706"/>
            <a:ext cx="11914909" cy="324971"/>
          </a:xfrm>
          <a:custGeom>
            <a:avLst/>
            <a:gdLst/>
            <a:ahLst/>
            <a:cxnLst/>
            <a:rect l="l" t="t" r="r" b="b"/>
            <a:pathLst>
              <a:path w="9829800" h="368300">
                <a:moveTo>
                  <a:pt x="9829800" y="0"/>
                </a:moveTo>
                <a:lnTo>
                  <a:pt x="0" y="0"/>
                </a:lnTo>
                <a:lnTo>
                  <a:pt x="0" y="368300"/>
                </a:lnTo>
                <a:lnTo>
                  <a:pt x="9829800" y="368300"/>
                </a:lnTo>
                <a:lnTo>
                  <a:pt x="9829800" y="0"/>
                </a:lnTo>
                <a:close/>
              </a:path>
            </a:pathLst>
          </a:custGeom>
          <a:solidFill>
            <a:srgbClr val="9B2D1F"/>
          </a:solidFill>
        </p:spPr>
        <p:txBody>
          <a:bodyPr wrap="square" lIns="0" tIns="0" rIns="0" bIns="0" rtlCol="0"/>
          <a:lstStyle/>
          <a:p>
            <a:endParaRPr sz="1588"/>
          </a:p>
        </p:txBody>
      </p:sp>
      <p:sp>
        <p:nvSpPr>
          <p:cNvPr id="17" name="bg object 17"/>
          <p:cNvSpPr/>
          <p:nvPr/>
        </p:nvSpPr>
        <p:spPr>
          <a:xfrm>
            <a:off x="138546" y="5490882"/>
            <a:ext cx="11914909" cy="44824"/>
          </a:xfrm>
          <a:custGeom>
            <a:avLst/>
            <a:gdLst/>
            <a:ahLst/>
            <a:cxnLst/>
            <a:rect l="l" t="t" r="r" b="b"/>
            <a:pathLst>
              <a:path w="9829800" h="50800">
                <a:moveTo>
                  <a:pt x="9829800" y="0"/>
                </a:moveTo>
                <a:lnTo>
                  <a:pt x="0" y="0"/>
                </a:lnTo>
                <a:lnTo>
                  <a:pt x="0" y="50800"/>
                </a:lnTo>
                <a:lnTo>
                  <a:pt x="9829800" y="50800"/>
                </a:lnTo>
                <a:lnTo>
                  <a:pt x="9829800" y="0"/>
                </a:lnTo>
                <a:close/>
              </a:path>
            </a:pathLst>
          </a:custGeom>
          <a:solidFill>
            <a:srgbClr val="D34817"/>
          </a:solidFill>
        </p:spPr>
        <p:txBody>
          <a:bodyPr wrap="square" lIns="0" tIns="0" rIns="0" bIns="0" rtlCol="0"/>
          <a:lstStyle/>
          <a:p>
            <a:endParaRPr sz="1588"/>
          </a:p>
        </p:txBody>
      </p:sp>
      <p:sp>
        <p:nvSpPr>
          <p:cNvPr id="2" name="Holder 2"/>
          <p:cNvSpPr>
            <a:spLocks noGrp="1"/>
          </p:cNvSpPr>
          <p:nvPr>
            <p:ph type="title"/>
          </p:nvPr>
        </p:nvSpPr>
        <p:spPr>
          <a:xfrm>
            <a:off x="1000503" y="945313"/>
            <a:ext cx="10190995" cy="434606"/>
          </a:xfrm>
        </p:spPr>
        <p:txBody>
          <a:bodyPr lIns="0" tIns="0" rIns="0" bIns="0"/>
          <a:lstStyle>
            <a:lvl1pPr>
              <a:defRPr sz="2824" b="0" i="0">
                <a:solidFill>
                  <a:srgbClr val="404040"/>
                </a:solidFill>
                <a:latin typeface="Cambria"/>
                <a:cs typeface="Cambri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2/17/2024</a:t>
            </a:fld>
            <a:endParaRPr lang="en-US"/>
          </a:p>
        </p:txBody>
      </p:sp>
      <p:sp>
        <p:nvSpPr>
          <p:cNvPr id="5" name="Holder 5"/>
          <p:cNvSpPr>
            <a:spLocks noGrp="1"/>
          </p:cNvSpPr>
          <p:nvPr>
            <p:ph type="sldNum" sz="quarter" idx="7"/>
          </p:nvPr>
        </p:nvSpPr>
        <p:spPr/>
        <p:txBody>
          <a:bodyPr lIns="0" tIns="0" rIns="0" bIns="0"/>
          <a:lstStyle>
            <a:lvl1pPr>
              <a:defRPr sz="1147" b="0" i="0">
                <a:solidFill>
                  <a:schemeClr val="bg1"/>
                </a:solidFill>
                <a:latin typeface="Calibri"/>
                <a:cs typeface="Calibri"/>
              </a:defRPr>
            </a:lvl1pPr>
          </a:lstStyle>
          <a:p>
            <a:pPr marL="66679">
              <a:spcBef>
                <a:spcPts val="31"/>
              </a:spcBef>
            </a:pPr>
            <a:fld id="{81D60167-4931-47E6-BA6A-407CBD079E47}" type="slidenum">
              <a:rPr lang="fr-FR" spc="-44" smtClean="0"/>
              <a:pPr marL="66679">
                <a:spcBef>
                  <a:spcPts val="31"/>
                </a:spcBef>
              </a:pPr>
              <a:t>‹N°›</a:t>
            </a:fld>
            <a:endParaRPr lang="fr-FR" spc="-44" dirty="0"/>
          </a:p>
        </p:txBody>
      </p:sp>
    </p:spTree>
    <p:extLst>
      <p:ext uri="{BB962C8B-B14F-4D97-AF65-F5344CB8AC3E}">
        <p14:creationId xmlns:p14="http://schemas.microsoft.com/office/powerpoint/2010/main" val="268033606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2/17/2024</a:t>
            </a:fld>
            <a:endParaRPr lang="en-US"/>
          </a:p>
        </p:txBody>
      </p:sp>
      <p:sp>
        <p:nvSpPr>
          <p:cNvPr id="4" name="Holder 4"/>
          <p:cNvSpPr>
            <a:spLocks noGrp="1"/>
          </p:cNvSpPr>
          <p:nvPr>
            <p:ph type="sldNum" sz="quarter" idx="7"/>
          </p:nvPr>
        </p:nvSpPr>
        <p:spPr/>
        <p:txBody>
          <a:bodyPr lIns="0" tIns="0" rIns="0" bIns="0"/>
          <a:lstStyle>
            <a:lvl1pPr>
              <a:defRPr sz="1147" b="0" i="0">
                <a:solidFill>
                  <a:schemeClr val="bg1"/>
                </a:solidFill>
                <a:latin typeface="Calibri"/>
                <a:cs typeface="Calibri"/>
              </a:defRPr>
            </a:lvl1pPr>
          </a:lstStyle>
          <a:p>
            <a:pPr marL="66679">
              <a:spcBef>
                <a:spcPts val="31"/>
              </a:spcBef>
            </a:pPr>
            <a:fld id="{81D60167-4931-47E6-BA6A-407CBD079E47}" type="slidenum">
              <a:rPr lang="fr-FR" spc="-44" smtClean="0"/>
              <a:pPr marL="66679">
                <a:spcBef>
                  <a:spcPts val="31"/>
                </a:spcBef>
              </a:pPr>
              <a:t>‹N°›</a:t>
            </a:fld>
            <a:endParaRPr lang="fr-FR" spc="-44" dirty="0"/>
          </a:p>
        </p:txBody>
      </p:sp>
    </p:spTree>
    <p:extLst>
      <p:ext uri="{BB962C8B-B14F-4D97-AF65-F5344CB8AC3E}">
        <p14:creationId xmlns:p14="http://schemas.microsoft.com/office/powerpoint/2010/main" val="38701623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3.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theme" Target="../theme/theme4.xml"/><Relationship Id="rId5" Type="http://schemas.openxmlformats.org/officeDocument/2006/relationships/slideLayout" Target="../slideLayouts/slideLayout32.xml"/><Relationship Id="rId4"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6B02D636-D894-4BA6-A68E-E8B9B8B14710}" type="datetime1">
              <a:rPr lang="fr-FR" smtClean="0"/>
              <a:t>17/02/2024</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r>
              <a:rPr lang="en-US"/>
              <a:t>Introduction aux tests logiciel</a:t>
            </a:r>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‹N°›</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38546" y="5535706"/>
            <a:ext cx="11914909" cy="324971"/>
          </a:xfrm>
          <a:custGeom>
            <a:avLst/>
            <a:gdLst/>
            <a:ahLst/>
            <a:cxnLst/>
            <a:rect l="l" t="t" r="r" b="b"/>
            <a:pathLst>
              <a:path w="9829800" h="368300">
                <a:moveTo>
                  <a:pt x="9829800" y="0"/>
                </a:moveTo>
                <a:lnTo>
                  <a:pt x="0" y="0"/>
                </a:lnTo>
                <a:lnTo>
                  <a:pt x="0" y="368300"/>
                </a:lnTo>
                <a:lnTo>
                  <a:pt x="9829800" y="368300"/>
                </a:lnTo>
                <a:lnTo>
                  <a:pt x="9829800" y="0"/>
                </a:lnTo>
                <a:close/>
              </a:path>
            </a:pathLst>
          </a:custGeom>
          <a:solidFill>
            <a:srgbClr val="9B2D1F"/>
          </a:solidFill>
        </p:spPr>
        <p:txBody>
          <a:bodyPr wrap="square" lIns="0" tIns="0" rIns="0" bIns="0" rtlCol="0"/>
          <a:lstStyle/>
          <a:p>
            <a:endParaRPr sz="1588"/>
          </a:p>
        </p:txBody>
      </p:sp>
      <p:sp>
        <p:nvSpPr>
          <p:cNvPr id="17" name="bg object 17"/>
          <p:cNvSpPr/>
          <p:nvPr/>
        </p:nvSpPr>
        <p:spPr>
          <a:xfrm>
            <a:off x="138546" y="5490882"/>
            <a:ext cx="11914909" cy="44824"/>
          </a:xfrm>
          <a:custGeom>
            <a:avLst/>
            <a:gdLst/>
            <a:ahLst/>
            <a:cxnLst/>
            <a:rect l="l" t="t" r="r" b="b"/>
            <a:pathLst>
              <a:path w="9829800" h="50800">
                <a:moveTo>
                  <a:pt x="9829800" y="0"/>
                </a:moveTo>
                <a:lnTo>
                  <a:pt x="0" y="0"/>
                </a:lnTo>
                <a:lnTo>
                  <a:pt x="0" y="50800"/>
                </a:lnTo>
                <a:lnTo>
                  <a:pt x="9829800" y="50800"/>
                </a:lnTo>
                <a:lnTo>
                  <a:pt x="9829800" y="0"/>
                </a:lnTo>
                <a:close/>
              </a:path>
            </a:pathLst>
          </a:custGeom>
          <a:solidFill>
            <a:srgbClr val="D34817"/>
          </a:solidFill>
        </p:spPr>
        <p:txBody>
          <a:bodyPr wrap="square" lIns="0" tIns="0" rIns="0" bIns="0" rtlCol="0"/>
          <a:lstStyle/>
          <a:p>
            <a:endParaRPr sz="1588"/>
          </a:p>
        </p:txBody>
      </p:sp>
      <p:sp>
        <p:nvSpPr>
          <p:cNvPr id="2" name="Holder 2"/>
          <p:cNvSpPr>
            <a:spLocks noGrp="1"/>
          </p:cNvSpPr>
          <p:nvPr>
            <p:ph type="title"/>
          </p:nvPr>
        </p:nvSpPr>
        <p:spPr>
          <a:xfrm>
            <a:off x="3764476" y="1291395"/>
            <a:ext cx="4663048" cy="600164"/>
          </a:xfrm>
          <a:prstGeom prst="rect">
            <a:avLst/>
          </a:prstGeom>
        </p:spPr>
        <p:txBody>
          <a:bodyPr wrap="square" lIns="0" tIns="0" rIns="0" bIns="0">
            <a:spAutoFit/>
          </a:bodyPr>
          <a:lstStyle>
            <a:lvl1pPr>
              <a:defRPr sz="3900" b="0" i="0">
                <a:solidFill>
                  <a:srgbClr val="404040"/>
                </a:solidFill>
                <a:latin typeface="Comic Sans MS"/>
                <a:cs typeface="Comic Sans MS"/>
              </a:defRPr>
            </a:lvl1pPr>
          </a:lstStyle>
          <a:p>
            <a:endParaRPr/>
          </a:p>
        </p:txBody>
      </p:sp>
      <p:sp>
        <p:nvSpPr>
          <p:cNvPr id="3" name="Holder 3"/>
          <p:cNvSpPr>
            <a:spLocks noGrp="1"/>
          </p:cNvSpPr>
          <p:nvPr>
            <p:ph type="body" idx="1"/>
          </p:nvPr>
        </p:nvSpPr>
        <p:spPr>
          <a:xfrm>
            <a:off x="1142075" y="1960475"/>
            <a:ext cx="9907847" cy="353943"/>
          </a:xfrm>
          <a:prstGeom prst="rect">
            <a:avLst/>
          </a:prstGeom>
        </p:spPr>
        <p:txBody>
          <a:bodyPr wrap="square" lIns="0" tIns="0" rIns="0" bIns="0">
            <a:spAutoFit/>
          </a:bodyPr>
          <a:lstStyle>
            <a:lvl1pPr>
              <a:defRPr sz="2300" b="0" i="0">
                <a:solidFill>
                  <a:srgbClr val="404040"/>
                </a:solidFill>
                <a:latin typeface="Comic Sans MS"/>
                <a:cs typeface="Comic Sans MS"/>
              </a:defRPr>
            </a:lvl1pPr>
          </a:lstStyle>
          <a:p>
            <a:endParaRPr/>
          </a:p>
        </p:txBody>
      </p:sp>
      <p:sp>
        <p:nvSpPr>
          <p:cNvPr id="4" name="Holder 4"/>
          <p:cNvSpPr>
            <a:spLocks noGrp="1"/>
          </p:cNvSpPr>
          <p:nvPr>
            <p:ph type="ftr" sz="quarter" idx="5"/>
          </p:nvPr>
        </p:nvSpPr>
        <p:spPr>
          <a:xfrm>
            <a:off x="4145280" y="6377940"/>
            <a:ext cx="390144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2/17/2024</a:t>
            </a:fld>
            <a:endParaRPr lang="en-US"/>
          </a:p>
        </p:txBody>
      </p:sp>
      <p:sp>
        <p:nvSpPr>
          <p:cNvPr id="6" name="Holder 6"/>
          <p:cNvSpPr>
            <a:spLocks noGrp="1"/>
          </p:cNvSpPr>
          <p:nvPr>
            <p:ph type="sldNum" sz="quarter" idx="7"/>
          </p:nvPr>
        </p:nvSpPr>
        <p:spPr>
          <a:xfrm>
            <a:off x="6423962" y="5585209"/>
            <a:ext cx="308648" cy="176523"/>
          </a:xfrm>
          <a:prstGeom prst="rect">
            <a:avLst/>
          </a:prstGeom>
        </p:spPr>
        <p:txBody>
          <a:bodyPr wrap="square" lIns="0" tIns="0" rIns="0" bIns="0">
            <a:spAutoFit/>
          </a:bodyPr>
          <a:lstStyle>
            <a:lvl1pPr>
              <a:defRPr sz="1147" b="0" i="0">
                <a:solidFill>
                  <a:schemeClr val="bg1"/>
                </a:solidFill>
                <a:latin typeface="Calibri"/>
                <a:cs typeface="Calibri"/>
              </a:defRPr>
            </a:lvl1pPr>
          </a:lstStyle>
          <a:p>
            <a:pPr marL="33619">
              <a:spcBef>
                <a:spcPts val="31"/>
              </a:spcBef>
            </a:pPr>
            <a:fld id="{81D60167-4931-47E6-BA6A-407CBD079E47}" type="slidenum">
              <a:rPr lang="fr-FR" smtClean="0"/>
              <a:pPr marL="33619">
                <a:spcBef>
                  <a:spcPts val="31"/>
                </a:spcBef>
              </a:pPr>
              <a:t>‹N°›</a:t>
            </a:fld>
            <a:endParaRPr lang="fr-FR" dirty="0"/>
          </a:p>
        </p:txBody>
      </p:sp>
    </p:spTree>
    <p:extLst>
      <p:ext uri="{BB962C8B-B14F-4D97-AF65-F5344CB8AC3E}">
        <p14:creationId xmlns:p14="http://schemas.microsoft.com/office/powerpoint/2010/main" val="41048985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03433">
        <a:defRPr>
          <a:latin typeface="+mn-lt"/>
          <a:ea typeface="+mn-ea"/>
          <a:cs typeface="+mn-cs"/>
        </a:defRPr>
      </a:lvl2pPr>
      <a:lvl3pPr marL="806867">
        <a:defRPr>
          <a:latin typeface="+mn-lt"/>
          <a:ea typeface="+mn-ea"/>
          <a:cs typeface="+mn-cs"/>
        </a:defRPr>
      </a:lvl3pPr>
      <a:lvl4pPr marL="1210300">
        <a:defRPr>
          <a:latin typeface="+mn-lt"/>
          <a:ea typeface="+mn-ea"/>
          <a:cs typeface="+mn-cs"/>
        </a:defRPr>
      </a:lvl4pPr>
      <a:lvl5pPr marL="1613733">
        <a:defRPr>
          <a:latin typeface="+mn-lt"/>
          <a:ea typeface="+mn-ea"/>
          <a:cs typeface="+mn-cs"/>
        </a:defRPr>
      </a:lvl5pPr>
      <a:lvl6pPr marL="2017166">
        <a:defRPr>
          <a:latin typeface="+mn-lt"/>
          <a:ea typeface="+mn-ea"/>
          <a:cs typeface="+mn-cs"/>
        </a:defRPr>
      </a:lvl6pPr>
      <a:lvl7pPr marL="2420600">
        <a:defRPr>
          <a:latin typeface="+mn-lt"/>
          <a:ea typeface="+mn-ea"/>
          <a:cs typeface="+mn-cs"/>
        </a:defRPr>
      </a:lvl7pPr>
      <a:lvl8pPr marL="2824033">
        <a:defRPr>
          <a:latin typeface="+mn-lt"/>
          <a:ea typeface="+mn-ea"/>
          <a:cs typeface="+mn-cs"/>
        </a:defRPr>
      </a:lvl8pPr>
      <a:lvl9pPr marL="3227466">
        <a:defRPr>
          <a:latin typeface="+mn-lt"/>
          <a:ea typeface="+mn-ea"/>
          <a:cs typeface="+mn-cs"/>
        </a:defRPr>
      </a:lvl9pPr>
    </p:bodyStyle>
    <p:otherStyle>
      <a:lvl1pPr marL="0">
        <a:defRPr>
          <a:latin typeface="+mn-lt"/>
          <a:ea typeface="+mn-ea"/>
          <a:cs typeface="+mn-cs"/>
        </a:defRPr>
      </a:lvl1pPr>
      <a:lvl2pPr marL="403433">
        <a:defRPr>
          <a:latin typeface="+mn-lt"/>
          <a:ea typeface="+mn-ea"/>
          <a:cs typeface="+mn-cs"/>
        </a:defRPr>
      </a:lvl2pPr>
      <a:lvl3pPr marL="806867">
        <a:defRPr>
          <a:latin typeface="+mn-lt"/>
          <a:ea typeface="+mn-ea"/>
          <a:cs typeface="+mn-cs"/>
        </a:defRPr>
      </a:lvl3pPr>
      <a:lvl4pPr marL="1210300">
        <a:defRPr>
          <a:latin typeface="+mn-lt"/>
          <a:ea typeface="+mn-ea"/>
          <a:cs typeface="+mn-cs"/>
        </a:defRPr>
      </a:lvl4pPr>
      <a:lvl5pPr marL="1613733">
        <a:defRPr>
          <a:latin typeface="+mn-lt"/>
          <a:ea typeface="+mn-ea"/>
          <a:cs typeface="+mn-cs"/>
        </a:defRPr>
      </a:lvl5pPr>
      <a:lvl6pPr marL="2017166">
        <a:defRPr>
          <a:latin typeface="+mn-lt"/>
          <a:ea typeface="+mn-ea"/>
          <a:cs typeface="+mn-cs"/>
        </a:defRPr>
      </a:lvl6pPr>
      <a:lvl7pPr marL="2420600">
        <a:defRPr>
          <a:latin typeface="+mn-lt"/>
          <a:ea typeface="+mn-ea"/>
          <a:cs typeface="+mn-cs"/>
        </a:defRPr>
      </a:lvl7pPr>
      <a:lvl8pPr marL="2824033">
        <a:defRPr>
          <a:latin typeface="+mn-lt"/>
          <a:ea typeface="+mn-ea"/>
          <a:cs typeface="+mn-cs"/>
        </a:defRPr>
      </a:lvl8pPr>
      <a:lvl9pPr marL="3227466">
        <a:defRPr>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E363D611-41F4-4BE5-A364-97151A367FAB}" type="datetime1">
              <a:rPr lang="en-US" smtClean="0"/>
              <a:t>2/17/2024</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‹N°›</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064649952"/>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hf hdr="0" ftr="0" dt="0"/>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38546" y="5535706"/>
            <a:ext cx="11914909" cy="324971"/>
          </a:xfrm>
          <a:custGeom>
            <a:avLst/>
            <a:gdLst/>
            <a:ahLst/>
            <a:cxnLst/>
            <a:rect l="l" t="t" r="r" b="b"/>
            <a:pathLst>
              <a:path w="9829800" h="368300">
                <a:moveTo>
                  <a:pt x="9829800" y="0"/>
                </a:moveTo>
                <a:lnTo>
                  <a:pt x="0" y="0"/>
                </a:lnTo>
                <a:lnTo>
                  <a:pt x="0" y="368300"/>
                </a:lnTo>
                <a:lnTo>
                  <a:pt x="9829800" y="368300"/>
                </a:lnTo>
                <a:lnTo>
                  <a:pt x="9829800" y="0"/>
                </a:lnTo>
                <a:close/>
              </a:path>
            </a:pathLst>
          </a:custGeom>
          <a:solidFill>
            <a:srgbClr val="9B2D1F"/>
          </a:solidFill>
        </p:spPr>
        <p:txBody>
          <a:bodyPr wrap="square" lIns="0" tIns="0" rIns="0" bIns="0" rtlCol="0"/>
          <a:lstStyle/>
          <a:p>
            <a:endParaRPr sz="1588"/>
          </a:p>
        </p:txBody>
      </p:sp>
      <p:sp>
        <p:nvSpPr>
          <p:cNvPr id="17" name="bg object 17"/>
          <p:cNvSpPr/>
          <p:nvPr/>
        </p:nvSpPr>
        <p:spPr>
          <a:xfrm>
            <a:off x="138546" y="5490882"/>
            <a:ext cx="11914909" cy="44824"/>
          </a:xfrm>
          <a:custGeom>
            <a:avLst/>
            <a:gdLst/>
            <a:ahLst/>
            <a:cxnLst/>
            <a:rect l="l" t="t" r="r" b="b"/>
            <a:pathLst>
              <a:path w="9829800" h="50800">
                <a:moveTo>
                  <a:pt x="9829800" y="0"/>
                </a:moveTo>
                <a:lnTo>
                  <a:pt x="0" y="0"/>
                </a:lnTo>
                <a:lnTo>
                  <a:pt x="0" y="50800"/>
                </a:lnTo>
                <a:lnTo>
                  <a:pt x="9829800" y="50800"/>
                </a:lnTo>
                <a:lnTo>
                  <a:pt x="9829800" y="0"/>
                </a:lnTo>
                <a:close/>
              </a:path>
            </a:pathLst>
          </a:custGeom>
          <a:solidFill>
            <a:srgbClr val="D34817"/>
          </a:solidFill>
        </p:spPr>
        <p:txBody>
          <a:bodyPr wrap="square" lIns="0" tIns="0" rIns="0" bIns="0" rtlCol="0"/>
          <a:lstStyle/>
          <a:p>
            <a:endParaRPr sz="1588"/>
          </a:p>
        </p:txBody>
      </p:sp>
      <p:sp>
        <p:nvSpPr>
          <p:cNvPr id="18" name="bg object 18"/>
          <p:cNvSpPr/>
          <p:nvPr/>
        </p:nvSpPr>
        <p:spPr>
          <a:xfrm>
            <a:off x="1269999" y="1910603"/>
            <a:ext cx="9740515" cy="0"/>
          </a:xfrm>
          <a:custGeom>
            <a:avLst/>
            <a:gdLst/>
            <a:ahLst/>
            <a:cxnLst/>
            <a:rect l="l" t="t" r="r" b="b"/>
            <a:pathLst>
              <a:path w="8035925">
                <a:moveTo>
                  <a:pt x="0" y="0"/>
                </a:moveTo>
                <a:lnTo>
                  <a:pt x="8035861" y="0"/>
                </a:lnTo>
              </a:path>
            </a:pathLst>
          </a:custGeom>
          <a:ln w="12700">
            <a:solidFill>
              <a:srgbClr val="D34817"/>
            </a:solidFill>
          </a:ln>
        </p:spPr>
        <p:txBody>
          <a:bodyPr wrap="square" lIns="0" tIns="0" rIns="0" bIns="0" rtlCol="0"/>
          <a:lstStyle/>
          <a:p>
            <a:endParaRPr sz="1588"/>
          </a:p>
        </p:txBody>
      </p:sp>
      <p:sp>
        <p:nvSpPr>
          <p:cNvPr id="2" name="Holder 2"/>
          <p:cNvSpPr>
            <a:spLocks noGrp="1"/>
          </p:cNvSpPr>
          <p:nvPr>
            <p:ph type="title"/>
          </p:nvPr>
        </p:nvSpPr>
        <p:spPr>
          <a:xfrm>
            <a:off x="1000503" y="945313"/>
            <a:ext cx="10190995" cy="492443"/>
          </a:xfrm>
          <a:prstGeom prst="rect">
            <a:avLst/>
          </a:prstGeom>
        </p:spPr>
        <p:txBody>
          <a:bodyPr wrap="square" lIns="0" tIns="0" rIns="0" bIns="0">
            <a:spAutoFit/>
          </a:bodyPr>
          <a:lstStyle>
            <a:lvl1pPr>
              <a:defRPr sz="3200" b="0" i="0">
                <a:solidFill>
                  <a:srgbClr val="404040"/>
                </a:solidFill>
                <a:latin typeface="Cambria"/>
                <a:cs typeface="Cambria"/>
              </a:defRPr>
            </a:lvl1pPr>
          </a:lstStyle>
          <a:p>
            <a:endParaRPr/>
          </a:p>
        </p:txBody>
      </p:sp>
      <p:sp>
        <p:nvSpPr>
          <p:cNvPr id="3" name="Holder 3"/>
          <p:cNvSpPr>
            <a:spLocks noGrp="1"/>
          </p:cNvSpPr>
          <p:nvPr>
            <p:ph type="body" idx="1"/>
          </p:nvPr>
        </p:nvSpPr>
        <p:spPr>
          <a:xfrm>
            <a:off x="1200786" y="1950229"/>
            <a:ext cx="9979121" cy="353943"/>
          </a:xfrm>
          <a:prstGeom prst="rect">
            <a:avLst/>
          </a:prstGeom>
        </p:spPr>
        <p:txBody>
          <a:bodyPr wrap="square" lIns="0" tIns="0" rIns="0" bIns="0">
            <a:spAutoFit/>
          </a:bodyPr>
          <a:lstStyle>
            <a:lvl1pPr>
              <a:defRPr sz="2300" b="0" i="0">
                <a:solidFill>
                  <a:schemeClr val="tx1"/>
                </a:solidFill>
                <a:latin typeface="Comic Sans MS"/>
                <a:cs typeface="Comic Sans MS"/>
              </a:defRPr>
            </a:lvl1pPr>
          </a:lstStyle>
          <a:p>
            <a:endParaRPr/>
          </a:p>
        </p:txBody>
      </p:sp>
      <p:sp>
        <p:nvSpPr>
          <p:cNvPr id="4" name="Holder 4"/>
          <p:cNvSpPr>
            <a:spLocks noGrp="1"/>
          </p:cNvSpPr>
          <p:nvPr>
            <p:ph type="ftr" sz="quarter" idx="5"/>
          </p:nvPr>
        </p:nvSpPr>
        <p:spPr>
          <a:xfrm>
            <a:off x="4145280" y="6377940"/>
            <a:ext cx="390144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2/17/2024</a:t>
            </a:fld>
            <a:endParaRPr lang="en-US"/>
          </a:p>
        </p:txBody>
      </p:sp>
      <p:sp>
        <p:nvSpPr>
          <p:cNvPr id="6" name="Holder 6"/>
          <p:cNvSpPr>
            <a:spLocks noGrp="1"/>
          </p:cNvSpPr>
          <p:nvPr>
            <p:ph type="sldNum" sz="quarter" idx="7"/>
          </p:nvPr>
        </p:nvSpPr>
        <p:spPr>
          <a:xfrm>
            <a:off x="6423962" y="5585209"/>
            <a:ext cx="324042" cy="176523"/>
          </a:xfrm>
          <a:prstGeom prst="rect">
            <a:avLst/>
          </a:prstGeom>
        </p:spPr>
        <p:txBody>
          <a:bodyPr wrap="square" lIns="0" tIns="0" rIns="0" bIns="0">
            <a:spAutoFit/>
          </a:bodyPr>
          <a:lstStyle>
            <a:lvl1pPr>
              <a:defRPr sz="1147" b="0" i="0">
                <a:solidFill>
                  <a:schemeClr val="bg1"/>
                </a:solidFill>
                <a:latin typeface="Calibri"/>
                <a:cs typeface="Calibri"/>
              </a:defRPr>
            </a:lvl1pPr>
          </a:lstStyle>
          <a:p>
            <a:pPr marL="66679">
              <a:spcBef>
                <a:spcPts val="31"/>
              </a:spcBef>
            </a:pPr>
            <a:fld id="{81D60167-4931-47E6-BA6A-407CBD079E47}" type="slidenum">
              <a:rPr lang="fr-FR" spc="-44" smtClean="0"/>
              <a:pPr marL="66679">
                <a:spcBef>
                  <a:spcPts val="31"/>
                </a:spcBef>
              </a:pPr>
              <a:t>‹N°›</a:t>
            </a:fld>
            <a:endParaRPr lang="fr-FR" spc="-44" dirty="0"/>
          </a:p>
        </p:txBody>
      </p:sp>
    </p:spTree>
    <p:extLst>
      <p:ext uri="{BB962C8B-B14F-4D97-AF65-F5344CB8AC3E}">
        <p14:creationId xmlns:p14="http://schemas.microsoft.com/office/powerpoint/2010/main" val="309274356"/>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Lst>
  <p:txStyles>
    <p:titleStyle>
      <a:lvl1pPr>
        <a:defRPr>
          <a:latin typeface="+mj-lt"/>
          <a:ea typeface="+mj-ea"/>
          <a:cs typeface="+mj-cs"/>
        </a:defRPr>
      </a:lvl1pPr>
    </p:titleStyle>
    <p:bodyStyle>
      <a:lvl1pPr marL="0">
        <a:defRPr>
          <a:latin typeface="+mn-lt"/>
          <a:ea typeface="+mn-ea"/>
          <a:cs typeface="+mn-cs"/>
        </a:defRPr>
      </a:lvl1pPr>
      <a:lvl2pPr marL="403433">
        <a:defRPr>
          <a:latin typeface="+mn-lt"/>
          <a:ea typeface="+mn-ea"/>
          <a:cs typeface="+mn-cs"/>
        </a:defRPr>
      </a:lvl2pPr>
      <a:lvl3pPr marL="806867">
        <a:defRPr>
          <a:latin typeface="+mn-lt"/>
          <a:ea typeface="+mn-ea"/>
          <a:cs typeface="+mn-cs"/>
        </a:defRPr>
      </a:lvl3pPr>
      <a:lvl4pPr marL="1210300">
        <a:defRPr>
          <a:latin typeface="+mn-lt"/>
          <a:ea typeface="+mn-ea"/>
          <a:cs typeface="+mn-cs"/>
        </a:defRPr>
      </a:lvl4pPr>
      <a:lvl5pPr marL="1613733">
        <a:defRPr>
          <a:latin typeface="+mn-lt"/>
          <a:ea typeface="+mn-ea"/>
          <a:cs typeface="+mn-cs"/>
        </a:defRPr>
      </a:lvl5pPr>
      <a:lvl6pPr marL="2017166">
        <a:defRPr>
          <a:latin typeface="+mn-lt"/>
          <a:ea typeface="+mn-ea"/>
          <a:cs typeface="+mn-cs"/>
        </a:defRPr>
      </a:lvl6pPr>
      <a:lvl7pPr marL="2420600">
        <a:defRPr>
          <a:latin typeface="+mn-lt"/>
          <a:ea typeface="+mn-ea"/>
          <a:cs typeface="+mn-cs"/>
        </a:defRPr>
      </a:lvl7pPr>
      <a:lvl8pPr marL="2824033">
        <a:defRPr>
          <a:latin typeface="+mn-lt"/>
          <a:ea typeface="+mn-ea"/>
          <a:cs typeface="+mn-cs"/>
        </a:defRPr>
      </a:lvl8pPr>
      <a:lvl9pPr marL="3227466">
        <a:defRPr>
          <a:latin typeface="+mn-lt"/>
          <a:ea typeface="+mn-ea"/>
          <a:cs typeface="+mn-cs"/>
        </a:defRPr>
      </a:lvl9pPr>
    </p:bodyStyle>
    <p:otherStyle>
      <a:lvl1pPr marL="0">
        <a:defRPr>
          <a:latin typeface="+mn-lt"/>
          <a:ea typeface="+mn-ea"/>
          <a:cs typeface="+mn-cs"/>
        </a:defRPr>
      </a:lvl1pPr>
      <a:lvl2pPr marL="403433">
        <a:defRPr>
          <a:latin typeface="+mn-lt"/>
          <a:ea typeface="+mn-ea"/>
          <a:cs typeface="+mn-cs"/>
        </a:defRPr>
      </a:lvl2pPr>
      <a:lvl3pPr marL="806867">
        <a:defRPr>
          <a:latin typeface="+mn-lt"/>
          <a:ea typeface="+mn-ea"/>
          <a:cs typeface="+mn-cs"/>
        </a:defRPr>
      </a:lvl3pPr>
      <a:lvl4pPr marL="1210300">
        <a:defRPr>
          <a:latin typeface="+mn-lt"/>
          <a:ea typeface="+mn-ea"/>
          <a:cs typeface="+mn-cs"/>
        </a:defRPr>
      </a:lvl4pPr>
      <a:lvl5pPr marL="1613733">
        <a:defRPr>
          <a:latin typeface="+mn-lt"/>
          <a:ea typeface="+mn-ea"/>
          <a:cs typeface="+mn-cs"/>
        </a:defRPr>
      </a:lvl5pPr>
      <a:lvl6pPr marL="2017166">
        <a:defRPr>
          <a:latin typeface="+mn-lt"/>
          <a:ea typeface="+mn-ea"/>
          <a:cs typeface="+mn-cs"/>
        </a:defRPr>
      </a:lvl6pPr>
      <a:lvl7pPr marL="2420600">
        <a:defRPr>
          <a:latin typeface="+mn-lt"/>
          <a:ea typeface="+mn-ea"/>
          <a:cs typeface="+mn-cs"/>
        </a:defRPr>
      </a:lvl7pPr>
      <a:lvl8pPr marL="2824033">
        <a:defRPr>
          <a:latin typeface="+mn-lt"/>
          <a:ea typeface="+mn-ea"/>
          <a:cs typeface="+mn-cs"/>
        </a:defRPr>
      </a:lvl8pPr>
      <a:lvl9pPr marL="3227466">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3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0298985A-370B-4DE8-84FA-F4C384D4EA37}"/>
              </a:ext>
            </a:extLst>
          </p:cNvPr>
          <p:cNvSpPr txBox="1"/>
          <p:nvPr/>
        </p:nvSpPr>
        <p:spPr>
          <a:xfrm>
            <a:off x="3074830" y="2589127"/>
            <a:ext cx="5244921" cy="933076"/>
          </a:xfrm>
          <a:prstGeom prst="rect">
            <a:avLst/>
          </a:prstGeom>
          <a:noFill/>
        </p:spPr>
        <p:txBody>
          <a:bodyPr wrap="square">
            <a:spAutoFit/>
          </a:bodyPr>
          <a:lstStyle/>
          <a:p>
            <a:pPr marL="1725295" indent="-1987550">
              <a:lnSpc>
                <a:spcPct val="107000"/>
              </a:lnSpc>
            </a:pPr>
            <a:r>
              <a:rPr lang="fr-FR" sz="5400" b="1" kern="0" dirty="0">
                <a:solidFill>
                  <a:srgbClr val="252525"/>
                </a:solidFill>
                <a:effectLst/>
                <a:latin typeface="Comic Sans MS" panose="030F0702030302020204" pitchFamily="66" charset="0"/>
                <a:ea typeface="Comic Sans MS" panose="030F0702030302020204" pitchFamily="66" charset="0"/>
                <a:cs typeface="Comic Sans MS" panose="030F0702030302020204" pitchFamily="66" charset="0"/>
              </a:rPr>
              <a:t>Tests Logiciels</a:t>
            </a:r>
          </a:p>
        </p:txBody>
      </p:sp>
      <p:sp>
        <p:nvSpPr>
          <p:cNvPr id="7" name="ZoneTexte 6">
            <a:extLst>
              <a:ext uri="{FF2B5EF4-FFF2-40B4-BE49-F238E27FC236}">
                <a16:creationId xmlns:a16="http://schemas.microsoft.com/office/drawing/2014/main" id="{50A313E5-611A-4708-8357-2FBAE958E69B}"/>
              </a:ext>
            </a:extLst>
          </p:cNvPr>
          <p:cNvSpPr txBox="1"/>
          <p:nvPr/>
        </p:nvSpPr>
        <p:spPr>
          <a:xfrm>
            <a:off x="2437755" y="5251078"/>
            <a:ext cx="3982791" cy="406330"/>
          </a:xfrm>
          <a:prstGeom prst="rect">
            <a:avLst/>
          </a:prstGeom>
          <a:noFill/>
        </p:spPr>
        <p:txBody>
          <a:bodyPr wrap="square">
            <a:spAutoFit/>
          </a:bodyPr>
          <a:lstStyle/>
          <a:p>
            <a:pPr algn="ctr">
              <a:lnSpc>
                <a:spcPct val="107000"/>
              </a:lnSpc>
              <a:spcAft>
                <a:spcPts val="800"/>
              </a:spcAft>
            </a:pPr>
            <a:r>
              <a:rPr lang="fr-FR" sz="2000" b="1" dirty="0">
                <a:solidFill>
                  <a:srgbClr val="696464"/>
                </a:solidFill>
                <a:effectLst/>
                <a:latin typeface="Comic Sans MS" panose="030F0702030302020204" pitchFamily="66" charset="0"/>
                <a:ea typeface="Comic Sans MS" panose="030F0702030302020204" pitchFamily="66" charset="0"/>
                <a:cs typeface="Comic Sans MS" panose="030F0702030302020204" pitchFamily="66" charset="0"/>
              </a:rPr>
              <a:t>Issoufou NIKIEMA</a:t>
            </a:r>
            <a:endParaRPr lang="fr-FR" sz="1200" b="1" dirty="0">
              <a:solidFill>
                <a:srgbClr val="000000"/>
              </a:solidFill>
              <a:effectLst/>
              <a:latin typeface="Calibri" panose="020F0502020204030204" pitchFamily="34" charset="0"/>
              <a:ea typeface="Calibri" panose="020F0502020204030204" pitchFamily="34" charset="0"/>
            </a:endParaRPr>
          </a:p>
        </p:txBody>
      </p:sp>
      <p:sp>
        <p:nvSpPr>
          <p:cNvPr id="6" name="ZoneTexte 5">
            <a:extLst>
              <a:ext uri="{FF2B5EF4-FFF2-40B4-BE49-F238E27FC236}">
                <a16:creationId xmlns:a16="http://schemas.microsoft.com/office/drawing/2014/main" id="{644AE82E-8A2A-42C3-9F18-BA1456E30025}"/>
              </a:ext>
            </a:extLst>
          </p:cNvPr>
          <p:cNvSpPr txBox="1"/>
          <p:nvPr/>
        </p:nvSpPr>
        <p:spPr>
          <a:xfrm>
            <a:off x="5717405" y="3872383"/>
            <a:ext cx="3727383" cy="369332"/>
          </a:xfrm>
          <a:prstGeom prst="rect">
            <a:avLst/>
          </a:prstGeom>
          <a:noFill/>
        </p:spPr>
        <p:txBody>
          <a:bodyPr wrap="square">
            <a:spAutoFit/>
          </a:bodyPr>
          <a:lstStyle/>
          <a:p>
            <a:pPr algn="r"/>
            <a:r>
              <a:rPr lang="fr-FR" sz="1800" b="1" dirty="0">
                <a:solidFill>
                  <a:srgbClr val="841A14"/>
                </a:solidFill>
                <a:latin typeface="Comic Sans MS" panose="030F0702030302020204" pitchFamily="66" charset="0"/>
              </a:rPr>
              <a:t>Rappel</a:t>
            </a:r>
            <a:endParaRPr lang="fr-FR" dirty="0"/>
          </a:p>
        </p:txBody>
      </p:sp>
    </p:spTree>
    <p:extLst>
      <p:ext uri="{BB962C8B-B14F-4D97-AF65-F5344CB8AC3E}">
        <p14:creationId xmlns:p14="http://schemas.microsoft.com/office/powerpoint/2010/main" val="27486997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10949">
            <a:extLst>
              <a:ext uri="{FF2B5EF4-FFF2-40B4-BE49-F238E27FC236}">
                <a16:creationId xmlns:a16="http://schemas.microsoft.com/office/drawing/2014/main" id="{148248B0-E96D-4F25-ABD0-917B0DCB5350}"/>
              </a:ext>
            </a:extLst>
          </p:cNvPr>
          <p:cNvGrpSpPr/>
          <p:nvPr/>
        </p:nvGrpSpPr>
        <p:grpSpPr>
          <a:xfrm>
            <a:off x="2078355" y="1406524"/>
            <a:ext cx="8289138" cy="4697757"/>
            <a:chOff x="0" y="0"/>
            <a:chExt cx="8035862" cy="4044950"/>
          </a:xfrm>
        </p:grpSpPr>
        <p:sp>
          <p:nvSpPr>
            <p:cNvPr id="5" name="Shape 22">
              <a:extLst>
                <a:ext uri="{FF2B5EF4-FFF2-40B4-BE49-F238E27FC236}">
                  <a16:creationId xmlns:a16="http://schemas.microsoft.com/office/drawing/2014/main" id="{780C7099-5D41-4253-89A3-DA22DF63FA69}"/>
                </a:ext>
              </a:extLst>
            </p:cNvPr>
            <p:cNvSpPr/>
            <p:nvPr/>
          </p:nvSpPr>
          <p:spPr>
            <a:xfrm>
              <a:off x="0" y="0"/>
              <a:ext cx="8035862" cy="1"/>
            </a:xfrm>
            <a:custGeom>
              <a:avLst/>
              <a:gdLst/>
              <a:ahLst/>
              <a:cxnLst/>
              <a:rect l="0" t="0" r="0" b="0"/>
              <a:pathLst>
                <a:path w="8035862" h="1">
                  <a:moveTo>
                    <a:pt x="0" y="0"/>
                  </a:moveTo>
                  <a:lnTo>
                    <a:pt x="8035862" y="1"/>
                  </a:lnTo>
                </a:path>
              </a:pathLst>
            </a:custGeom>
            <a:ln w="12700" cap="flat">
              <a:round/>
            </a:ln>
          </p:spPr>
          <p:style>
            <a:lnRef idx="1">
              <a:srgbClr val="D34817"/>
            </a:lnRef>
            <a:fillRef idx="0">
              <a:srgbClr val="000000">
                <a:alpha val="0"/>
              </a:srgbClr>
            </a:fillRef>
            <a:effectRef idx="0">
              <a:scrgbClr r="0" g="0" b="0"/>
            </a:effectRef>
            <a:fontRef idx="none"/>
          </p:style>
          <p:txBody>
            <a:bodyPr/>
            <a:lstStyle/>
            <a:p>
              <a:endParaRPr lang="fr-FR"/>
            </a:p>
          </p:txBody>
        </p:sp>
        <p:pic>
          <p:nvPicPr>
            <p:cNvPr id="6" name="Picture 32">
              <a:extLst>
                <a:ext uri="{FF2B5EF4-FFF2-40B4-BE49-F238E27FC236}">
                  <a16:creationId xmlns:a16="http://schemas.microsoft.com/office/drawing/2014/main" id="{B7114E28-EBAE-44E3-AFEC-8615DB0519A6}"/>
                </a:ext>
              </a:extLst>
            </p:cNvPr>
            <p:cNvPicPr/>
            <p:nvPr/>
          </p:nvPicPr>
          <p:blipFill>
            <a:blip r:embed="rId3"/>
            <a:stretch>
              <a:fillRect/>
            </a:stretch>
          </p:blipFill>
          <p:spPr>
            <a:xfrm>
              <a:off x="666750" y="69851"/>
              <a:ext cx="6502400" cy="3975099"/>
            </a:xfrm>
            <a:prstGeom prst="rect">
              <a:avLst/>
            </a:prstGeom>
          </p:spPr>
        </p:pic>
      </p:grpSp>
      <p:sp>
        <p:nvSpPr>
          <p:cNvPr id="8" name="ZoneTexte 7">
            <a:extLst>
              <a:ext uri="{FF2B5EF4-FFF2-40B4-BE49-F238E27FC236}">
                <a16:creationId xmlns:a16="http://schemas.microsoft.com/office/drawing/2014/main" id="{5BC20F4F-C553-4E0C-A65E-041EB3B48D78}"/>
              </a:ext>
            </a:extLst>
          </p:cNvPr>
          <p:cNvSpPr txBox="1"/>
          <p:nvPr/>
        </p:nvSpPr>
        <p:spPr>
          <a:xfrm>
            <a:off x="2078355" y="753718"/>
            <a:ext cx="6098146" cy="652807"/>
          </a:xfrm>
          <a:prstGeom prst="rect">
            <a:avLst/>
          </a:prstGeom>
          <a:noFill/>
        </p:spPr>
        <p:txBody>
          <a:bodyPr wrap="square">
            <a:spAutoFit/>
          </a:bodyPr>
          <a:lstStyle/>
          <a:p>
            <a:pPr marL="2404745" marR="90805" indent="-6350" algn="l">
              <a:lnSpc>
                <a:spcPct val="107000"/>
              </a:lnSpc>
              <a:spcAft>
                <a:spcPts val="0"/>
              </a:spcAft>
            </a:pPr>
            <a:r>
              <a:rPr lang="fr-FR" sz="3600" b="1" dirty="0">
                <a:solidFill>
                  <a:srgbClr val="404040"/>
                </a:solidFill>
                <a:effectLst/>
                <a:latin typeface="Comic Sans MS" panose="030F0702030302020204" pitchFamily="66" charset="0"/>
                <a:ea typeface="Comic Sans MS" panose="030F0702030302020204" pitchFamily="66" charset="0"/>
                <a:cs typeface="Comic Sans MS" panose="030F0702030302020204" pitchFamily="66" charset="0"/>
              </a:rPr>
              <a:t>Tests Logiciels</a:t>
            </a:r>
          </a:p>
        </p:txBody>
      </p:sp>
      <p:graphicFrame>
        <p:nvGraphicFramePr>
          <p:cNvPr id="9" name="Tableau 8">
            <a:extLst>
              <a:ext uri="{FF2B5EF4-FFF2-40B4-BE49-F238E27FC236}">
                <a16:creationId xmlns:a16="http://schemas.microsoft.com/office/drawing/2014/main" id="{0026F7EE-BFD5-4D9A-A459-008E815D9867}"/>
              </a:ext>
            </a:extLst>
          </p:cNvPr>
          <p:cNvGraphicFramePr>
            <a:graphicFrameLocks noGrp="1"/>
          </p:cNvGraphicFramePr>
          <p:nvPr>
            <p:extLst>
              <p:ext uri="{D42A27DB-BD31-4B8C-83A1-F6EECF244321}">
                <p14:modId xmlns:p14="http://schemas.microsoft.com/office/powerpoint/2010/main" val="3499960107"/>
              </p:ext>
            </p:extLst>
          </p:nvPr>
        </p:nvGraphicFramePr>
        <p:xfrm>
          <a:off x="1719943" y="6450630"/>
          <a:ext cx="9601200" cy="378342"/>
        </p:xfrm>
        <a:graphic>
          <a:graphicData uri="http://schemas.openxmlformats.org/drawingml/2006/table">
            <a:tbl>
              <a:tblPr firstRow="1" firstCol="1" bandRow="1">
                <a:tableStyleId>{5C22544A-7EE6-4342-B048-85BDC9FD1C3A}</a:tableStyleId>
              </a:tblPr>
              <a:tblGrid>
                <a:gridCol w="9274337">
                  <a:extLst>
                    <a:ext uri="{9D8B030D-6E8A-4147-A177-3AD203B41FA5}">
                      <a16:colId xmlns:a16="http://schemas.microsoft.com/office/drawing/2014/main" val="2180616800"/>
                    </a:ext>
                  </a:extLst>
                </a:gridCol>
                <a:gridCol w="326863">
                  <a:extLst>
                    <a:ext uri="{9D8B030D-6E8A-4147-A177-3AD203B41FA5}">
                      <a16:colId xmlns:a16="http://schemas.microsoft.com/office/drawing/2014/main" val="3414485615"/>
                    </a:ext>
                  </a:extLst>
                </a:gridCol>
              </a:tblGrid>
              <a:tr h="378342">
                <a:tc>
                  <a:txBody>
                    <a:bodyPr/>
                    <a:lstStyle/>
                    <a:p>
                      <a:pPr marL="1184910" algn="ctr">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tc>
                  <a:txBody>
                    <a:bodyPr/>
                    <a:lstStyle/>
                    <a:p>
                      <a:pPr algn="l">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extLst>
                  <a:ext uri="{0D108BD9-81ED-4DB2-BD59-A6C34878D82A}">
                    <a16:rowId xmlns:a16="http://schemas.microsoft.com/office/drawing/2014/main" val="1343998695"/>
                  </a:ext>
                </a:extLst>
              </a:tr>
            </a:tbl>
          </a:graphicData>
        </a:graphic>
      </p:graphicFrame>
      <p:sp>
        <p:nvSpPr>
          <p:cNvPr id="7" name="Espace réservé du numéro de diapositive 6">
            <a:extLst>
              <a:ext uri="{FF2B5EF4-FFF2-40B4-BE49-F238E27FC236}">
                <a16:creationId xmlns:a16="http://schemas.microsoft.com/office/drawing/2014/main" id="{0BABFF20-D2E8-454D-A207-4E1E752A99E2}"/>
              </a:ext>
            </a:extLst>
          </p:cNvPr>
          <p:cNvSpPr>
            <a:spLocks noGrp="1"/>
          </p:cNvSpPr>
          <p:nvPr>
            <p:ph type="sldNum" sz="quarter" idx="12"/>
          </p:nvPr>
        </p:nvSpPr>
        <p:spPr/>
        <p:txBody>
          <a:bodyPr/>
          <a:lstStyle/>
          <a:p>
            <a:fld id="{69E57DC2-970A-4B3E-BB1C-7A09969E49DF}" type="slidenum">
              <a:rPr lang="en-US" smtClean="0"/>
              <a:t>2</a:t>
            </a:fld>
            <a:endParaRPr lang="en-US" dirty="0"/>
          </a:p>
        </p:txBody>
      </p:sp>
      <p:sp>
        <p:nvSpPr>
          <p:cNvPr id="2" name="Espace réservé du pied de page 1">
            <a:extLst>
              <a:ext uri="{FF2B5EF4-FFF2-40B4-BE49-F238E27FC236}">
                <a16:creationId xmlns:a16="http://schemas.microsoft.com/office/drawing/2014/main" id="{D71BA8CA-144E-4F14-B8D7-9685779381D0}"/>
              </a:ext>
            </a:extLst>
          </p:cNvPr>
          <p:cNvSpPr>
            <a:spLocks noGrp="1"/>
          </p:cNvSpPr>
          <p:nvPr>
            <p:ph type="ftr" sz="quarter" idx="11"/>
          </p:nvPr>
        </p:nvSpPr>
        <p:spPr/>
        <p:txBody>
          <a:bodyPr/>
          <a:lstStyle/>
          <a:p>
            <a:r>
              <a:rPr lang="en-US"/>
              <a:t>Introduction aux tests logiciel</a:t>
            </a:r>
            <a:endParaRPr lang="en-US" dirty="0"/>
          </a:p>
        </p:txBody>
      </p:sp>
    </p:spTree>
    <p:extLst>
      <p:ext uri="{BB962C8B-B14F-4D97-AF65-F5344CB8AC3E}">
        <p14:creationId xmlns:p14="http://schemas.microsoft.com/office/powerpoint/2010/main" val="16663895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2DDD56DF-3E5A-480E-A2AA-1BC3A181812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Franklin Gothic Book" panose="020B0503020102020204"/>
              <a:ea typeface="+mn-ea"/>
              <a:cs typeface="+mn-cs"/>
            </a:endParaRPr>
          </a:p>
        </p:txBody>
      </p:sp>
      <p:graphicFrame>
        <p:nvGraphicFramePr>
          <p:cNvPr id="8" name="Tableau 7">
            <a:extLst>
              <a:ext uri="{FF2B5EF4-FFF2-40B4-BE49-F238E27FC236}">
                <a16:creationId xmlns:a16="http://schemas.microsoft.com/office/drawing/2014/main" id="{0C7C65B0-B555-4899-8EEB-F830590BC84A}"/>
              </a:ext>
            </a:extLst>
          </p:cNvPr>
          <p:cNvGraphicFramePr>
            <a:graphicFrameLocks noGrp="1"/>
          </p:cNvGraphicFramePr>
          <p:nvPr/>
        </p:nvGraphicFramePr>
        <p:xfrm>
          <a:off x="1719943" y="6437022"/>
          <a:ext cx="9601200" cy="378342"/>
        </p:xfrm>
        <a:graphic>
          <a:graphicData uri="http://schemas.openxmlformats.org/drawingml/2006/table">
            <a:tbl>
              <a:tblPr firstRow="1" firstCol="1" bandRow="1">
                <a:tableStyleId>{5C22544A-7EE6-4342-B048-85BDC9FD1C3A}</a:tableStyleId>
              </a:tblPr>
              <a:tblGrid>
                <a:gridCol w="9274337">
                  <a:extLst>
                    <a:ext uri="{9D8B030D-6E8A-4147-A177-3AD203B41FA5}">
                      <a16:colId xmlns:a16="http://schemas.microsoft.com/office/drawing/2014/main" val="2180616800"/>
                    </a:ext>
                  </a:extLst>
                </a:gridCol>
                <a:gridCol w="326863">
                  <a:extLst>
                    <a:ext uri="{9D8B030D-6E8A-4147-A177-3AD203B41FA5}">
                      <a16:colId xmlns:a16="http://schemas.microsoft.com/office/drawing/2014/main" val="3414485615"/>
                    </a:ext>
                  </a:extLst>
                </a:gridCol>
              </a:tblGrid>
              <a:tr h="378342">
                <a:tc>
                  <a:txBody>
                    <a:bodyPr/>
                    <a:lstStyle/>
                    <a:p>
                      <a:pPr marL="1184910" algn="ctr">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tc>
                  <a:txBody>
                    <a:bodyPr/>
                    <a:lstStyle/>
                    <a:p>
                      <a:pPr algn="l">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extLst>
                  <a:ext uri="{0D108BD9-81ED-4DB2-BD59-A6C34878D82A}">
                    <a16:rowId xmlns:a16="http://schemas.microsoft.com/office/drawing/2014/main" val="1343998695"/>
                  </a:ext>
                </a:extLst>
              </a:tr>
            </a:tbl>
          </a:graphicData>
        </a:graphic>
      </p:graphicFrame>
      <p:sp>
        <p:nvSpPr>
          <p:cNvPr id="11" name="ZoneTexte 10">
            <a:extLst>
              <a:ext uri="{FF2B5EF4-FFF2-40B4-BE49-F238E27FC236}">
                <a16:creationId xmlns:a16="http://schemas.microsoft.com/office/drawing/2014/main" id="{C699CDC9-9568-4137-8A38-2B25DC680F6F}"/>
              </a:ext>
            </a:extLst>
          </p:cNvPr>
          <p:cNvSpPr txBox="1"/>
          <p:nvPr/>
        </p:nvSpPr>
        <p:spPr>
          <a:xfrm>
            <a:off x="1485499" y="1816158"/>
            <a:ext cx="9221002" cy="144655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
                <a:srgbClr val="F08F3E"/>
              </a:buClr>
              <a:buSzTx/>
              <a:buFontTx/>
              <a:buNone/>
              <a:tabLst/>
              <a:defRPr/>
            </a:pPr>
            <a:r>
              <a:rPr kumimoji="0" lang="fr-FR" sz="4400" b="1" i="0" u="none" strike="noStrike" kern="1200" cap="none" spc="0" normalizeH="0" baseline="0" noProof="0" dirty="0">
                <a:ln>
                  <a:noFill/>
                </a:ln>
                <a:solidFill>
                  <a:srgbClr val="841A14"/>
                </a:solidFill>
                <a:effectLst/>
                <a:uLnTx/>
                <a:uFillTx/>
                <a:latin typeface="Comic Sans MS" panose="030F0702030302020204" pitchFamily="66" charset="0"/>
                <a:ea typeface="+mn-ea"/>
                <a:cs typeface="+mn-cs"/>
              </a:rPr>
              <a:t>Chapitre</a:t>
            </a:r>
            <a:r>
              <a:rPr kumimoji="0" lang="fr-FR" sz="4400" b="1" i="0" u="none" strike="noStrike" kern="1200" cap="none" spc="0" normalizeH="0" baseline="0" noProof="0" dirty="0">
                <a:ln>
                  <a:noFill/>
                </a:ln>
                <a:solidFill>
                  <a:srgbClr val="404040"/>
                </a:solidFill>
                <a:effectLst/>
                <a:uLnTx/>
                <a:uFillTx/>
                <a:latin typeface="Comic Sans MS" panose="030F0702030302020204" pitchFamily="66" charset="0"/>
                <a:ea typeface="Comic Sans MS" panose="030F0702030302020204" pitchFamily="66" charset="0"/>
                <a:cs typeface="Comic Sans MS" panose="030F0702030302020204" pitchFamily="66" charset="0"/>
              </a:rPr>
              <a:t> </a:t>
            </a:r>
            <a:r>
              <a:rPr lang="fr-FR" sz="4400" b="1" dirty="0">
                <a:solidFill>
                  <a:srgbClr val="841A14"/>
                </a:solidFill>
                <a:latin typeface="Comic Sans MS" panose="030F0702030302020204" pitchFamily="66" charset="0"/>
                <a:ea typeface="Comic Sans MS" panose="030F0702030302020204" pitchFamily="66" charset="0"/>
                <a:cs typeface="Comic Sans MS" panose="030F0702030302020204" pitchFamily="66" charset="0"/>
              </a:rPr>
              <a:t>1</a:t>
            </a:r>
            <a:r>
              <a:rPr kumimoji="0" lang="fr-FR" sz="4400" b="1" i="0" u="none" strike="noStrike" kern="1200" cap="none" spc="0" normalizeH="0" baseline="0" noProof="0" dirty="0">
                <a:ln>
                  <a:noFill/>
                </a:ln>
                <a:solidFill>
                  <a:srgbClr val="841A14"/>
                </a:solidFill>
                <a:effectLst/>
                <a:uLnTx/>
                <a:uFillTx/>
                <a:latin typeface="Comic Sans MS" panose="030F0702030302020204" pitchFamily="66" charset="0"/>
                <a:ea typeface="+mn-ea"/>
                <a:cs typeface="+mn-cs"/>
              </a:rPr>
              <a:t> : </a:t>
            </a:r>
            <a:r>
              <a:rPr lang="fr-FR" sz="4400" b="1" dirty="0">
                <a:solidFill>
                  <a:srgbClr val="841A14"/>
                </a:solidFill>
                <a:latin typeface="Comic Sans MS" panose="030F0702030302020204" pitchFamily="66" charset="0"/>
              </a:rPr>
              <a:t>Rappel aux tests logiciels </a:t>
            </a:r>
          </a:p>
        </p:txBody>
      </p:sp>
      <p:grpSp>
        <p:nvGrpSpPr>
          <p:cNvPr id="24" name="Group 10874">
            <a:extLst>
              <a:ext uri="{FF2B5EF4-FFF2-40B4-BE49-F238E27FC236}">
                <a16:creationId xmlns:a16="http://schemas.microsoft.com/office/drawing/2014/main" id="{28EB5E96-AB81-4F35-9561-F0C722E9B970}"/>
              </a:ext>
            </a:extLst>
          </p:cNvPr>
          <p:cNvGrpSpPr/>
          <p:nvPr/>
        </p:nvGrpSpPr>
        <p:grpSpPr>
          <a:xfrm>
            <a:off x="1823599" y="4414168"/>
            <a:ext cx="8035290" cy="0"/>
            <a:chOff x="0" y="0"/>
            <a:chExt cx="8035862" cy="1"/>
          </a:xfrm>
        </p:grpSpPr>
        <p:sp>
          <p:nvSpPr>
            <p:cNvPr id="25" name="Shape 38">
              <a:extLst>
                <a:ext uri="{FF2B5EF4-FFF2-40B4-BE49-F238E27FC236}">
                  <a16:creationId xmlns:a16="http://schemas.microsoft.com/office/drawing/2014/main" id="{7AE34342-C330-42AF-B509-871B69752D84}"/>
                </a:ext>
              </a:extLst>
            </p:cNvPr>
            <p:cNvSpPr/>
            <p:nvPr/>
          </p:nvSpPr>
          <p:spPr>
            <a:xfrm>
              <a:off x="0" y="0"/>
              <a:ext cx="8035862" cy="1"/>
            </a:xfrm>
            <a:custGeom>
              <a:avLst/>
              <a:gdLst/>
              <a:ahLst/>
              <a:cxnLst/>
              <a:rect l="0" t="0" r="0" b="0"/>
              <a:pathLst>
                <a:path w="8035862" h="1">
                  <a:moveTo>
                    <a:pt x="0" y="0"/>
                  </a:moveTo>
                  <a:lnTo>
                    <a:pt x="8035862" y="1"/>
                  </a:lnTo>
                </a:path>
              </a:pathLst>
            </a:custGeom>
            <a:ln w="12700" cap="flat">
              <a:solidFill>
                <a:schemeClr val="accent1"/>
              </a:solidFill>
              <a:round/>
            </a:ln>
          </p:spPr>
          <p:style>
            <a:lnRef idx="1">
              <a:srgbClr val="D34817"/>
            </a:lnRef>
            <a:fillRef idx="0">
              <a:srgbClr val="000000">
                <a:alpha val="0"/>
              </a:srgbClr>
            </a:fillRef>
            <a:effectRef idx="0">
              <a:scrgbClr r="0" g="0" b="0"/>
            </a:effectRef>
            <a:fontRef idx="none"/>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Franklin Gothic Book" panose="020B0503020102020204"/>
                <a:ea typeface="+mn-ea"/>
                <a:cs typeface="+mn-cs"/>
              </a:endParaRPr>
            </a:p>
          </p:txBody>
        </p:sp>
      </p:grpSp>
      <p:sp>
        <p:nvSpPr>
          <p:cNvPr id="5" name="Espace réservé du numéro de diapositive 4">
            <a:extLst>
              <a:ext uri="{FF2B5EF4-FFF2-40B4-BE49-F238E27FC236}">
                <a16:creationId xmlns:a16="http://schemas.microsoft.com/office/drawing/2014/main" id="{DC0508E6-54B0-45ED-9752-EA356587696A}"/>
              </a:ext>
            </a:extLst>
          </p:cNvPr>
          <p:cNvSpPr>
            <a:spLocks noGrp="1"/>
          </p:cNvSpPr>
          <p:nvPr>
            <p:ph type="sldNum" sz="quarter" idx="12"/>
          </p:nvPr>
        </p:nvSpPr>
        <p:spPr/>
        <p:txBody>
          <a:bodyPr/>
          <a:lstStyle/>
          <a:p>
            <a:fld id="{69E57DC2-970A-4B3E-BB1C-7A09969E49DF}" type="slidenum">
              <a:rPr lang="en-US" smtClean="0"/>
              <a:t>3</a:t>
            </a:fld>
            <a:endParaRPr lang="en-US" dirty="0"/>
          </a:p>
        </p:txBody>
      </p:sp>
      <p:sp>
        <p:nvSpPr>
          <p:cNvPr id="3" name="Espace réservé du pied de page 2">
            <a:extLst>
              <a:ext uri="{FF2B5EF4-FFF2-40B4-BE49-F238E27FC236}">
                <a16:creationId xmlns:a16="http://schemas.microsoft.com/office/drawing/2014/main" id="{8F247E97-478D-456B-B6B0-36A8511B603A}"/>
              </a:ext>
            </a:extLst>
          </p:cNvPr>
          <p:cNvSpPr>
            <a:spLocks noGrp="1"/>
          </p:cNvSpPr>
          <p:nvPr>
            <p:ph type="ftr" sz="quarter" idx="11"/>
          </p:nvPr>
        </p:nvSpPr>
        <p:spPr/>
        <p:txBody>
          <a:bodyPr/>
          <a:lstStyle/>
          <a:p>
            <a:r>
              <a:rPr lang="en-US"/>
              <a:t>Introduction aux tests logiciel</a:t>
            </a:r>
            <a:endParaRPr lang="en-US" dirty="0"/>
          </a:p>
        </p:txBody>
      </p:sp>
    </p:spTree>
    <p:extLst>
      <p:ext uri="{BB962C8B-B14F-4D97-AF65-F5344CB8AC3E}">
        <p14:creationId xmlns:p14="http://schemas.microsoft.com/office/powerpoint/2010/main" val="27734672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2DDD56DF-3E5A-480E-A2AA-1BC3A181812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grpSp>
        <p:nvGrpSpPr>
          <p:cNvPr id="6" name="Group 10874">
            <a:extLst>
              <a:ext uri="{FF2B5EF4-FFF2-40B4-BE49-F238E27FC236}">
                <a16:creationId xmlns:a16="http://schemas.microsoft.com/office/drawing/2014/main" id="{DF2223EF-692A-4DAD-9E26-41C37300EFBA}"/>
              </a:ext>
            </a:extLst>
          </p:cNvPr>
          <p:cNvGrpSpPr/>
          <p:nvPr/>
        </p:nvGrpSpPr>
        <p:grpSpPr>
          <a:xfrm>
            <a:off x="2078355" y="1200955"/>
            <a:ext cx="8035290" cy="0"/>
            <a:chOff x="0" y="0"/>
            <a:chExt cx="8035862" cy="1"/>
          </a:xfrm>
        </p:grpSpPr>
        <p:sp>
          <p:nvSpPr>
            <p:cNvPr id="7" name="Shape 38">
              <a:extLst>
                <a:ext uri="{FF2B5EF4-FFF2-40B4-BE49-F238E27FC236}">
                  <a16:creationId xmlns:a16="http://schemas.microsoft.com/office/drawing/2014/main" id="{1F2821A6-165A-4180-8F45-0692F4043801}"/>
                </a:ext>
              </a:extLst>
            </p:cNvPr>
            <p:cNvSpPr/>
            <p:nvPr/>
          </p:nvSpPr>
          <p:spPr>
            <a:xfrm>
              <a:off x="0" y="0"/>
              <a:ext cx="8035862" cy="1"/>
            </a:xfrm>
            <a:custGeom>
              <a:avLst/>
              <a:gdLst/>
              <a:ahLst/>
              <a:cxnLst/>
              <a:rect l="0" t="0" r="0" b="0"/>
              <a:pathLst>
                <a:path w="8035862" h="1">
                  <a:moveTo>
                    <a:pt x="0" y="0"/>
                  </a:moveTo>
                  <a:lnTo>
                    <a:pt x="8035862" y="1"/>
                  </a:lnTo>
                </a:path>
              </a:pathLst>
            </a:custGeom>
            <a:ln w="12700" cap="flat">
              <a:round/>
            </a:ln>
          </p:spPr>
          <p:style>
            <a:lnRef idx="1">
              <a:srgbClr val="D34817"/>
            </a:lnRef>
            <a:fillRef idx="0">
              <a:srgbClr val="000000">
                <a:alpha val="0"/>
              </a:srgbClr>
            </a:fillRef>
            <a:effectRef idx="0">
              <a:scrgbClr r="0" g="0" b="0"/>
            </a:effectRef>
            <a:fontRef idx="none"/>
          </p:style>
          <p:txBody>
            <a:bodyPr/>
            <a:lstStyle/>
            <a:p>
              <a:endParaRPr lang="fr-FR"/>
            </a:p>
          </p:txBody>
        </p:sp>
      </p:grpSp>
      <p:graphicFrame>
        <p:nvGraphicFramePr>
          <p:cNvPr id="8" name="Tableau 7">
            <a:extLst>
              <a:ext uri="{FF2B5EF4-FFF2-40B4-BE49-F238E27FC236}">
                <a16:creationId xmlns:a16="http://schemas.microsoft.com/office/drawing/2014/main" id="{0C7C65B0-B555-4899-8EEB-F830590BC84A}"/>
              </a:ext>
            </a:extLst>
          </p:cNvPr>
          <p:cNvGraphicFramePr>
            <a:graphicFrameLocks noGrp="1"/>
          </p:cNvGraphicFramePr>
          <p:nvPr>
            <p:extLst>
              <p:ext uri="{D42A27DB-BD31-4B8C-83A1-F6EECF244321}">
                <p14:modId xmlns:p14="http://schemas.microsoft.com/office/powerpoint/2010/main" val="1501306345"/>
              </p:ext>
            </p:extLst>
          </p:nvPr>
        </p:nvGraphicFramePr>
        <p:xfrm>
          <a:off x="1719943" y="6437022"/>
          <a:ext cx="9601200" cy="378342"/>
        </p:xfrm>
        <a:graphic>
          <a:graphicData uri="http://schemas.openxmlformats.org/drawingml/2006/table">
            <a:tbl>
              <a:tblPr firstRow="1" firstCol="1" bandRow="1">
                <a:tableStyleId>{5C22544A-7EE6-4342-B048-85BDC9FD1C3A}</a:tableStyleId>
              </a:tblPr>
              <a:tblGrid>
                <a:gridCol w="9274337">
                  <a:extLst>
                    <a:ext uri="{9D8B030D-6E8A-4147-A177-3AD203B41FA5}">
                      <a16:colId xmlns:a16="http://schemas.microsoft.com/office/drawing/2014/main" val="2180616800"/>
                    </a:ext>
                  </a:extLst>
                </a:gridCol>
                <a:gridCol w="326863">
                  <a:extLst>
                    <a:ext uri="{9D8B030D-6E8A-4147-A177-3AD203B41FA5}">
                      <a16:colId xmlns:a16="http://schemas.microsoft.com/office/drawing/2014/main" val="3414485615"/>
                    </a:ext>
                  </a:extLst>
                </a:gridCol>
              </a:tblGrid>
              <a:tr h="378342">
                <a:tc>
                  <a:txBody>
                    <a:bodyPr/>
                    <a:lstStyle/>
                    <a:p>
                      <a:pPr marL="1184910" algn="ctr">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tc>
                  <a:txBody>
                    <a:bodyPr/>
                    <a:lstStyle/>
                    <a:p>
                      <a:pPr algn="l">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extLst>
                  <a:ext uri="{0D108BD9-81ED-4DB2-BD59-A6C34878D82A}">
                    <a16:rowId xmlns:a16="http://schemas.microsoft.com/office/drawing/2014/main" val="1343998695"/>
                  </a:ext>
                </a:extLst>
              </a:tr>
            </a:tbl>
          </a:graphicData>
        </a:graphic>
      </p:graphicFrame>
      <p:sp>
        <p:nvSpPr>
          <p:cNvPr id="14" name="ZoneTexte 13">
            <a:extLst>
              <a:ext uri="{FF2B5EF4-FFF2-40B4-BE49-F238E27FC236}">
                <a16:creationId xmlns:a16="http://schemas.microsoft.com/office/drawing/2014/main" id="{6086CC87-B770-4D8B-8C68-6BE3AA55C75F}"/>
              </a:ext>
            </a:extLst>
          </p:cNvPr>
          <p:cNvSpPr txBox="1"/>
          <p:nvPr/>
        </p:nvSpPr>
        <p:spPr>
          <a:xfrm>
            <a:off x="3048000" y="608858"/>
            <a:ext cx="6096000" cy="584775"/>
          </a:xfrm>
          <a:prstGeom prst="rect">
            <a:avLst/>
          </a:prstGeom>
          <a:noFill/>
        </p:spPr>
        <p:txBody>
          <a:bodyPr wrap="square">
            <a:spAutoFit/>
          </a:bodyPr>
          <a:lstStyle/>
          <a:p>
            <a:pPr algn="ctr"/>
            <a:r>
              <a:rPr lang="fr-FR" sz="3200" b="1" dirty="0">
                <a:solidFill>
                  <a:srgbClr val="404040"/>
                </a:solidFill>
                <a:effectLst/>
                <a:latin typeface="Comic Sans MS" panose="030F0702030302020204" pitchFamily="66" charset="0"/>
                <a:ea typeface="Comic Sans MS" panose="030F0702030302020204" pitchFamily="66" charset="0"/>
                <a:cs typeface="Comic Sans MS" panose="030F0702030302020204" pitchFamily="66" charset="0"/>
              </a:rPr>
              <a:t>Plan</a:t>
            </a:r>
            <a:endParaRPr lang="fr-FR" sz="3200" dirty="0"/>
          </a:p>
        </p:txBody>
      </p:sp>
      <p:sp>
        <p:nvSpPr>
          <p:cNvPr id="18" name="ZoneTexte 17">
            <a:extLst>
              <a:ext uri="{FF2B5EF4-FFF2-40B4-BE49-F238E27FC236}">
                <a16:creationId xmlns:a16="http://schemas.microsoft.com/office/drawing/2014/main" id="{E7B190D0-2EEA-4A51-851C-2943AE08D4CB}"/>
              </a:ext>
            </a:extLst>
          </p:cNvPr>
          <p:cNvSpPr txBox="1"/>
          <p:nvPr/>
        </p:nvSpPr>
        <p:spPr>
          <a:xfrm>
            <a:off x="1025868" y="1350367"/>
            <a:ext cx="10043160" cy="584775"/>
          </a:xfrm>
          <a:prstGeom prst="rect">
            <a:avLst/>
          </a:prstGeom>
          <a:noFill/>
        </p:spPr>
        <p:txBody>
          <a:bodyPr wrap="square">
            <a:spAutoFit/>
          </a:bodyPr>
          <a:lstStyle/>
          <a:p>
            <a:pPr>
              <a:buClr>
                <a:srgbClr val="F08F3E"/>
              </a:buClr>
            </a:pPr>
            <a:r>
              <a:rPr lang="fr-FR" sz="3200" b="1" dirty="0">
                <a:solidFill>
                  <a:srgbClr val="404040"/>
                </a:solidFill>
                <a:effectLst/>
                <a:latin typeface="Comic Sans MS" panose="030F0702030302020204" pitchFamily="66" charset="0"/>
                <a:ea typeface="Comic Sans MS" panose="030F0702030302020204" pitchFamily="66" charset="0"/>
                <a:cs typeface="Comic Sans MS" panose="030F0702030302020204" pitchFamily="66" charset="0"/>
              </a:rPr>
              <a:t>Chapitre 1 : </a:t>
            </a:r>
            <a:r>
              <a:rPr lang="fr-FR" sz="3200" b="0" i="0" u="none" strike="noStrike" baseline="0" dirty="0">
                <a:latin typeface="Comic Sans MS" panose="030F0702030302020204" pitchFamily="66" charset="0"/>
              </a:rPr>
              <a:t>Rappel</a:t>
            </a:r>
          </a:p>
        </p:txBody>
      </p:sp>
      <p:sp>
        <p:nvSpPr>
          <p:cNvPr id="11" name="ZoneTexte 10">
            <a:extLst>
              <a:ext uri="{FF2B5EF4-FFF2-40B4-BE49-F238E27FC236}">
                <a16:creationId xmlns:a16="http://schemas.microsoft.com/office/drawing/2014/main" id="{831F3776-4083-4466-A698-30C897B4B269}"/>
              </a:ext>
            </a:extLst>
          </p:cNvPr>
          <p:cNvSpPr txBox="1"/>
          <p:nvPr/>
        </p:nvSpPr>
        <p:spPr>
          <a:xfrm>
            <a:off x="3026103" y="4813838"/>
            <a:ext cx="6096000" cy="461665"/>
          </a:xfrm>
          <a:prstGeom prst="rect">
            <a:avLst/>
          </a:prstGeom>
          <a:noFill/>
        </p:spPr>
        <p:txBody>
          <a:bodyPr wrap="square">
            <a:spAutoFit/>
          </a:bodyPr>
          <a:lstStyle/>
          <a:p>
            <a:pPr algn="l"/>
            <a:r>
              <a:rPr lang="fr-FR" sz="2400" b="0" i="0" u="none" strike="noStrike" baseline="0" dirty="0">
                <a:latin typeface="Comic Sans MS" panose="030F0702030302020204" pitchFamily="66" charset="0"/>
              </a:rPr>
              <a:t>Quelques principes de base</a:t>
            </a:r>
            <a:endParaRPr lang="fr-FR" sz="2400" dirty="0">
              <a:latin typeface="Comic Sans MS" panose="030F0702030302020204" pitchFamily="66" charset="0"/>
            </a:endParaRPr>
          </a:p>
        </p:txBody>
      </p:sp>
      <p:sp>
        <p:nvSpPr>
          <p:cNvPr id="15" name="ZoneTexte 14">
            <a:extLst>
              <a:ext uri="{FF2B5EF4-FFF2-40B4-BE49-F238E27FC236}">
                <a16:creationId xmlns:a16="http://schemas.microsoft.com/office/drawing/2014/main" id="{C9E2AF56-4A0E-449F-8248-BBD3DF949E08}"/>
              </a:ext>
            </a:extLst>
          </p:cNvPr>
          <p:cNvSpPr txBox="1"/>
          <p:nvPr/>
        </p:nvSpPr>
        <p:spPr>
          <a:xfrm>
            <a:off x="3074655" y="2296104"/>
            <a:ext cx="7994373" cy="461665"/>
          </a:xfrm>
          <a:prstGeom prst="rect">
            <a:avLst/>
          </a:prstGeom>
          <a:noFill/>
        </p:spPr>
        <p:txBody>
          <a:bodyPr wrap="square">
            <a:spAutoFit/>
          </a:bodyPr>
          <a:lstStyle/>
          <a:p>
            <a:r>
              <a:rPr lang="fr-FR" sz="2400" dirty="0">
                <a:latin typeface="Comic Sans MS" panose="030F0702030302020204" pitchFamily="66" charset="0"/>
              </a:rPr>
              <a:t>Définitions, Importance et Réalités des tests logiciel</a:t>
            </a:r>
          </a:p>
        </p:txBody>
      </p:sp>
      <p:sp>
        <p:nvSpPr>
          <p:cNvPr id="17" name="ZoneTexte 16">
            <a:extLst>
              <a:ext uri="{FF2B5EF4-FFF2-40B4-BE49-F238E27FC236}">
                <a16:creationId xmlns:a16="http://schemas.microsoft.com/office/drawing/2014/main" id="{BDF7072C-D03D-4E5D-BA18-C8AB4439D84C}"/>
              </a:ext>
            </a:extLst>
          </p:cNvPr>
          <p:cNvSpPr txBox="1"/>
          <p:nvPr/>
        </p:nvSpPr>
        <p:spPr>
          <a:xfrm>
            <a:off x="3074655" y="2850257"/>
            <a:ext cx="6096000" cy="461665"/>
          </a:xfrm>
          <a:prstGeom prst="rect">
            <a:avLst/>
          </a:prstGeom>
          <a:noFill/>
        </p:spPr>
        <p:txBody>
          <a:bodyPr wrap="square">
            <a:spAutoFit/>
          </a:bodyPr>
          <a:lstStyle/>
          <a:p>
            <a:pPr algn="l"/>
            <a:r>
              <a:rPr lang="fr-FR" sz="2400" b="0" i="0" u="none" strike="noStrike" baseline="0" dirty="0">
                <a:latin typeface="Comic Sans MS" panose="030F0702030302020204" pitchFamily="66" charset="0"/>
              </a:rPr>
              <a:t>Que teste-t-on ? </a:t>
            </a:r>
          </a:p>
        </p:txBody>
      </p:sp>
      <p:sp>
        <p:nvSpPr>
          <p:cNvPr id="5" name="Espace réservé du numéro de diapositive 4">
            <a:extLst>
              <a:ext uri="{FF2B5EF4-FFF2-40B4-BE49-F238E27FC236}">
                <a16:creationId xmlns:a16="http://schemas.microsoft.com/office/drawing/2014/main" id="{2003F47B-7CAE-436B-AD95-B3E4ACB18825}"/>
              </a:ext>
            </a:extLst>
          </p:cNvPr>
          <p:cNvSpPr>
            <a:spLocks noGrp="1"/>
          </p:cNvSpPr>
          <p:nvPr>
            <p:ph type="sldNum" sz="quarter" idx="12"/>
          </p:nvPr>
        </p:nvSpPr>
        <p:spPr/>
        <p:txBody>
          <a:bodyPr/>
          <a:lstStyle/>
          <a:p>
            <a:fld id="{69E57DC2-970A-4B3E-BB1C-7A09969E49DF}" type="slidenum">
              <a:rPr lang="en-US" smtClean="0"/>
              <a:t>4</a:t>
            </a:fld>
            <a:endParaRPr lang="en-US" dirty="0"/>
          </a:p>
        </p:txBody>
      </p:sp>
      <p:sp>
        <p:nvSpPr>
          <p:cNvPr id="3" name="Espace réservé du pied de page 2">
            <a:extLst>
              <a:ext uri="{FF2B5EF4-FFF2-40B4-BE49-F238E27FC236}">
                <a16:creationId xmlns:a16="http://schemas.microsoft.com/office/drawing/2014/main" id="{3C00D4A1-977A-433C-9180-E8E6AB0BB07A}"/>
              </a:ext>
            </a:extLst>
          </p:cNvPr>
          <p:cNvSpPr>
            <a:spLocks noGrp="1"/>
          </p:cNvSpPr>
          <p:nvPr>
            <p:ph type="ftr" sz="quarter" idx="11"/>
          </p:nvPr>
        </p:nvSpPr>
        <p:spPr/>
        <p:txBody>
          <a:bodyPr/>
          <a:lstStyle/>
          <a:p>
            <a:r>
              <a:rPr lang="en-US"/>
              <a:t>Introduction aux tests logiciel</a:t>
            </a:r>
            <a:endParaRPr lang="en-US" dirty="0"/>
          </a:p>
        </p:txBody>
      </p:sp>
      <p:sp>
        <p:nvSpPr>
          <p:cNvPr id="16" name="ZoneTexte 15">
            <a:extLst>
              <a:ext uri="{FF2B5EF4-FFF2-40B4-BE49-F238E27FC236}">
                <a16:creationId xmlns:a16="http://schemas.microsoft.com/office/drawing/2014/main" id="{23628446-453D-4159-BEDA-1E229DC095BB}"/>
              </a:ext>
            </a:extLst>
          </p:cNvPr>
          <p:cNvSpPr txBox="1"/>
          <p:nvPr/>
        </p:nvSpPr>
        <p:spPr>
          <a:xfrm>
            <a:off x="3026103" y="3508080"/>
            <a:ext cx="6096000" cy="461665"/>
          </a:xfrm>
          <a:prstGeom prst="rect">
            <a:avLst/>
          </a:prstGeom>
          <a:noFill/>
        </p:spPr>
        <p:txBody>
          <a:bodyPr wrap="square">
            <a:spAutoFit/>
          </a:bodyPr>
          <a:lstStyle/>
          <a:p>
            <a:pPr algn="l"/>
            <a:r>
              <a:rPr lang="fr-FR" sz="2400" b="0" i="0" u="none" strike="noStrike" baseline="0" dirty="0">
                <a:latin typeface="Comic Sans MS" panose="030F0702030302020204" pitchFamily="66" charset="0"/>
              </a:rPr>
              <a:t>Comment teste-t-on ? </a:t>
            </a:r>
          </a:p>
        </p:txBody>
      </p:sp>
      <p:sp>
        <p:nvSpPr>
          <p:cNvPr id="20" name="ZoneTexte 19">
            <a:extLst>
              <a:ext uri="{FF2B5EF4-FFF2-40B4-BE49-F238E27FC236}">
                <a16:creationId xmlns:a16="http://schemas.microsoft.com/office/drawing/2014/main" id="{A9A404E2-1EBE-4007-A68B-DB4544E673E6}"/>
              </a:ext>
            </a:extLst>
          </p:cNvPr>
          <p:cNvSpPr txBox="1"/>
          <p:nvPr/>
        </p:nvSpPr>
        <p:spPr>
          <a:xfrm>
            <a:off x="3074655" y="4199734"/>
            <a:ext cx="6096000" cy="461665"/>
          </a:xfrm>
          <a:prstGeom prst="rect">
            <a:avLst/>
          </a:prstGeom>
          <a:noFill/>
        </p:spPr>
        <p:txBody>
          <a:bodyPr wrap="square">
            <a:spAutoFit/>
          </a:bodyPr>
          <a:lstStyle/>
          <a:p>
            <a:pPr algn="l"/>
            <a:r>
              <a:rPr lang="fr-FR" sz="2400" b="0" i="0" u="none" strike="noStrike" baseline="0" dirty="0">
                <a:latin typeface="Comic Sans MS" panose="030F0702030302020204" pitchFamily="66" charset="0"/>
              </a:rPr>
              <a:t>Le métier du testeur</a:t>
            </a:r>
          </a:p>
        </p:txBody>
      </p:sp>
      <p:sp>
        <p:nvSpPr>
          <p:cNvPr id="4" name="ZoneTexte 3">
            <a:extLst>
              <a:ext uri="{FF2B5EF4-FFF2-40B4-BE49-F238E27FC236}">
                <a16:creationId xmlns:a16="http://schemas.microsoft.com/office/drawing/2014/main" id="{982BDDFF-FB7D-D68C-77FE-54AFB2934EF3}"/>
              </a:ext>
            </a:extLst>
          </p:cNvPr>
          <p:cNvSpPr txBox="1"/>
          <p:nvPr/>
        </p:nvSpPr>
        <p:spPr>
          <a:xfrm>
            <a:off x="3012634" y="5427135"/>
            <a:ext cx="6096000" cy="461665"/>
          </a:xfrm>
          <a:prstGeom prst="rect">
            <a:avLst/>
          </a:prstGeom>
          <a:noFill/>
        </p:spPr>
        <p:txBody>
          <a:bodyPr wrap="square">
            <a:spAutoFit/>
          </a:bodyPr>
          <a:lstStyle/>
          <a:p>
            <a:pPr algn="l"/>
            <a:r>
              <a:rPr lang="fr-FR" sz="2400" b="0" i="0" u="none" strike="noStrike" baseline="0" dirty="0">
                <a:latin typeface="Comic Sans MS" panose="030F0702030302020204" pitchFamily="66" charset="0"/>
              </a:rPr>
              <a:t>Les diffèrent types de testes</a:t>
            </a:r>
            <a:endParaRPr lang="fr-FR" sz="2400" dirty="0">
              <a:latin typeface="Comic Sans MS" panose="030F0702030302020204" pitchFamily="66" charset="0"/>
            </a:endParaRPr>
          </a:p>
        </p:txBody>
      </p:sp>
    </p:spTree>
    <p:extLst>
      <p:ext uri="{BB962C8B-B14F-4D97-AF65-F5344CB8AC3E}">
        <p14:creationId xmlns:p14="http://schemas.microsoft.com/office/powerpoint/2010/main" val="5251098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2DDD56DF-3E5A-480E-A2AA-1BC3A181812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grpSp>
        <p:nvGrpSpPr>
          <p:cNvPr id="6" name="Group 10874">
            <a:extLst>
              <a:ext uri="{FF2B5EF4-FFF2-40B4-BE49-F238E27FC236}">
                <a16:creationId xmlns:a16="http://schemas.microsoft.com/office/drawing/2014/main" id="{DF2223EF-692A-4DAD-9E26-41C37300EFBA}"/>
              </a:ext>
            </a:extLst>
          </p:cNvPr>
          <p:cNvGrpSpPr/>
          <p:nvPr/>
        </p:nvGrpSpPr>
        <p:grpSpPr>
          <a:xfrm>
            <a:off x="2035356" y="3787821"/>
            <a:ext cx="8035290" cy="0"/>
            <a:chOff x="0" y="0"/>
            <a:chExt cx="8035862" cy="1"/>
          </a:xfrm>
        </p:grpSpPr>
        <p:sp>
          <p:nvSpPr>
            <p:cNvPr id="7" name="Shape 38">
              <a:extLst>
                <a:ext uri="{FF2B5EF4-FFF2-40B4-BE49-F238E27FC236}">
                  <a16:creationId xmlns:a16="http://schemas.microsoft.com/office/drawing/2014/main" id="{1F2821A6-165A-4180-8F45-0692F4043801}"/>
                </a:ext>
              </a:extLst>
            </p:cNvPr>
            <p:cNvSpPr/>
            <p:nvPr/>
          </p:nvSpPr>
          <p:spPr>
            <a:xfrm>
              <a:off x="0" y="0"/>
              <a:ext cx="8035862" cy="1"/>
            </a:xfrm>
            <a:custGeom>
              <a:avLst/>
              <a:gdLst/>
              <a:ahLst/>
              <a:cxnLst/>
              <a:rect l="0" t="0" r="0" b="0"/>
              <a:pathLst>
                <a:path w="8035862" h="1">
                  <a:moveTo>
                    <a:pt x="0" y="0"/>
                  </a:moveTo>
                  <a:lnTo>
                    <a:pt x="8035862" y="1"/>
                  </a:lnTo>
                </a:path>
              </a:pathLst>
            </a:custGeom>
            <a:ln w="12700" cap="flat">
              <a:solidFill>
                <a:schemeClr val="accent1"/>
              </a:solidFill>
              <a:round/>
            </a:ln>
          </p:spPr>
          <p:style>
            <a:lnRef idx="1">
              <a:srgbClr val="D34817"/>
            </a:lnRef>
            <a:fillRef idx="0">
              <a:srgbClr val="000000">
                <a:alpha val="0"/>
              </a:srgbClr>
            </a:fillRef>
            <a:effectRef idx="0">
              <a:scrgbClr r="0" g="0" b="0"/>
            </a:effectRef>
            <a:fontRef idx="none"/>
          </p:style>
          <p:txBody>
            <a:bodyPr/>
            <a:lstStyle/>
            <a:p>
              <a:endParaRPr lang="fr-FR"/>
            </a:p>
          </p:txBody>
        </p:sp>
      </p:grpSp>
      <p:graphicFrame>
        <p:nvGraphicFramePr>
          <p:cNvPr id="8" name="Tableau 7">
            <a:extLst>
              <a:ext uri="{FF2B5EF4-FFF2-40B4-BE49-F238E27FC236}">
                <a16:creationId xmlns:a16="http://schemas.microsoft.com/office/drawing/2014/main" id="{0C7C65B0-B555-4899-8EEB-F830590BC84A}"/>
              </a:ext>
            </a:extLst>
          </p:cNvPr>
          <p:cNvGraphicFramePr>
            <a:graphicFrameLocks noGrp="1"/>
          </p:cNvGraphicFramePr>
          <p:nvPr/>
        </p:nvGraphicFramePr>
        <p:xfrm>
          <a:off x="1719943" y="6437022"/>
          <a:ext cx="9601200" cy="378342"/>
        </p:xfrm>
        <a:graphic>
          <a:graphicData uri="http://schemas.openxmlformats.org/drawingml/2006/table">
            <a:tbl>
              <a:tblPr firstRow="1" firstCol="1" bandRow="1">
                <a:tableStyleId>{5C22544A-7EE6-4342-B048-85BDC9FD1C3A}</a:tableStyleId>
              </a:tblPr>
              <a:tblGrid>
                <a:gridCol w="9274337">
                  <a:extLst>
                    <a:ext uri="{9D8B030D-6E8A-4147-A177-3AD203B41FA5}">
                      <a16:colId xmlns:a16="http://schemas.microsoft.com/office/drawing/2014/main" val="2180616800"/>
                    </a:ext>
                  </a:extLst>
                </a:gridCol>
                <a:gridCol w="326863">
                  <a:extLst>
                    <a:ext uri="{9D8B030D-6E8A-4147-A177-3AD203B41FA5}">
                      <a16:colId xmlns:a16="http://schemas.microsoft.com/office/drawing/2014/main" val="3414485615"/>
                    </a:ext>
                  </a:extLst>
                </a:gridCol>
              </a:tblGrid>
              <a:tr h="378342">
                <a:tc>
                  <a:txBody>
                    <a:bodyPr/>
                    <a:lstStyle/>
                    <a:p>
                      <a:pPr marL="1184910" algn="ctr">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tc>
                  <a:txBody>
                    <a:bodyPr/>
                    <a:lstStyle/>
                    <a:p>
                      <a:pPr algn="l">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extLst>
                  <a:ext uri="{0D108BD9-81ED-4DB2-BD59-A6C34878D82A}">
                    <a16:rowId xmlns:a16="http://schemas.microsoft.com/office/drawing/2014/main" val="1343998695"/>
                  </a:ext>
                </a:extLst>
              </a:tr>
            </a:tbl>
          </a:graphicData>
        </a:graphic>
      </p:graphicFrame>
      <p:sp>
        <p:nvSpPr>
          <p:cNvPr id="15" name="ZoneTexte 14">
            <a:extLst>
              <a:ext uri="{FF2B5EF4-FFF2-40B4-BE49-F238E27FC236}">
                <a16:creationId xmlns:a16="http://schemas.microsoft.com/office/drawing/2014/main" id="{3BA7FB43-B8A8-41A8-BCB4-2900EBC1673A}"/>
              </a:ext>
            </a:extLst>
          </p:cNvPr>
          <p:cNvSpPr txBox="1"/>
          <p:nvPr/>
        </p:nvSpPr>
        <p:spPr>
          <a:xfrm>
            <a:off x="2035356" y="2249097"/>
            <a:ext cx="9401447" cy="1311128"/>
          </a:xfrm>
          <a:prstGeom prst="rect">
            <a:avLst/>
          </a:prstGeom>
          <a:noFill/>
        </p:spPr>
        <p:txBody>
          <a:bodyPr wrap="square">
            <a:spAutoFit/>
          </a:bodyPr>
          <a:lstStyle/>
          <a:p>
            <a:pPr marL="1994535" indent="-1987550">
              <a:lnSpc>
                <a:spcPct val="90000"/>
              </a:lnSpc>
            </a:pPr>
            <a:r>
              <a:rPr lang="fr-FR" sz="4400" b="1" dirty="0">
                <a:solidFill>
                  <a:srgbClr val="841A14"/>
                </a:solidFill>
                <a:latin typeface="Comic Sans MS" panose="030F0702030302020204" pitchFamily="66" charset="0"/>
              </a:rPr>
              <a:t>Définitions, Importance et Réalités</a:t>
            </a:r>
          </a:p>
        </p:txBody>
      </p:sp>
      <p:sp>
        <p:nvSpPr>
          <p:cNvPr id="5" name="Espace réservé du numéro de diapositive 4">
            <a:extLst>
              <a:ext uri="{FF2B5EF4-FFF2-40B4-BE49-F238E27FC236}">
                <a16:creationId xmlns:a16="http://schemas.microsoft.com/office/drawing/2014/main" id="{4B085908-77F4-4C88-833A-D75E74C7A0AE}"/>
              </a:ext>
            </a:extLst>
          </p:cNvPr>
          <p:cNvSpPr>
            <a:spLocks noGrp="1"/>
          </p:cNvSpPr>
          <p:nvPr>
            <p:ph type="sldNum" sz="quarter" idx="12"/>
          </p:nvPr>
        </p:nvSpPr>
        <p:spPr/>
        <p:txBody>
          <a:bodyPr/>
          <a:lstStyle/>
          <a:p>
            <a:fld id="{69E57DC2-970A-4B3E-BB1C-7A09969E49DF}" type="slidenum">
              <a:rPr lang="en-US" smtClean="0"/>
              <a:t>5</a:t>
            </a:fld>
            <a:endParaRPr lang="en-US" dirty="0"/>
          </a:p>
        </p:txBody>
      </p:sp>
      <p:sp>
        <p:nvSpPr>
          <p:cNvPr id="3" name="Espace réservé du pied de page 2">
            <a:extLst>
              <a:ext uri="{FF2B5EF4-FFF2-40B4-BE49-F238E27FC236}">
                <a16:creationId xmlns:a16="http://schemas.microsoft.com/office/drawing/2014/main" id="{FDE44050-74E3-4BD1-B1E0-B64B87EC0342}"/>
              </a:ext>
            </a:extLst>
          </p:cNvPr>
          <p:cNvSpPr>
            <a:spLocks noGrp="1"/>
          </p:cNvSpPr>
          <p:nvPr>
            <p:ph type="ftr" sz="quarter" idx="11"/>
          </p:nvPr>
        </p:nvSpPr>
        <p:spPr/>
        <p:txBody>
          <a:bodyPr/>
          <a:lstStyle/>
          <a:p>
            <a:r>
              <a:rPr lang="en-US"/>
              <a:t>Introduction aux tests logiciel</a:t>
            </a:r>
            <a:endParaRPr lang="en-US" dirty="0"/>
          </a:p>
        </p:txBody>
      </p:sp>
    </p:spTree>
    <p:extLst>
      <p:ext uri="{BB962C8B-B14F-4D97-AF65-F5344CB8AC3E}">
        <p14:creationId xmlns:p14="http://schemas.microsoft.com/office/powerpoint/2010/main" val="29801954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2DDD56DF-3E5A-480E-A2AA-1BC3A181812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grpSp>
        <p:nvGrpSpPr>
          <p:cNvPr id="6" name="Group 10874">
            <a:extLst>
              <a:ext uri="{FF2B5EF4-FFF2-40B4-BE49-F238E27FC236}">
                <a16:creationId xmlns:a16="http://schemas.microsoft.com/office/drawing/2014/main" id="{DF2223EF-692A-4DAD-9E26-41C37300EFBA}"/>
              </a:ext>
            </a:extLst>
          </p:cNvPr>
          <p:cNvGrpSpPr/>
          <p:nvPr/>
        </p:nvGrpSpPr>
        <p:grpSpPr>
          <a:xfrm>
            <a:off x="1719943" y="1517061"/>
            <a:ext cx="8035290" cy="0"/>
            <a:chOff x="0" y="0"/>
            <a:chExt cx="8035862" cy="1"/>
          </a:xfrm>
        </p:grpSpPr>
        <p:sp>
          <p:nvSpPr>
            <p:cNvPr id="7" name="Shape 38">
              <a:extLst>
                <a:ext uri="{FF2B5EF4-FFF2-40B4-BE49-F238E27FC236}">
                  <a16:creationId xmlns:a16="http://schemas.microsoft.com/office/drawing/2014/main" id="{1F2821A6-165A-4180-8F45-0692F4043801}"/>
                </a:ext>
              </a:extLst>
            </p:cNvPr>
            <p:cNvSpPr/>
            <p:nvPr/>
          </p:nvSpPr>
          <p:spPr>
            <a:xfrm>
              <a:off x="0" y="0"/>
              <a:ext cx="8035862" cy="1"/>
            </a:xfrm>
            <a:custGeom>
              <a:avLst/>
              <a:gdLst/>
              <a:ahLst/>
              <a:cxnLst/>
              <a:rect l="0" t="0" r="0" b="0"/>
              <a:pathLst>
                <a:path w="8035862" h="1">
                  <a:moveTo>
                    <a:pt x="0" y="0"/>
                  </a:moveTo>
                  <a:lnTo>
                    <a:pt x="8035862" y="1"/>
                  </a:lnTo>
                </a:path>
              </a:pathLst>
            </a:custGeom>
            <a:ln w="12700" cap="flat">
              <a:round/>
            </a:ln>
          </p:spPr>
          <p:style>
            <a:lnRef idx="1">
              <a:srgbClr val="D34817"/>
            </a:lnRef>
            <a:fillRef idx="0">
              <a:srgbClr val="000000">
                <a:alpha val="0"/>
              </a:srgbClr>
            </a:fillRef>
            <a:effectRef idx="0">
              <a:scrgbClr r="0" g="0" b="0"/>
            </a:effectRef>
            <a:fontRef idx="none"/>
          </p:style>
          <p:txBody>
            <a:bodyPr/>
            <a:lstStyle/>
            <a:p>
              <a:endParaRPr lang="fr-FR"/>
            </a:p>
          </p:txBody>
        </p:sp>
      </p:grpSp>
      <p:graphicFrame>
        <p:nvGraphicFramePr>
          <p:cNvPr id="8" name="Tableau 7">
            <a:extLst>
              <a:ext uri="{FF2B5EF4-FFF2-40B4-BE49-F238E27FC236}">
                <a16:creationId xmlns:a16="http://schemas.microsoft.com/office/drawing/2014/main" id="{0C7C65B0-B555-4899-8EEB-F830590BC84A}"/>
              </a:ext>
            </a:extLst>
          </p:cNvPr>
          <p:cNvGraphicFramePr>
            <a:graphicFrameLocks noGrp="1"/>
          </p:cNvGraphicFramePr>
          <p:nvPr/>
        </p:nvGraphicFramePr>
        <p:xfrm>
          <a:off x="1719943" y="6437022"/>
          <a:ext cx="9601200" cy="378342"/>
        </p:xfrm>
        <a:graphic>
          <a:graphicData uri="http://schemas.openxmlformats.org/drawingml/2006/table">
            <a:tbl>
              <a:tblPr firstRow="1" firstCol="1" bandRow="1">
                <a:tableStyleId>{5C22544A-7EE6-4342-B048-85BDC9FD1C3A}</a:tableStyleId>
              </a:tblPr>
              <a:tblGrid>
                <a:gridCol w="9274337">
                  <a:extLst>
                    <a:ext uri="{9D8B030D-6E8A-4147-A177-3AD203B41FA5}">
                      <a16:colId xmlns:a16="http://schemas.microsoft.com/office/drawing/2014/main" val="2180616800"/>
                    </a:ext>
                  </a:extLst>
                </a:gridCol>
                <a:gridCol w="326863">
                  <a:extLst>
                    <a:ext uri="{9D8B030D-6E8A-4147-A177-3AD203B41FA5}">
                      <a16:colId xmlns:a16="http://schemas.microsoft.com/office/drawing/2014/main" val="3414485615"/>
                    </a:ext>
                  </a:extLst>
                </a:gridCol>
              </a:tblGrid>
              <a:tr h="378342">
                <a:tc>
                  <a:txBody>
                    <a:bodyPr/>
                    <a:lstStyle/>
                    <a:p>
                      <a:pPr marL="1184910" algn="ctr">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tc>
                  <a:txBody>
                    <a:bodyPr/>
                    <a:lstStyle/>
                    <a:p>
                      <a:pPr algn="l">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extLst>
                  <a:ext uri="{0D108BD9-81ED-4DB2-BD59-A6C34878D82A}">
                    <a16:rowId xmlns:a16="http://schemas.microsoft.com/office/drawing/2014/main" val="1343998695"/>
                  </a:ext>
                </a:extLst>
              </a:tr>
            </a:tbl>
          </a:graphicData>
        </a:graphic>
      </p:graphicFrame>
      <p:sp>
        <p:nvSpPr>
          <p:cNvPr id="15" name="ZoneTexte 14">
            <a:extLst>
              <a:ext uri="{FF2B5EF4-FFF2-40B4-BE49-F238E27FC236}">
                <a16:creationId xmlns:a16="http://schemas.microsoft.com/office/drawing/2014/main" id="{3BA7FB43-B8A8-41A8-BCB4-2900EBC1673A}"/>
              </a:ext>
            </a:extLst>
          </p:cNvPr>
          <p:cNvSpPr txBox="1"/>
          <p:nvPr/>
        </p:nvSpPr>
        <p:spPr>
          <a:xfrm>
            <a:off x="1395276" y="420297"/>
            <a:ext cx="9401447" cy="701731"/>
          </a:xfrm>
          <a:prstGeom prst="rect">
            <a:avLst/>
          </a:prstGeom>
          <a:noFill/>
        </p:spPr>
        <p:txBody>
          <a:bodyPr wrap="square">
            <a:spAutoFit/>
          </a:bodyPr>
          <a:lstStyle/>
          <a:p>
            <a:pPr marL="1994535" indent="-1987550" algn="ctr">
              <a:lnSpc>
                <a:spcPct val="90000"/>
              </a:lnSpc>
            </a:pPr>
            <a:r>
              <a:rPr lang="fr-FR" sz="4400" b="1" dirty="0">
                <a:solidFill>
                  <a:srgbClr val="841A14"/>
                </a:solidFill>
                <a:latin typeface="Comic Sans MS" panose="030F0702030302020204" pitchFamily="66" charset="0"/>
              </a:rPr>
              <a:t>Définitions</a:t>
            </a:r>
          </a:p>
        </p:txBody>
      </p:sp>
      <p:sp>
        <p:nvSpPr>
          <p:cNvPr id="17" name="ZoneTexte 16">
            <a:extLst>
              <a:ext uri="{FF2B5EF4-FFF2-40B4-BE49-F238E27FC236}">
                <a16:creationId xmlns:a16="http://schemas.microsoft.com/office/drawing/2014/main" id="{9EF7B873-9FCC-48CE-8E17-AB614E4CD9D6}"/>
              </a:ext>
            </a:extLst>
          </p:cNvPr>
          <p:cNvSpPr txBox="1"/>
          <p:nvPr/>
        </p:nvSpPr>
        <p:spPr>
          <a:xfrm>
            <a:off x="1021080" y="2210269"/>
            <a:ext cx="10482943" cy="2437462"/>
          </a:xfrm>
          <a:prstGeom prst="rect">
            <a:avLst/>
          </a:prstGeom>
          <a:noFill/>
        </p:spPr>
        <p:txBody>
          <a:bodyPr wrap="square">
            <a:spAutoFit/>
          </a:bodyPr>
          <a:lstStyle/>
          <a:p>
            <a:pPr marL="441960" marR="382270" indent="-6350" algn="just">
              <a:lnSpc>
                <a:spcPct val="110000"/>
              </a:lnSpc>
              <a:spcAft>
                <a:spcPts val="3655"/>
              </a:spcAft>
            </a:pPr>
            <a:r>
              <a:rPr lang="fr-FR" sz="2800" dirty="0">
                <a:solidFill>
                  <a:srgbClr val="404040"/>
                </a:solidFill>
                <a:effectLst/>
                <a:latin typeface="Comic Sans MS" panose="030F0702030302020204" pitchFamily="66" charset="0"/>
                <a:ea typeface="Comic Sans MS" panose="030F0702030302020204" pitchFamily="66" charset="0"/>
                <a:cs typeface="Comic Sans MS" panose="030F0702030302020204" pitchFamily="66" charset="0"/>
              </a:rPr>
              <a:t>« Le test est l'</a:t>
            </a:r>
            <a:r>
              <a:rPr lang="fr-FR" sz="2800" b="1" dirty="0">
                <a:solidFill>
                  <a:srgbClr val="404040"/>
                </a:solidFill>
                <a:effectLst/>
                <a:latin typeface="Comic Sans MS" panose="030F0702030302020204" pitchFamily="66" charset="0"/>
                <a:ea typeface="Comic Sans MS" panose="030F0702030302020204" pitchFamily="66" charset="0"/>
                <a:cs typeface="Comic Sans MS" panose="030F0702030302020204" pitchFamily="66" charset="0"/>
              </a:rPr>
              <a:t>exécution </a:t>
            </a:r>
            <a:r>
              <a:rPr lang="fr-FR" sz="2800" dirty="0">
                <a:solidFill>
                  <a:srgbClr val="404040"/>
                </a:solidFill>
                <a:effectLst/>
                <a:latin typeface="Comic Sans MS" panose="030F0702030302020204" pitchFamily="66" charset="0"/>
                <a:ea typeface="Comic Sans MS" panose="030F0702030302020204" pitchFamily="66" charset="0"/>
                <a:cs typeface="Comic Sans MS" panose="030F0702030302020204" pitchFamily="66" charset="0"/>
              </a:rPr>
              <a:t>ou </a:t>
            </a:r>
            <a:r>
              <a:rPr lang="fr-FR" sz="2800" b="1" dirty="0">
                <a:solidFill>
                  <a:srgbClr val="404040"/>
                </a:solidFill>
                <a:effectLst/>
                <a:latin typeface="Comic Sans MS" panose="030F0702030302020204" pitchFamily="66" charset="0"/>
                <a:ea typeface="Comic Sans MS" panose="030F0702030302020204" pitchFamily="66" charset="0"/>
                <a:cs typeface="Comic Sans MS" panose="030F0702030302020204" pitchFamily="66" charset="0"/>
              </a:rPr>
              <a:t>l'évaluation </a:t>
            </a:r>
            <a:r>
              <a:rPr lang="fr-FR" sz="2800" dirty="0">
                <a:solidFill>
                  <a:srgbClr val="404040"/>
                </a:solidFill>
                <a:effectLst/>
                <a:latin typeface="Comic Sans MS" panose="030F0702030302020204" pitchFamily="66" charset="0"/>
                <a:ea typeface="Comic Sans MS" panose="030F0702030302020204" pitchFamily="66" charset="0"/>
                <a:cs typeface="Comic Sans MS" panose="030F0702030302020204" pitchFamily="66" charset="0"/>
              </a:rPr>
              <a:t>d’un système ou d'un composant par des moyens automatiques ou manuels, pour </a:t>
            </a:r>
            <a:r>
              <a:rPr lang="fr-FR" sz="2800" b="1" dirty="0">
                <a:solidFill>
                  <a:srgbClr val="404040"/>
                </a:solidFill>
                <a:effectLst/>
                <a:latin typeface="Comic Sans MS" panose="030F0702030302020204" pitchFamily="66" charset="0"/>
                <a:ea typeface="Comic Sans MS" panose="030F0702030302020204" pitchFamily="66" charset="0"/>
                <a:cs typeface="Comic Sans MS" panose="030F0702030302020204" pitchFamily="66" charset="0"/>
              </a:rPr>
              <a:t>vérifier qu'il répond à ses spécifications </a:t>
            </a:r>
            <a:r>
              <a:rPr lang="fr-FR" sz="2800" dirty="0">
                <a:solidFill>
                  <a:srgbClr val="404040"/>
                </a:solidFill>
                <a:effectLst/>
                <a:latin typeface="Comic Sans MS" panose="030F0702030302020204" pitchFamily="66" charset="0"/>
                <a:ea typeface="Comic Sans MS" panose="030F0702030302020204" pitchFamily="66" charset="0"/>
                <a:cs typeface="Comic Sans MS" panose="030F0702030302020204" pitchFamily="66" charset="0"/>
              </a:rPr>
              <a:t>ou </a:t>
            </a:r>
            <a:r>
              <a:rPr lang="fr-FR" sz="2800" b="1" dirty="0">
                <a:solidFill>
                  <a:srgbClr val="404040"/>
                </a:solidFill>
                <a:effectLst/>
                <a:latin typeface="Comic Sans MS" panose="030F0702030302020204" pitchFamily="66" charset="0"/>
                <a:ea typeface="Comic Sans MS" panose="030F0702030302020204" pitchFamily="66" charset="0"/>
                <a:cs typeface="Comic Sans MS" panose="030F0702030302020204" pitchFamily="66" charset="0"/>
              </a:rPr>
              <a:t>identifier les différences entre les résultats attendus et les résultats obtenus</a:t>
            </a:r>
            <a:r>
              <a:rPr lang="fr-FR" sz="2800" dirty="0">
                <a:solidFill>
                  <a:srgbClr val="404040"/>
                </a:solidFill>
                <a:effectLst/>
                <a:latin typeface="Comic Sans MS" panose="030F0702030302020204" pitchFamily="66" charset="0"/>
                <a:ea typeface="Comic Sans MS" panose="030F0702030302020204" pitchFamily="66" charset="0"/>
                <a:cs typeface="Comic Sans MS" panose="030F0702030302020204" pitchFamily="66" charset="0"/>
              </a:rPr>
              <a:t>.» IEEE</a:t>
            </a:r>
            <a:endParaRPr lang="fr-FR" sz="2800" dirty="0">
              <a:solidFill>
                <a:srgbClr val="000000"/>
              </a:solidFill>
              <a:effectLst/>
              <a:latin typeface="Calibri" panose="020F0502020204030204" pitchFamily="34" charset="0"/>
              <a:ea typeface="Calibri" panose="020F0502020204030204" pitchFamily="34" charset="0"/>
            </a:endParaRPr>
          </a:p>
        </p:txBody>
      </p:sp>
      <p:sp>
        <p:nvSpPr>
          <p:cNvPr id="5" name="Espace réservé du numéro de diapositive 4">
            <a:extLst>
              <a:ext uri="{FF2B5EF4-FFF2-40B4-BE49-F238E27FC236}">
                <a16:creationId xmlns:a16="http://schemas.microsoft.com/office/drawing/2014/main" id="{A6D72FD1-DC10-48CF-A0A7-7A9808883931}"/>
              </a:ext>
            </a:extLst>
          </p:cNvPr>
          <p:cNvSpPr>
            <a:spLocks noGrp="1"/>
          </p:cNvSpPr>
          <p:nvPr>
            <p:ph type="sldNum" sz="quarter" idx="12"/>
          </p:nvPr>
        </p:nvSpPr>
        <p:spPr/>
        <p:txBody>
          <a:bodyPr/>
          <a:lstStyle/>
          <a:p>
            <a:fld id="{69E57DC2-970A-4B3E-BB1C-7A09969E49DF}" type="slidenum">
              <a:rPr lang="en-US" smtClean="0"/>
              <a:t>6</a:t>
            </a:fld>
            <a:endParaRPr lang="en-US" dirty="0"/>
          </a:p>
        </p:txBody>
      </p:sp>
      <p:sp>
        <p:nvSpPr>
          <p:cNvPr id="3" name="Espace réservé du pied de page 2">
            <a:extLst>
              <a:ext uri="{FF2B5EF4-FFF2-40B4-BE49-F238E27FC236}">
                <a16:creationId xmlns:a16="http://schemas.microsoft.com/office/drawing/2014/main" id="{281AC370-4EA4-4169-B538-05673F2EB08C}"/>
              </a:ext>
            </a:extLst>
          </p:cNvPr>
          <p:cNvSpPr>
            <a:spLocks noGrp="1"/>
          </p:cNvSpPr>
          <p:nvPr>
            <p:ph type="ftr" sz="quarter" idx="11"/>
          </p:nvPr>
        </p:nvSpPr>
        <p:spPr/>
        <p:txBody>
          <a:bodyPr/>
          <a:lstStyle/>
          <a:p>
            <a:r>
              <a:rPr lang="en-US"/>
              <a:t>Introduction aux tests logiciel</a:t>
            </a:r>
            <a:endParaRPr lang="en-US" dirty="0"/>
          </a:p>
        </p:txBody>
      </p:sp>
    </p:spTree>
    <p:extLst>
      <p:ext uri="{BB962C8B-B14F-4D97-AF65-F5344CB8AC3E}">
        <p14:creationId xmlns:p14="http://schemas.microsoft.com/office/powerpoint/2010/main" val="24451436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2DDD56DF-3E5A-480E-A2AA-1BC3A181812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grpSp>
        <p:nvGrpSpPr>
          <p:cNvPr id="6" name="Group 10874">
            <a:extLst>
              <a:ext uri="{FF2B5EF4-FFF2-40B4-BE49-F238E27FC236}">
                <a16:creationId xmlns:a16="http://schemas.microsoft.com/office/drawing/2014/main" id="{DF2223EF-692A-4DAD-9E26-41C37300EFBA}"/>
              </a:ext>
            </a:extLst>
          </p:cNvPr>
          <p:cNvGrpSpPr/>
          <p:nvPr/>
        </p:nvGrpSpPr>
        <p:grpSpPr>
          <a:xfrm>
            <a:off x="1561010" y="1831216"/>
            <a:ext cx="8035290" cy="0"/>
            <a:chOff x="0" y="0"/>
            <a:chExt cx="8035862" cy="1"/>
          </a:xfrm>
        </p:grpSpPr>
        <p:sp>
          <p:nvSpPr>
            <p:cNvPr id="7" name="Shape 38">
              <a:extLst>
                <a:ext uri="{FF2B5EF4-FFF2-40B4-BE49-F238E27FC236}">
                  <a16:creationId xmlns:a16="http://schemas.microsoft.com/office/drawing/2014/main" id="{1F2821A6-165A-4180-8F45-0692F4043801}"/>
                </a:ext>
              </a:extLst>
            </p:cNvPr>
            <p:cNvSpPr/>
            <p:nvPr/>
          </p:nvSpPr>
          <p:spPr>
            <a:xfrm>
              <a:off x="0" y="0"/>
              <a:ext cx="8035862" cy="1"/>
            </a:xfrm>
            <a:custGeom>
              <a:avLst/>
              <a:gdLst/>
              <a:ahLst/>
              <a:cxnLst/>
              <a:rect l="0" t="0" r="0" b="0"/>
              <a:pathLst>
                <a:path w="8035862" h="1">
                  <a:moveTo>
                    <a:pt x="0" y="0"/>
                  </a:moveTo>
                  <a:lnTo>
                    <a:pt x="8035862" y="1"/>
                  </a:lnTo>
                </a:path>
              </a:pathLst>
            </a:custGeom>
            <a:ln w="12700" cap="flat">
              <a:round/>
            </a:ln>
          </p:spPr>
          <p:style>
            <a:lnRef idx="1">
              <a:srgbClr val="D34817"/>
            </a:lnRef>
            <a:fillRef idx="0">
              <a:srgbClr val="000000">
                <a:alpha val="0"/>
              </a:srgbClr>
            </a:fillRef>
            <a:effectRef idx="0">
              <a:scrgbClr r="0" g="0" b="0"/>
            </a:effectRef>
            <a:fontRef idx="none"/>
          </p:style>
          <p:txBody>
            <a:bodyPr/>
            <a:lstStyle/>
            <a:p>
              <a:endParaRPr lang="fr-FR"/>
            </a:p>
          </p:txBody>
        </p:sp>
      </p:grpSp>
      <p:graphicFrame>
        <p:nvGraphicFramePr>
          <p:cNvPr id="8" name="Tableau 7">
            <a:extLst>
              <a:ext uri="{FF2B5EF4-FFF2-40B4-BE49-F238E27FC236}">
                <a16:creationId xmlns:a16="http://schemas.microsoft.com/office/drawing/2014/main" id="{0C7C65B0-B555-4899-8EEB-F830590BC84A}"/>
              </a:ext>
            </a:extLst>
          </p:cNvPr>
          <p:cNvGraphicFramePr>
            <a:graphicFrameLocks noGrp="1"/>
          </p:cNvGraphicFramePr>
          <p:nvPr/>
        </p:nvGraphicFramePr>
        <p:xfrm>
          <a:off x="1719943" y="6437022"/>
          <a:ext cx="9601200" cy="378342"/>
        </p:xfrm>
        <a:graphic>
          <a:graphicData uri="http://schemas.openxmlformats.org/drawingml/2006/table">
            <a:tbl>
              <a:tblPr firstRow="1" firstCol="1" bandRow="1">
                <a:tableStyleId>{5C22544A-7EE6-4342-B048-85BDC9FD1C3A}</a:tableStyleId>
              </a:tblPr>
              <a:tblGrid>
                <a:gridCol w="9274337">
                  <a:extLst>
                    <a:ext uri="{9D8B030D-6E8A-4147-A177-3AD203B41FA5}">
                      <a16:colId xmlns:a16="http://schemas.microsoft.com/office/drawing/2014/main" val="2180616800"/>
                    </a:ext>
                  </a:extLst>
                </a:gridCol>
                <a:gridCol w="326863">
                  <a:extLst>
                    <a:ext uri="{9D8B030D-6E8A-4147-A177-3AD203B41FA5}">
                      <a16:colId xmlns:a16="http://schemas.microsoft.com/office/drawing/2014/main" val="3414485615"/>
                    </a:ext>
                  </a:extLst>
                </a:gridCol>
              </a:tblGrid>
              <a:tr h="378342">
                <a:tc>
                  <a:txBody>
                    <a:bodyPr/>
                    <a:lstStyle/>
                    <a:p>
                      <a:pPr marL="1184910" algn="ctr">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tc>
                  <a:txBody>
                    <a:bodyPr/>
                    <a:lstStyle/>
                    <a:p>
                      <a:pPr algn="l">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extLst>
                  <a:ext uri="{0D108BD9-81ED-4DB2-BD59-A6C34878D82A}">
                    <a16:rowId xmlns:a16="http://schemas.microsoft.com/office/drawing/2014/main" val="1343998695"/>
                  </a:ext>
                </a:extLst>
              </a:tr>
            </a:tbl>
          </a:graphicData>
        </a:graphic>
      </p:graphicFrame>
      <p:sp>
        <p:nvSpPr>
          <p:cNvPr id="9" name="ZoneTexte 8">
            <a:extLst>
              <a:ext uri="{FF2B5EF4-FFF2-40B4-BE49-F238E27FC236}">
                <a16:creationId xmlns:a16="http://schemas.microsoft.com/office/drawing/2014/main" id="{4CFECE9E-544E-4B42-9587-DF0172AFE3C3}"/>
              </a:ext>
            </a:extLst>
          </p:cNvPr>
          <p:cNvSpPr txBox="1"/>
          <p:nvPr/>
        </p:nvSpPr>
        <p:spPr>
          <a:xfrm>
            <a:off x="1719943" y="2404415"/>
            <a:ext cx="8201297" cy="1729704"/>
          </a:xfrm>
          <a:prstGeom prst="rect">
            <a:avLst/>
          </a:prstGeom>
          <a:noFill/>
        </p:spPr>
        <p:txBody>
          <a:bodyPr wrap="square">
            <a:spAutoFit/>
          </a:bodyPr>
          <a:lstStyle/>
          <a:p>
            <a:pPr marL="448310" indent="6350" algn="just">
              <a:lnSpc>
                <a:spcPct val="110000"/>
              </a:lnSpc>
              <a:spcAft>
                <a:spcPts val="25"/>
              </a:spcAft>
            </a:pPr>
            <a:r>
              <a:rPr lang="fr-FR" sz="2800" dirty="0">
                <a:solidFill>
                  <a:srgbClr val="404040"/>
                </a:solidFill>
                <a:effectLst/>
                <a:latin typeface="Comic Sans MS" panose="030F0702030302020204" pitchFamily="66" charset="0"/>
                <a:ea typeface="Comic Sans MS" panose="030F0702030302020204" pitchFamily="66" charset="0"/>
                <a:cs typeface="Comic Sans MS" panose="030F0702030302020204" pitchFamily="66" charset="0"/>
              </a:rPr>
              <a:t>« Tester, c'est </a:t>
            </a:r>
            <a:r>
              <a:rPr lang="fr-FR" sz="2800" b="1" dirty="0">
                <a:solidFill>
                  <a:srgbClr val="404040"/>
                </a:solidFill>
                <a:effectLst/>
                <a:latin typeface="Comic Sans MS" panose="030F0702030302020204" pitchFamily="66" charset="0"/>
                <a:ea typeface="Comic Sans MS" panose="030F0702030302020204" pitchFamily="66" charset="0"/>
                <a:cs typeface="Comic Sans MS" panose="030F0702030302020204" pitchFamily="66" charset="0"/>
              </a:rPr>
              <a:t>exécuter </a:t>
            </a:r>
            <a:r>
              <a:rPr lang="fr-FR" sz="2800" dirty="0">
                <a:solidFill>
                  <a:srgbClr val="404040"/>
                </a:solidFill>
                <a:effectLst/>
                <a:latin typeface="Comic Sans MS" panose="030F0702030302020204" pitchFamily="66" charset="0"/>
                <a:ea typeface="Comic Sans MS" panose="030F0702030302020204" pitchFamily="66" charset="0"/>
                <a:cs typeface="Comic Sans MS" panose="030F0702030302020204" pitchFamily="66" charset="0"/>
              </a:rPr>
              <a:t>le programme dans </a:t>
            </a:r>
            <a:endParaRPr lang="fr-FR" sz="2800" dirty="0">
              <a:solidFill>
                <a:srgbClr val="000000"/>
              </a:solidFill>
              <a:effectLst/>
              <a:latin typeface="Calibri" panose="020F0502020204030204" pitchFamily="34" charset="0"/>
              <a:ea typeface="Calibri" panose="020F0502020204030204" pitchFamily="34" charset="0"/>
            </a:endParaRPr>
          </a:p>
          <a:p>
            <a:pPr marL="414655" marR="941070" indent="21590" algn="just">
              <a:lnSpc>
                <a:spcPct val="90000"/>
              </a:lnSpc>
              <a:spcAft>
                <a:spcPts val="800"/>
              </a:spcAft>
            </a:pPr>
            <a:r>
              <a:rPr lang="fr-FR" sz="2800" b="1" dirty="0">
                <a:solidFill>
                  <a:srgbClr val="404040"/>
                </a:solidFill>
                <a:effectLst/>
                <a:latin typeface="Comic Sans MS" panose="030F0702030302020204" pitchFamily="66" charset="0"/>
                <a:ea typeface="Comic Sans MS" panose="030F0702030302020204" pitchFamily="66" charset="0"/>
                <a:cs typeface="Comic Sans MS" panose="030F0702030302020204" pitchFamily="66" charset="0"/>
              </a:rPr>
              <a:t>l'intention </a:t>
            </a:r>
            <a:r>
              <a:rPr lang="fr-FR" sz="2800" dirty="0">
                <a:solidFill>
                  <a:srgbClr val="404040"/>
                </a:solidFill>
                <a:effectLst/>
                <a:latin typeface="Comic Sans MS" panose="030F0702030302020204" pitchFamily="66" charset="0"/>
                <a:ea typeface="Comic Sans MS" panose="030F0702030302020204" pitchFamily="66" charset="0"/>
                <a:cs typeface="Comic Sans MS" panose="030F0702030302020204" pitchFamily="66" charset="0"/>
              </a:rPr>
              <a:t>d'y </a:t>
            </a:r>
            <a:r>
              <a:rPr lang="fr-FR" sz="2800" b="1" dirty="0">
                <a:solidFill>
                  <a:srgbClr val="404040"/>
                </a:solidFill>
                <a:effectLst/>
                <a:latin typeface="Comic Sans MS" panose="030F0702030302020204" pitchFamily="66" charset="0"/>
                <a:ea typeface="Comic Sans MS" panose="030F0702030302020204" pitchFamily="66" charset="0"/>
                <a:cs typeface="Comic Sans MS" panose="030F0702030302020204" pitchFamily="66" charset="0"/>
              </a:rPr>
              <a:t>trouver des anomalies </a:t>
            </a:r>
            <a:r>
              <a:rPr lang="fr-FR" sz="2800" dirty="0">
                <a:solidFill>
                  <a:srgbClr val="404040"/>
                </a:solidFill>
                <a:effectLst/>
                <a:latin typeface="Comic Sans MS" panose="030F0702030302020204" pitchFamily="66" charset="0"/>
                <a:ea typeface="Comic Sans MS" panose="030F0702030302020204" pitchFamily="66" charset="0"/>
                <a:cs typeface="Comic Sans MS" panose="030F0702030302020204" pitchFamily="66" charset="0"/>
              </a:rPr>
              <a:t>ou des défauts.» </a:t>
            </a:r>
            <a:r>
              <a:rPr lang="en-US" sz="2800" dirty="0">
                <a:solidFill>
                  <a:srgbClr val="404040"/>
                </a:solidFill>
                <a:effectLst/>
                <a:latin typeface="Comic Sans MS" panose="030F0702030302020204" pitchFamily="66" charset="0"/>
                <a:ea typeface="Comic Sans MS" panose="030F0702030302020204" pitchFamily="66" charset="0"/>
                <a:cs typeface="Comic Sans MS" panose="030F0702030302020204" pitchFamily="66" charset="0"/>
              </a:rPr>
              <a:t>G. Myers The Art of Software testing</a:t>
            </a:r>
            <a:endParaRPr lang="fr-FR" sz="2800" dirty="0">
              <a:solidFill>
                <a:srgbClr val="000000"/>
              </a:solidFill>
              <a:effectLst/>
              <a:latin typeface="Calibri" panose="020F0502020204030204" pitchFamily="34" charset="0"/>
              <a:ea typeface="Calibri" panose="020F0502020204030204" pitchFamily="34" charset="0"/>
            </a:endParaRPr>
          </a:p>
        </p:txBody>
      </p:sp>
      <p:sp>
        <p:nvSpPr>
          <p:cNvPr id="12" name="ZoneTexte 11">
            <a:extLst>
              <a:ext uri="{FF2B5EF4-FFF2-40B4-BE49-F238E27FC236}">
                <a16:creationId xmlns:a16="http://schemas.microsoft.com/office/drawing/2014/main" id="{45B7021B-3AED-40C8-9222-235A136115BB}"/>
              </a:ext>
            </a:extLst>
          </p:cNvPr>
          <p:cNvSpPr txBox="1"/>
          <p:nvPr/>
        </p:nvSpPr>
        <p:spPr>
          <a:xfrm>
            <a:off x="877931" y="807971"/>
            <a:ext cx="9401447" cy="701731"/>
          </a:xfrm>
          <a:prstGeom prst="rect">
            <a:avLst/>
          </a:prstGeom>
          <a:noFill/>
        </p:spPr>
        <p:txBody>
          <a:bodyPr wrap="square">
            <a:spAutoFit/>
          </a:bodyPr>
          <a:lstStyle/>
          <a:p>
            <a:pPr marL="1994535" indent="-1987550" algn="ctr">
              <a:lnSpc>
                <a:spcPct val="90000"/>
              </a:lnSpc>
            </a:pPr>
            <a:r>
              <a:rPr lang="fr-FR" sz="4400" b="1" dirty="0">
                <a:solidFill>
                  <a:srgbClr val="841A14"/>
                </a:solidFill>
                <a:latin typeface="Comic Sans MS" panose="030F0702030302020204" pitchFamily="66" charset="0"/>
              </a:rPr>
              <a:t>Définitions</a:t>
            </a:r>
          </a:p>
        </p:txBody>
      </p:sp>
      <p:sp>
        <p:nvSpPr>
          <p:cNvPr id="5" name="Espace réservé du numéro de diapositive 4">
            <a:extLst>
              <a:ext uri="{FF2B5EF4-FFF2-40B4-BE49-F238E27FC236}">
                <a16:creationId xmlns:a16="http://schemas.microsoft.com/office/drawing/2014/main" id="{CF435168-71FF-4518-B8A6-A7CD1059B298}"/>
              </a:ext>
            </a:extLst>
          </p:cNvPr>
          <p:cNvSpPr>
            <a:spLocks noGrp="1"/>
          </p:cNvSpPr>
          <p:nvPr>
            <p:ph type="sldNum" sz="quarter" idx="12"/>
          </p:nvPr>
        </p:nvSpPr>
        <p:spPr/>
        <p:txBody>
          <a:bodyPr/>
          <a:lstStyle/>
          <a:p>
            <a:fld id="{69E57DC2-970A-4B3E-BB1C-7A09969E49DF}" type="slidenum">
              <a:rPr lang="en-US" smtClean="0"/>
              <a:t>7</a:t>
            </a:fld>
            <a:endParaRPr lang="en-US" dirty="0"/>
          </a:p>
        </p:txBody>
      </p:sp>
      <p:sp>
        <p:nvSpPr>
          <p:cNvPr id="3" name="Espace réservé du pied de page 2">
            <a:extLst>
              <a:ext uri="{FF2B5EF4-FFF2-40B4-BE49-F238E27FC236}">
                <a16:creationId xmlns:a16="http://schemas.microsoft.com/office/drawing/2014/main" id="{F442FC51-75A2-4D3A-A6CE-11BC8CA67F7B}"/>
              </a:ext>
            </a:extLst>
          </p:cNvPr>
          <p:cNvSpPr>
            <a:spLocks noGrp="1"/>
          </p:cNvSpPr>
          <p:nvPr>
            <p:ph type="ftr" sz="quarter" idx="11"/>
          </p:nvPr>
        </p:nvSpPr>
        <p:spPr/>
        <p:txBody>
          <a:bodyPr/>
          <a:lstStyle/>
          <a:p>
            <a:r>
              <a:rPr lang="en-US"/>
              <a:t>Introduction aux tests logiciel</a:t>
            </a:r>
            <a:endParaRPr lang="en-US" dirty="0"/>
          </a:p>
        </p:txBody>
      </p:sp>
    </p:spTree>
    <p:extLst>
      <p:ext uri="{BB962C8B-B14F-4D97-AF65-F5344CB8AC3E}">
        <p14:creationId xmlns:p14="http://schemas.microsoft.com/office/powerpoint/2010/main" val="5324166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2DDD56DF-3E5A-480E-A2AA-1BC3A181812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grpSp>
        <p:nvGrpSpPr>
          <p:cNvPr id="6" name="Group 10874">
            <a:extLst>
              <a:ext uri="{FF2B5EF4-FFF2-40B4-BE49-F238E27FC236}">
                <a16:creationId xmlns:a16="http://schemas.microsoft.com/office/drawing/2014/main" id="{DF2223EF-692A-4DAD-9E26-41C37300EFBA}"/>
              </a:ext>
            </a:extLst>
          </p:cNvPr>
          <p:cNvGrpSpPr/>
          <p:nvPr/>
        </p:nvGrpSpPr>
        <p:grpSpPr>
          <a:xfrm>
            <a:off x="1591490" y="1450216"/>
            <a:ext cx="8035290" cy="0"/>
            <a:chOff x="0" y="0"/>
            <a:chExt cx="8035862" cy="1"/>
          </a:xfrm>
        </p:grpSpPr>
        <p:sp>
          <p:nvSpPr>
            <p:cNvPr id="7" name="Shape 38">
              <a:extLst>
                <a:ext uri="{FF2B5EF4-FFF2-40B4-BE49-F238E27FC236}">
                  <a16:creationId xmlns:a16="http://schemas.microsoft.com/office/drawing/2014/main" id="{1F2821A6-165A-4180-8F45-0692F4043801}"/>
                </a:ext>
              </a:extLst>
            </p:cNvPr>
            <p:cNvSpPr/>
            <p:nvPr/>
          </p:nvSpPr>
          <p:spPr>
            <a:xfrm>
              <a:off x="0" y="0"/>
              <a:ext cx="8035862" cy="1"/>
            </a:xfrm>
            <a:custGeom>
              <a:avLst/>
              <a:gdLst/>
              <a:ahLst/>
              <a:cxnLst/>
              <a:rect l="0" t="0" r="0" b="0"/>
              <a:pathLst>
                <a:path w="8035862" h="1">
                  <a:moveTo>
                    <a:pt x="0" y="0"/>
                  </a:moveTo>
                  <a:lnTo>
                    <a:pt x="8035862" y="1"/>
                  </a:lnTo>
                </a:path>
              </a:pathLst>
            </a:custGeom>
            <a:ln w="12700" cap="flat">
              <a:round/>
            </a:ln>
          </p:spPr>
          <p:style>
            <a:lnRef idx="1">
              <a:srgbClr val="D34817"/>
            </a:lnRef>
            <a:fillRef idx="0">
              <a:srgbClr val="000000">
                <a:alpha val="0"/>
              </a:srgbClr>
            </a:fillRef>
            <a:effectRef idx="0">
              <a:scrgbClr r="0" g="0" b="0"/>
            </a:effectRef>
            <a:fontRef idx="none"/>
          </p:style>
          <p:txBody>
            <a:bodyPr/>
            <a:lstStyle/>
            <a:p>
              <a:endParaRPr lang="fr-FR"/>
            </a:p>
          </p:txBody>
        </p:sp>
      </p:grpSp>
      <p:graphicFrame>
        <p:nvGraphicFramePr>
          <p:cNvPr id="8" name="Tableau 7">
            <a:extLst>
              <a:ext uri="{FF2B5EF4-FFF2-40B4-BE49-F238E27FC236}">
                <a16:creationId xmlns:a16="http://schemas.microsoft.com/office/drawing/2014/main" id="{0C7C65B0-B555-4899-8EEB-F830590BC84A}"/>
              </a:ext>
            </a:extLst>
          </p:cNvPr>
          <p:cNvGraphicFramePr>
            <a:graphicFrameLocks noGrp="1"/>
          </p:cNvGraphicFramePr>
          <p:nvPr/>
        </p:nvGraphicFramePr>
        <p:xfrm>
          <a:off x="1719943" y="6437022"/>
          <a:ext cx="9601200" cy="378342"/>
        </p:xfrm>
        <a:graphic>
          <a:graphicData uri="http://schemas.openxmlformats.org/drawingml/2006/table">
            <a:tbl>
              <a:tblPr firstRow="1" firstCol="1" bandRow="1">
                <a:tableStyleId>{5C22544A-7EE6-4342-B048-85BDC9FD1C3A}</a:tableStyleId>
              </a:tblPr>
              <a:tblGrid>
                <a:gridCol w="9274337">
                  <a:extLst>
                    <a:ext uri="{9D8B030D-6E8A-4147-A177-3AD203B41FA5}">
                      <a16:colId xmlns:a16="http://schemas.microsoft.com/office/drawing/2014/main" val="2180616800"/>
                    </a:ext>
                  </a:extLst>
                </a:gridCol>
                <a:gridCol w="326863">
                  <a:extLst>
                    <a:ext uri="{9D8B030D-6E8A-4147-A177-3AD203B41FA5}">
                      <a16:colId xmlns:a16="http://schemas.microsoft.com/office/drawing/2014/main" val="3414485615"/>
                    </a:ext>
                  </a:extLst>
                </a:gridCol>
              </a:tblGrid>
              <a:tr h="378342">
                <a:tc>
                  <a:txBody>
                    <a:bodyPr/>
                    <a:lstStyle/>
                    <a:p>
                      <a:pPr marL="1184910" algn="ctr">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tc>
                  <a:txBody>
                    <a:bodyPr/>
                    <a:lstStyle/>
                    <a:p>
                      <a:pPr algn="l">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extLst>
                  <a:ext uri="{0D108BD9-81ED-4DB2-BD59-A6C34878D82A}">
                    <a16:rowId xmlns:a16="http://schemas.microsoft.com/office/drawing/2014/main" val="1343998695"/>
                  </a:ext>
                </a:extLst>
              </a:tr>
            </a:tbl>
          </a:graphicData>
        </a:graphic>
      </p:graphicFrame>
      <p:sp>
        <p:nvSpPr>
          <p:cNvPr id="12" name="ZoneTexte 11">
            <a:extLst>
              <a:ext uri="{FF2B5EF4-FFF2-40B4-BE49-F238E27FC236}">
                <a16:creationId xmlns:a16="http://schemas.microsoft.com/office/drawing/2014/main" id="{45B7021B-3AED-40C8-9222-235A136115BB}"/>
              </a:ext>
            </a:extLst>
          </p:cNvPr>
          <p:cNvSpPr txBox="1"/>
          <p:nvPr/>
        </p:nvSpPr>
        <p:spPr>
          <a:xfrm>
            <a:off x="1395276" y="488493"/>
            <a:ext cx="9401447" cy="701731"/>
          </a:xfrm>
          <a:prstGeom prst="rect">
            <a:avLst/>
          </a:prstGeom>
          <a:noFill/>
        </p:spPr>
        <p:txBody>
          <a:bodyPr wrap="square">
            <a:spAutoFit/>
          </a:bodyPr>
          <a:lstStyle/>
          <a:p>
            <a:pPr marL="1994535" indent="-1987550" algn="ctr">
              <a:lnSpc>
                <a:spcPct val="90000"/>
              </a:lnSpc>
            </a:pPr>
            <a:r>
              <a:rPr lang="fr-FR" sz="4400" b="1" dirty="0">
                <a:solidFill>
                  <a:srgbClr val="841A14"/>
                </a:solidFill>
                <a:latin typeface="Comic Sans MS" panose="030F0702030302020204" pitchFamily="66" charset="0"/>
              </a:rPr>
              <a:t>Définitions</a:t>
            </a:r>
          </a:p>
        </p:txBody>
      </p:sp>
      <p:sp>
        <p:nvSpPr>
          <p:cNvPr id="10" name="ZoneTexte 9">
            <a:extLst>
              <a:ext uri="{FF2B5EF4-FFF2-40B4-BE49-F238E27FC236}">
                <a16:creationId xmlns:a16="http://schemas.microsoft.com/office/drawing/2014/main" id="{91EEDCD9-B50F-45C7-A55C-6D7B75E948DE}"/>
              </a:ext>
            </a:extLst>
          </p:cNvPr>
          <p:cNvSpPr txBox="1"/>
          <p:nvPr/>
        </p:nvSpPr>
        <p:spPr>
          <a:xfrm>
            <a:off x="1022304" y="3131082"/>
            <a:ext cx="10996477" cy="1815882"/>
          </a:xfrm>
          <a:prstGeom prst="rect">
            <a:avLst/>
          </a:prstGeom>
          <a:noFill/>
        </p:spPr>
        <p:txBody>
          <a:bodyPr wrap="square">
            <a:spAutoFit/>
          </a:bodyPr>
          <a:lstStyle/>
          <a:p>
            <a:pPr marL="457200" indent="-457200" algn="l">
              <a:buFont typeface="Wingdings" panose="05000000000000000000" pitchFamily="2" charset="2"/>
              <a:buChar char="q"/>
            </a:pPr>
            <a:r>
              <a:rPr lang="fr-FR" sz="2800" dirty="0">
                <a:solidFill>
                  <a:srgbClr val="404040"/>
                </a:solidFill>
                <a:latin typeface="Comic Sans MS" panose="030F0702030302020204" pitchFamily="66" charset="0"/>
              </a:rPr>
              <a:t>Un oracle est un mécanisme permettant de décider la réussite d’un scénario de test, c’est à dire de déterminer si les réponses obtenues à l’exécution du test correspondent bien à ce que requiert le scénario.</a:t>
            </a:r>
          </a:p>
        </p:txBody>
      </p:sp>
      <p:sp>
        <p:nvSpPr>
          <p:cNvPr id="5" name="Espace réservé du numéro de diapositive 4">
            <a:extLst>
              <a:ext uri="{FF2B5EF4-FFF2-40B4-BE49-F238E27FC236}">
                <a16:creationId xmlns:a16="http://schemas.microsoft.com/office/drawing/2014/main" id="{0DFD04A0-0F69-4E63-A3AD-D145D9AB6AD0}"/>
              </a:ext>
            </a:extLst>
          </p:cNvPr>
          <p:cNvSpPr>
            <a:spLocks noGrp="1"/>
          </p:cNvSpPr>
          <p:nvPr>
            <p:ph type="sldNum" sz="quarter" idx="12"/>
          </p:nvPr>
        </p:nvSpPr>
        <p:spPr>
          <a:xfrm>
            <a:off x="10800372" y="6410750"/>
            <a:ext cx="596971" cy="404614"/>
          </a:xfrm>
        </p:spPr>
        <p:txBody>
          <a:bodyPr/>
          <a:lstStyle/>
          <a:p>
            <a:fld id="{69E57DC2-970A-4B3E-BB1C-7A09969E49DF}" type="slidenum">
              <a:rPr lang="en-US" sz="1800" smtClean="0">
                <a:solidFill>
                  <a:srgbClr val="FF0000"/>
                </a:solidFill>
              </a:rPr>
              <a:t>8</a:t>
            </a:fld>
            <a:endParaRPr lang="en-US" sz="1800" dirty="0">
              <a:solidFill>
                <a:srgbClr val="FF0000"/>
              </a:solidFill>
            </a:endParaRPr>
          </a:p>
        </p:txBody>
      </p:sp>
      <p:sp>
        <p:nvSpPr>
          <p:cNvPr id="3" name="Espace réservé du pied de page 2">
            <a:extLst>
              <a:ext uri="{FF2B5EF4-FFF2-40B4-BE49-F238E27FC236}">
                <a16:creationId xmlns:a16="http://schemas.microsoft.com/office/drawing/2014/main" id="{83B6614F-7B8A-488A-8F28-C77DB34497E3}"/>
              </a:ext>
            </a:extLst>
          </p:cNvPr>
          <p:cNvSpPr>
            <a:spLocks noGrp="1"/>
          </p:cNvSpPr>
          <p:nvPr>
            <p:ph type="ftr" sz="quarter" idx="11"/>
          </p:nvPr>
        </p:nvSpPr>
        <p:spPr/>
        <p:txBody>
          <a:bodyPr/>
          <a:lstStyle/>
          <a:p>
            <a:r>
              <a:rPr lang="en-US"/>
              <a:t>Introduction aux tests logiciel</a:t>
            </a:r>
            <a:endParaRPr lang="en-US" dirty="0"/>
          </a:p>
        </p:txBody>
      </p:sp>
      <p:sp>
        <p:nvSpPr>
          <p:cNvPr id="11" name="ZoneTexte 10">
            <a:extLst>
              <a:ext uri="{FF2B5EF4-FFF2-40B4-BE49-F238E27FC236}">
                <a16:creationId xmlns:a16="http://schemas.microsoft.com/office/drawing/2014/main" id="{B7D72D97-A129-4D3E-A655-738592B445A7}"/>
              </a:ext>
            </a:extLst>
          </p:cNvPr>
          <p:cNvSpPr txBox="1"/>
          <p:nvPr/>
        </p:nvSpPr>
        <p:spPr>
          <a:xfrm>
            <a:off x="1138187" y="1690547"/>
            <a:ext cx="6222732" cy="830997"/>
          </a:xfrm>
          <a:prstGeom prst="rect">
            <a:avLst/>
          </a:prstGeom>
          <a:noFill/>
        </p:spPr>
        <p:txBody>
          <a:bodyPr wrap="square">
            <a:spAutoFit/>
          </a:bodyPr>
          <a:lstStyle/>
          <a:p>
            <a:r>
              <a:rPr lang="fr-FR" sz="4800" dirty="0">
                <a:solidFill>
                  <a:srgbClr val="404040"/>
                </a:solidFill>
                <a:latin typeface="Comic Sans MS" panose="030F0702030302020204" pitchFamily="66" charset="0"/>
              </a:rPr>
              <a:t>Oracle : </a:t>
            </a:r>
            <a:endParaRPr lang="fr-FR" sz="4800" dirty="0"/>
          </a:p>
        </p:txBody>
      </p:sp>
    </p:spTree>
    <p:extLst>
      <p:ext uri="{BB962C8B-B14F-4D97-AF65-F5344CB8AC3E}">
        <p14:creationId xmlns:p14="http://schemas.microsoft.com/office/powerpoint/2010/main" val="1015777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2DDD56DF-3E5A-480E-A2AA-1BC3A181812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grpSp>
        <p:nvGrpSpPr>
          <p:cNvPr id="6" name="Group 10874">
            <a:extLst>
              <a:ext uri="{FF2B5EF4-FFF2-40B4-BE49-F238E27FC236}">
                <a16:creationId xmlns:a16="http://schemas.microsoft.com/office/drawing/2014/main" id="{DF2223EF-692A-4DAD-9E26-41C37300EFBA}"/>
              </a:ext>
            </a:extLst>
          </p:cNvPr>
          <p:cNvGrpSpPr/>
          <p:nvPr/>
        </p:nvGrpSpPr>
        <p:grpSpPr>
          <a:xfrm>
            <a:off x="1591490" y="1450216"/>
            <a:ext cx="8035290" cy="0"/>
            <a:chOff x="0" y="0"/>
            <a:chExt cx="8035862" cy="1"/>
          </a:xfrm>
        </p:grpSpPr>
        <p:sp>
          <p:nvSpPr>
            <p:cNvPr id="7" name="Shape 38">
              <a:extLst>
                <a:ext uri="{FF2B5EF4-FFF2-40B4-BE49-F238E27FC236}">
                  <a16:creationId xmlns:a16="http://schemas.microsoft.com/office/drawing/2014/main" id="{1F2821A6-165A-4180-8F45-0692F4043801}"/>
                </a:ext>
              </a:extLst>
            </p:cNvPr>
            <p:cNvSpPr/>
            <p:nvPr/>
          </p:nvSpPr>
          <p:spPr>
            <a:xfrm>
              <a:off x="0" y="0"/>
              <a:ext cx="8035862" cy="1"/>
            </a:xfrm>
            <a:custGeom>
              <a:avLst/>
              <a:gdLst/>
              <a:ahLst/>
              <a:cxnLst/>
              <a:rect l="0" t="0" r="0" b="0"/>
              <a:pathLst>
                <a:path w="8035862" h="1">
                  <a:moveTo>
                    <a:pt x="0" y="0"/>
                  </a:moveTo>
                  <a:lnTo>
                    <a:pt x="8035862" y="1"/>
                  </a:lnTo>
                </a:path>
              </a:pathLst>
            </a:custGeom>
            <a:ln w="12700" cap="flat">
              <a:round/>
            </a:ln>
          </p:spPr>
          <p:style>
            <a:lnRef idx="1">
              <a:srgbClr val="D34817"/>
            </a:lnRef>
            <a:fillRef idx="0">
              <a:srgbClr val="000000">
                <a:alpha val="0"/>
              </a:srgbClr>
            </a:fillRef>
            <a:effectRef idx="0">
              <a:scrgbClr r="0" g="0" b="0"/>
            </a:effectRef>
            <a:fontRef idx="none"/>
          </p:style>
          <p:txBody>
            <a:bodyPr/>
            <a:lstStyle/>
            <a:p>
              <a:endParaRPr lang="fr-FR"/>
            </a:p>
          </p:txBody>
        </p:sp>
      </p:grpSp>
      <p:graphicFrame>
        <p:nvGraphicFramePr>
          <p:cNvPr id="8" name="Tableau 7">
            <a:extLst>
              <a:ext uri="{FF2B5EF4-FFF2-40B4-BE49-F238E27FC236}">
                <a16:creationId xmlns:a16="http://schemas.microsoft.com/office/drawing/2014/main" id="{0C7C65B0-B555-4899-8EEB-F830590BC84A}"/>
              </a:ext>
            </a:extLst>
          </p:cNvPr>
          <p:cNvGraphicFramePr>
            <a:graphicFrameLocks noGrp="1"/>
          </p:cNvGraphicFramePr>
          <p:nvPr/>
        </p:nvGraphicFramePr>
        <p:xfrm>
          <a:off x="1719943" y="6437022"/>
          <a:ext cx="9601200" cy="378342"/>
        </p:xfrm>
        <a:graphic>
          <a:graphicData uri="http://schemas.openxmlformats.org/drawingml/2006/table">
            <a:tbl>
              <a:tblPr firstRow="1" firstCol="1" bandRow="1">
                <a:tableStyleId>{5C22544A-7EE6-4342-B048-85BDC9FD1C3A}</a:tableStyleId>
              </a:tblPr>
              <a:tblGrid>
                <a:gridCol w="9274337">
                  <a:extLst>
                    <a:ext uri="{9D8B030D-6E8A-4147-A177-3AD203B41FA5}">
                      <a16:colId xmlns:a16="http://schemas.microsoft.com/office/drawing/2014/main" val="2180616800"/>
                    </a:ext>
                  </a:extLst>
                </a:gridCol>
                <a:gridCol w="326863">
                  <a:extLst>
                    <a:ext uri="{9D8B030D-6E8A-4147-A177-3AD203B41FA5}">
                      <a16:colId xmlns:a16="http://schemas.microsoft.com/office/drawing/2014/main" val="3414485615"/>
                    </a:ext>
                  </a:extLst>
                </a:gridCol>
              </a:tblGrid>
              <a:tr h="378342">
                <a:tc>
                  <a:txBody>
                    <a:bodyPr/>
                    <a:lstStyle/>
                    <a:p>
                      <a:pPr marL="1184910" algn="ctr">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tc>
                  <a:txBody>
                    <a:bodyPr/>
                    <a:lstStyle/>
                    <a:p>
                      <a:pPr algn="l">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extLst>
                  <a:ext uri="{0D108BD9-81ED-4DB2-BD59-A6C34878D82A}">
                    <a16:rowId xmlns:a16="http://schemas.microsoft.com/office/drawing/2014/main" val="1343998695"/>
                  </a:ext>
                </a:extLst>
              </a:tr>
            </a:tbl>
          </a:graphicData>
        </a:graphic>
      </p:graphicFrame>
      <p:sp>
        <p:nvSpPr>
          <p:cNvPr id="12" name="ZoneTexte 11">
            <a:extLst>
              <a:ext uri="{FF2B5EF4-FFF2-40B4-BE49-F238E27FC236}">
                <a16:creationId xmlns:a16="http://schemas.microsoft.com/office/drawing/2014/main" id="{45B7021B-3AED-40C8-9222-235A136115BB}"/>
              </a:ext>
            </a:extLst>
          </p:cNvPr>
          <p:cNvSpPr txBox="1"/>
          <p:nvPr/>
        </p:nvSpPr>
        <p:spPr>
          <a:xfrm>
            <a:off x="1395276" y="488493"/>
            <a:ext cx="9401447" cy="701731"/>
          </a:xfrm>
          <a:prstGeom prst="rect">
            <a:avLst/>
          </a:prstGeom>
          <a:noFill/>
        </p:spPr>
        <p:txBody>
          <a:bodyPr wrap="square">
            <a:spAutoFit/>
          </a:bodyPr>
          <a:lstStyle/>
          <a:p>
            <a:pPr marL="1994535" indent="-1987550" algn="ctr">
              <a:lnSpc>
                <a:spcPct val="90000"/>
              </a:lnSpc>
            </a:pPr>
            <a:r>
              <a:rPr lang="fr-FR" sz="4400" b="1" dirty="0">
                <a:solidFill>
                  <a:srgbClr val="841A14"/>
                </a:solidFill>
                <a:latin typeface="Comic Sans MS" panose="030F0702030302020204" pitchFamily="66" charset="0"/>
              </a:rPr>
              <a:t>Définitions</a:t>
            </a:r>
          </a:p>
        </p:txBody>
      </p:sp>
      <p:sp>
        <p:nvSpPr>
          <p:cNvPr id="11" name="ZoneTexte 10">
            <a:extLst>
              <a:ext uri="{FF2B5EF4-FFF2-40B4-BE49-F238E27FC236}">
                <a16:creationId xmlns:a16="http://schemas.microsoft.com/office/drawing/2014/main" id="{68EC1A19-BD35-4589-8F2A-AAF75B935BFA}"/>
              </a:ext>
            </a:extLst>
          </p:cNvPr>
          <p:cNvSpPr txBox="1"/>
          <p:nvPr/>
        </p:nvSpPr>
        <p:spPr>
          <a:xfrm>
            <a:off x="1022305" y="3414904"/>
            <a:ext cx="10996476" cy="2246769"/>
          </a:xfrm>
          <a:prstGeom prst="rect">
            <a:avLst/>
          </a:prstGeom>
          <a:noFill/>
        </p:spPr>
        <p:txBody>
          <a:bodyPr wrap="square">
            <a:spAutoFit/>
          </a:bodyPr>
          <a:lstStyle/>
          <a:p>
            <a:pPr marL="457200" indent="-457200" algn="l">
              <a:buFont typeface="Wingdings" panose="05000000000000000000" pitchFamily="2" charset="2"/>
              <a:buChar char="q"/>
            </a:pPr>
            <a:r>
              <a:rPr lang="fr-FR" sz="2800" dirty="0">
                <a:solidFill>
                  <a:srgbClr val="404040"/>
                </a:solidFill>
                <a:latin typeface="Comic Sans MS" panose="030F0702030302020204" pitchFamily="66" charset="0"/>
              </a:rPr>
              <a:t>Un script de test est un mécanisme (en général un programme dédié ou un script </a:t>
            </a:r>
            <a:r>
              <a:rPr lang="fr-FR" sz="2800" dirty="0" err="1">
                <a:solidFill>
                  <a:srgbClr val="404040"/>
                </a:solidFill>
                <a:latin typeface="Comic Sans MS" panose="030F0702030302020204" pitchFamily="66" charset="0"/>
              </a:rPr>
              <a:t>shell</a:t>
            </a:r>
            <a:r>
              <a:rPr lang="fr-FR" sz="2800" dirty="0">
                <a:solidFill>
                  <a:srgbClr val="404040"/>
                </a:solidFill>
                <a:latin typeface="Comic Sans MS" panose="030F0702030302020204" pitchFamily="66" charset="0"/>
              </a:rPr>
              <a:t>) en charge d’exécuter les cas de tests qui ont été définis pour le logiciel sous test, et de recueillir les résultats (on parle aussi de verdict de test, suivant que l’oracle soit satisfait ou non pour chaque cas de test).</a:t>
            </a:r>
          </a:p>
        </p:txBody>
      </p:sp>
      <p:sp>
        <p:nvSpPr>
          <p:cNvPr id="9" name="Espace réservé du numéro de diapositive 8">
            <a:extLst>
              <a:ext uri="{FF2B5EF4-FFF2-40B4-BE49-F238E27FC236}">
                <a16:creationId xmlns:a16="http://schemas.microsoft.com/office/drawing/2014/main" id="{049A4E68-5FDD-4431-9FE4-B4FDB15DC092}"/>
              </a:ext>
            </a:extLst>
          </p:cNvPr>
          <p:cNvSpPr>
            <a:spLocks noGrp="1"/>
          </p:cNvSpPr>
          <p:nvPr>
            <p:ph type="sldNum" sz="quarter" idx="12"/>
          </p:nvPr>
        </p:nvSpPr>
        <p:spPr>
          <a:xfrm>
            <a:off x="10676275" y="6394697"/>
            <a:ext cx="705828" cy="404614"/>
          </a:xfrm>
        </p:spPr>
        <p:txBody>
          <a:bodyPr/>
          <a:lstStyle/>
          <a:p>
            <a:fld id="{69E57DC2-970A-4B3E-BB1C-7A09969E49DF}" type="slidenum">
              <a:rPr lang="en-US" sz="1800" smtClean="0">
                <a:solidFill>
                  <a:srgbClr val="FF0000"/>
                </a:solidFill>
              </a:rPr>
              <a:t>9</a:t>
            </a:fld>
            <a:endParaRPr lang="en-US" sz="1800" dirty="0">
              <a:solidFill>
                <a:srgbClr val="FF0000"/>
              </a:solidFill>
            </a:endParaRPr>
          </a:p>
        </p:txBody>
      </p:sp>
      <p:sp>
        <p:nvSpPr>
          <p:cNvPr id="3" name="Espace réservé du pied de page 2">
            <a:extLst>
              <a:ext uri="{FF2B5EF4-FFF2-40B4-BE49-F238E27FC236}">
                <a16:creationId xmlns:a16="http://schemas.microsoft.com/office/drawing/2014/main" id="{6D8EEB26-7121-456E-A3E8-17BC4FA9C2ED}"/>
              </a:ext>
            </a:extLst>
          </p:cNvPr>
          <p:cNvSpPr>
            <a:spLocks noGrp="1"/>
          </p:cNvSpPr>
          <p:nvPr>
            <p:ph type="ftr" sz="quarter" idx="11"/>
          </p:nvPr>
        </p:nvSpPr>
        <p:spPr/>
        <p:txBody>
          <a:bodyPr/>
          <a:lstStyle/>
          <a:p>
            <a:r>
              <a:rPr lang="en-US"/>
              <a:t>Introduction aux tests logiciel</a:t>
            </a:r>
            <a:endParaRPr lang="en-US" dirty="0"/>
          </a:p>
        </p:txBody>
      </p:sp>
      <p:sp>
        <p:nvSpPr>
          <p:cNvPr id="13" name="ZoneTexte 12">
            <a:extLst>
              <a:ext uri="{FF2B5EF4-FFF2-40B4-BE49-F238E27FC236}">
                <a16:creationId xmlns:a16="http://schemas.microsoft.com/office/drawing/2014/main" id="{E2F74149-D904-4699-9331-835670E0CF46}"/>
              </a:ext>
            </a:extLst>
          </p:cNvPr>
          <p:cNvSpPr txBox="1"/>
          <p:nvPr/>
        </p:nvSpPr>
        <p:spPr>
          <a:xfrm>
            <a:off x="1152626" y="1856234"/>
            <a:ext cx="6097604" cy="830997"/>
          </a:xfrm>
          <a:prstGeom prst="rect">
            <a:avLst/>
          </a:prstGeom>
          <a:noFill/>
        </p:spPr>
        <p:txBody>
          <a:bodyPr wrap="square">
            <a:spAutoFit/>
          </a:bodyPr>
          <a:lstStyle/>
          <a:p>
            <a:r>
              <a:rPr lang="fr-FR" sz="4800" dirty="0">
                <a:solidFill>
                  <a:srgbClr val="404040"/>
                </a:solidFill>
                <a:latin typeface="Comic Sans MS" panose="030F0702030302020204" pitchFamily="66" charset="0"/>
              </a:rPr>
              <a:t>script de test : </a:t>
            </a:r>
            <a:endParaRPr lang="fr-FR" sz="4800" dirty="0"/>
          </a:p>
        </p:txBody>
      </p:sp>
    </p:spTree>
    <p:extLst>
      <p:ext uri="{BB962C8B-B14F-4D97-AF65-F5344CB8AC3E}">
        <p14:creationId xmlns:p14="http://schemas.microsoft.com/office/powerpoint/2010/main" val="2136370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2DDD56DF-3E5A-480E-A2AA-1BC3A181812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grpSp>
        <p:nvGrpSpPr>
          <p:cNvPr id="6" name="Group 10874">
            <a:extLst>
              <a:ext uri="{FF2B5EF4-FFF2-40B4-BE49-F238E27FC236}">
                <a16:creationId xmlns:a16="http://schemas.microsoft.com/office/drawing/2014/main" id="{DF2223EF-692A-4DAD-9E26-41C37300EFBA}"/>
              </a:ext>
            </a:extLst>
          </p:cNvPr>
          <p:cNvGrpSpPr/>
          <p:nvPr/>
        </p:nvGrpSpPr>
        <p:grpSpPr>
          <a:xfrm>
            <a:off x="1591490" y="1450216"/>
            <a:ext cx="8035290" cy="0"/>
            <a:chOff x="0" y="0"/>
            <a:chExt cx="8035862" cy="1"/>
          </a:xfrm>
        </p:grpSpPr>
        <p:sp>
          <p:nvSpPr>
            <p:cNvPr id="7" name="Shape 38">
              <a:extLst>
                <a:ext uri="{FF2B5EF4-FFF2-40B4-BE49-F238E27FC236}">
                  <a16:creationId xmlns:a16="http://schemas.microsoft.com/office/drawing/2014/main" id="{1F2821A6-165A-4180-8F45-0692F4043801}"/>
                </a:ext>
              </a:extLst>
            </p:cNvPr>
            <p:cNvSpPr/>
            <p:nvPr/>
          </p:nvSpPr>
          <p:spPr>
            <a:xfrm>
              <a:off x="0" y="0"/>
              <a:ext cx="8035862" cy="1"/>
            </a:xfrm>
            <a:custGeom>
              <a:avLst/>
              <a:gdLst/>
              <a:ahLst/>
              <a:cxnLst/>
              <a:rect l="0" t="0" r="0" b="0"/>
              <a:pathLst>
                <a:path w="8035862" h="1">
                  <a:moveTo>
                    <a:pt x="0" y="0"/>
                  </a:moveTo>
                  <a:lnTo>
                    <a:pt x="8035862" y="1"/>
                  </a:lnTo>
                </a:path>
              </a:pathLst>
            </a:custGeom>
            <a:ln w="12700" cap="flat">
              <a:round/>
            </a:ln>
          </p:spPr>
          <p:style>
            <a:lnRef idx="1">
              <a:srgbClr val="D34817"/>
            </a:lnRef>
            <a:fillRef idx="0">
              <a:srgbClr val="000000">
                <a:alpha val="0"/>
              </a:srgbClr>
            </a:fillRef>
            <a:effectRef idx="0">
              <a:scrgbClr r="0" g="0" b="0"/>
            </a:effectRef>
            <a:fontRef idx="none"/>
          </p:style>
          <p:txBody>
            <a:bodyPr/>
            <a:lstStyle/>
            <a:p>
              <a:endParaRPr lang="fr-FR"/>
            </a:p>
          </p:txBody>
        </p:sp>
      </p:grpSp>
      <p:graphicFrame>
        <p:nvGraphicFramePr>
          <p:cNvPr id="8" name="Tableau 7">
            <a:extLst>
              <a:ext uri="{FF2B5EF4-FFF2-40B4-BE49-F238E27FC236}">
                <a16:creationId xmlns:a16="http://schemas.microsoft.com/office/drawing/2014/main" id="{0C7C65B0-B555-4899-8EEB-F830590BC84A}"/>
              </a:ext>
            </a:extLst>
          </p:cNvPr>
          <p:cNvGraphicFramePr>
            <a:graphicFrameLocks noGrp="1"/>
          </p:cNvGraphicFramePr>
          <p:nvPr/>
        </p:nvGraphicFramePr>
        <p:xfrm>
          <a:off x="1719943" y="6437022"/>
          <a:ext cx="9601200" cy="378342"/>
        </p:xfrm>
        <a:graphic>
          <a:graphicData uri="http://schemas.openxmlformats.org/drawingml/2006/table">
            <a:tbl>
              <a:tblPr firstRow="1" firstCol="1" bandRow="1">
                <a:tableStyleId>{5C22544A-7EE6-4342-B048-85BDC9FD1C3A}</a:tableStyleId>
              </a:tblPr>
              <a:tblGrid>
                <a:gridCol w="9274337">
                  <a:extLst>
                    <a:ext uri="{9D8B030D-6E8A-4147-A177-3AD203B41FA5}">
                      <a16:colId xmlns:a16="http://schemas.microsoft.com/office/drawing/2014/main" val="2180616800"/>
                    </a:ext>
                  </a:extLst>
                </a:gridCol>
                <a:gridCol w="326863">
                  <a:extLst>
                    <a:ext uri="{9D8B030D-6E8A-4147-A177-3AD203B41FA5}">
                      <a16:colId xmlns:a16="http://schemas.microsoft.com/office/drawing/2014/main" val="3414485615"/>
                    </a:ext>
                  </a:extLst>
                </a:gridCol>
              </a:tblGrid>
              <a:tr h="378342">
                <a:tc>
                  <a:txBody>
                    <a:bodyPr/>
                    <a:lstStyle/>
                    <a:p>
                      <a:pPr marL="1184910" algn="ctr">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tc>
                  <a:txBody>
                    <a:bodyPr/>
                    <a:lstStyle/>
                    <a:p>
                      <a:pPr algn="l">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extLst>
                  <a:ext uri="{0D108BD9-81ED-4DB2-BD59-A6C34878D82A}">
                    <a16:rowId xmlns:a16="http://schemas.microsoft.com/office/drawing/2014/main" val="1343998695"/>
                  </a:ext>
                </a:extLst>
              </a:tr>
            </a:tbl>
          </a:graphicData>
        </a:graphic>
      </p:graphicFrame>
      <p:sp>
        <p:nvSpPr>
          <p:cNvPr id="12" name="ZoneTexte 11">
            <a:extLst>
              <a:ext uri="{FF2B5EF4-FFF2-40B4-BE49-F238E27FC236}">
                <a16:creationId xmlns:a16="http://schemas.microsoft.com/office/drawing/2014/main" id="{45B7021B-3AED-40C8-9222-235A136115BB}"/>
              </a:ext>
            </a:extLst>
          </p:cNvPr>
          <p:cNvSpPr txBox="1"/>
          <p:nvPr/>
        </p:nvSpPr>
        <p:spPr>
          <a:xfrm>
            <a:off x="1395276" y="488493"/>
            <a:ext cx="9401447" cy="701731"/>
          </a:xfrm>
          <a:prstGeom prst="rect">
            <a:avLst/>
          </a:prstGeom>
          <a:noFill/>
        </p:spPr>
        <p:txBody>
          <a:bodyPr wrap="square">
            <a:spAutoFit/>
          </a:bodyPr>
          <a:lstStyle/>
          <a:p>
            <a:pPr marL="1994535" indent="-1987550" algn="ctr">
              <a:lnSpc>
                <a:spcPct val="90000"/>
              </a:lnSpc>
            </a:pPr>
            <a:r>
              <a:rPr lang="fr-FR" sz="4400" b="1" dirty="0">
                <a:solidFill>
                  <a:srgbClr val="841A14"/>
                </a:solidFill>
                <a:latin typeface="Comic Sans MS" panose="030F0702030302020204" pitchFamily="66" charset="0"/>
              </a:rPr>
              <a:t>Définitions</a:t>
            </a:r>
          </a:p>
        </p:txBody>
      </p:sp>
      <p:sp>
        <p:nvSpPr>
          <p:cNvPr id="13" name="ZoneTexte 12">
            <a:extLst>
              <a:ext uri="{FF2B5EF4-FFF2-40B4-BE49-F238E27FC236}">
                <a16:creationId xmlns:a16="http://schemas.microsoft.com/office/drawing/2014/main" id="{6FB18B17-6CAF-47DB-A5A1-F35F53A04CFB}"/>
              </a:ext>
            </a:extLst>
          </p:cNvPr>
          <p:cNvSpPr txBox="1"/>
          <p:nvPr/>
        </p:nvSpPr>
        <p:spPr>
          <a:xfrm>
            <a:off x="1719943" y="2303426"/>
            <a:ext cx="10079903" cy="829138"/>
          </a:xfrm>
          <a:prstGeom prst="rect">
            <a:avLst/>
          </a:prstGeom>
          <a:noFill/>
        </p:spPr>
        <p:txBody>
          <a:bodyPr wrap="square">
            <a:spAutoFit/>
          </a:bodyPr>
          <a:lstStyle/>
          <a:p>
            <a:pPr marL="342900" indent="-342900">
              <a:lnSpc>
                <a:spcPct val="107000"/>
              </a:lnSpc>
              <a:spcAft>
                <a:spcPts val="800"/>
              </a:spcAft>
              <a:buFont typeface="Wingdings" panose="05000000000000000000" pitchFamily="2" charset="2"/>
              <a:buChar char="v"/>
            </a:pPr>
            <a:r>
              <a:rPr lang="fr-FR" sz="2300" dirty="0">
                <a:solidFill>
                  <a:srgbClr val="202122"/>
                </a:solidFill>
                <a:effectLst/>
                <a:latin typeface="Comic Sans MS" panose="030F0702030302020204" pitchFamily="66" charset="0"/>
                <a:ea typeface="Calibri" panose="020F0502020204030204" pitchFamily="34" charset="0"/>
                <a:cs typeface="Times New Roman" panose="02020603050405020304" pitchFamily="18" charset="0"/>
              </a:rPr>
              <a:t>un </a:t>
            </a:r>
            <a:r>
              <a:rPr lang="fr-FR" sz="2300" b="1" dirty="0">
                <a:effectLst/>
                <a:latin typeface="Comic Sans MS" panose="030F0702030302020204" pitchFamily="66" charset="0"/>
                <a:ea typeface="Calibri" panose="020F0502020204030204" pitchFamily="34" charset="0"/>
                <a:cs typeface="Times New Roman" panose="02020603050405020304" pitchFamily="18" charset="0"/>
              </a:rPr>
              <a:t>bug </a:t>
            </a:r>
            <a:r>
              <a:rPr lang="fr-FR" sz="2300" dirty="0">
                <a:effectLst/>
                <a:latin typeface="Comic Sans MS" panose="030F0702030302020204" pitchFamily="66" charset="0"/>
                <a:ea typeface="Calibri" panose="020F0502020204030204" pitchFamily="34" charset="0"/>
                <a:cs typeface="Times New Roman" panose="02020603050405020304" pitchFamily="18" charset="0"/>
              </a:rPr>
              <a:t>est un défaut de conception d'un </a:t>
            </a:r>
            <a:r>
              <a:rPr lang="fr-FR" sz="2300" dirty="0">
                <a:solidFill>
                  <a:srgbClr val="000000"/>
                </a:solidFill>
                <a:effectLst/>
                <a:latin typeface="Comic Sans MS" panose="030F0702030302020204" pitchFamily="66" charset="0"/>
                <a:ea typeface="Calibri" panose="020F0502020204030204" pitchFamily="34" charset="0"/>
                <a:cs typeface="Times New Roman" panose="02020603050405020304" pitchFamily="18" charset="0"/>
              </a:rPr>
              <a:t>programme informatique</a:t>
            </a:r>
            <a:r>
              <a:rPr lang="fr-FR" sz="2300" dirty="0">
                <a:solidFill>
                  <a:srgbClr val="202122"/>
                </a:solidFill>
                <a:effectLst/>
                <a:latin typeface="Comic Sans MS" panose="030F0702030302020204" pitchFamily="66" charset="0"/>
                <a:ea typeface="Calibri" panose="020F0502020204030204" pitchFamily="34" charset="0"/>
                <a:cs typeface="Times New Roman" panose="02020603050405020304" pitchFamily="18" charset="0"/>
              </a:rPr>
              <a:t> à l'origine d'un </a:t>
            </a:r>
            <a:r>
              <a:rPr lang="fr-FR" sz="2300" dirty="0">
                <a:solidFill>
                  <a:srgbClr val="000000"/>
                </a:solidFill>
                <a:effectLst/>
                <a:latin typeface="Comic Sans MS" panose="030F0702030302020204" pitchFamily="66" charset="0"/>
                <a:ea typeface="Calibri" panose="020F0502020204030204" pitchFamily="34" charset="0"/>
                <a:cs typeface="Times New Roman" panose="02020603050405020304" pitchFamily="18" charset="0"/>
              </a:rPr>
              <a:t>dysfonctionnement</a:t>
            </a:r>
            <a:r>
              <a:rPr lang="fr-FR" sz="2300" dirty="0">
                <a:solidFill>
                  <a:srgbClr val="202122"/>
                </a:solidFill>
                <a:effectLst/>
                <a:latin typeface="Comic Sans MS" panose="030F0702030302020204" pitchFamily="66" charset="0"/>
                <a:ea typeface="Calibri" panose="020F0502020204030204" pitchFamily="34" charset="0"/>
                <a:cs typeface="Times New Roman" panose="02020603050405020304" pitchFamily="18" charset="0"/>
              </a:rPr>
              <a:t>.</a:t>
            </a:r>
            <a:endParaRPr lang="fr-FR" sz="2300" dirty="0">
              <a:effectLst/>
              <a:latin typeface="Comic Sans MS" panose="030F0702030302020204" pitchFamily="66" charset="0"/>
              <a:ea typeface="Calibri" panose="020F0502020204030204" pitchFamily="34" charset="0"/>
              <a:cs typeface="Times New Roman" panose="02020603050405020304" pitchFamily="18" charset="0"/>
            </a:endParaRPr>
          </a:p>
        </p:txBody>
      </p:sp>
      <p:pic>
        <p:nvPicPr>
          <p:cNvPr id="9" name="Picture 2" descr="écran bleu de la mort">
            <a:extLst>
              <a:ext uri="{FF2B5EF4-FFF2-40B4-BE49-F238E27FC236}">
                <a16:creationId xmlns:a16="http://schemas.microsoft.com/office/drawing/2014/main" id="{B4F88A5F-20D6-4C08-98FB-293CD26E38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9750" y="3222503"/>
            <a:ext cx="5978233" cy="3180969"/>
          </a:xfrm>
          <a:prstGeom prst="rect">
            <a:avLst/>
          </a:prstGeom>
          <a:noFill/>
          <a:extLst>
            <a:ext uri="{909E8E84-426E-40DD-AFC4-6F175D3DCCD1}">
              <a14:hiddenFill xmlns:a14="http://schemas.microsoft.com/office/drawing/2010/main">
                <a:solidFill>
                  <a:srgbClr val="FFFFFF"/>
                </a:solidFill>
              </a14:hiddenFill>
            </a:ext>
          </a:extLst>
        </p:spPr>
      </p:pic>
      <p:sp>
        <p:nvSpPr>
          <p:cNvPr id="5" name="Espace réservé du numéro de diapositive 4">
            <a:extLst>
              <a:ext uri="{FF2B5EF4-FFF2-40B4-BE49-F238E27FC236}">
                <a16:creationId xmlns:a16="http://schemas.microsoft.com/office/drawing/2014/main" id="{2A152632-F197-4998-9DA2-29CDB67562A7}"/>
              </a:ext>
            </a:extLst>
          </p:cNvPr>
          <p:cNvSpPr>
            <a:spLocks noGrp="1"/>
          </p:cNvSpPr>
          <p:nvPr>
            <p:ph type="sldNum" sz="quarter" idx="12"/>
          </p:nvPr>
        </p:nvSpPr>
        <p:spPr/>
        <p:txBody>
          <a:bodyPr/>
          <a:lstStyle/>
          <a:p>
            <a:fld id="{69E57DC2-970A-4B3E-BB1C-7A09969E49DF}" type="slidenum">
              <a:rPr lang="en-US" smtClean="0"/>
              <a:t>10</a:t>
            </a:fld>
            <a:endParaRPr lang="en-US" dirty="0"/>
          </a:p>
        </p:txBody>
      </p:sp>
      <p:sp>
        <p:nvSpPr>
          <p:cNvPr id="3" name="Espace réservé du pied de page 2">
            <a:extLst>
              <a:ext uri="{FF2B5EF4-FFF2-40B4-BE49-F238E27FC236}">
                <a16:creationId xmlns:a16="http://schemas.microsoft.com/office/drawing/2014/main" id="{4D435BE2-D1C0-4AFF-808D-50A59E6295D0}"/>
              </a:ext>
            </a:extLst>
          </p:cNvPr>
          <p:cNvSpPr>
            <a:spLocks noGrp="1"/>
          </p:cNvSpPr>
          <p:nvPr>
            <p:ph type="ftr" sz="quarter" idx="11"/>
          </p:nvPr>
        </p:nvSpPr>
        <p:spPr/>
        <p:txBody>
          <a:bodyPr/>
          <a:lstStyle/>
          <a:p>
            <a:r>
              <a:rPr lang="en-US"/>
              <a:t>Introduction aux tests logiciel</a:t>
            </a:r>
            <a:endParaRPr lang="en-US" dirty="0"/>
          </a:p>
        </p:txBody>
      </p:sp>
      <p:sp>
        <p:nvSpPr>
          <p:cNvPr id="14" name="ZoneTexte 13">
            <a:extLst>
              <a:ext uri="{FF2B5EF4-FFF2-40B4-BE49-F238E27FC236}">
                <a16:creationId xmlns:a16="http://schemas.microsoft.com/office/drawing/2014/main" id="{C60FE041-614E-4977-8D02-A501D4368E39}"/>
              </a:ext>
            </a:extLst>
          </p:cNvPr>
          <p:cNvSpPr txBox="1"/>
          <p:nvPr/>
        </p:nvSpPr>
        <p:spPr>
          <a:xfrm>
            <a:off x="1719943" y="1461323"/>
            <a:ext cx="6097604" cy="830997"/>
          </a:xfrm>
          <a:prstGeom prst="rect">
            <a:avLst/>
          </a:prstGeom>
          <a:noFill/>
        </p:spPr>
        <p:txBody>
          <a:bodyPr wrap="square">
            <a:spAutoFit/>
          </a:bodyPr>
          <a:lstStyle/>
          <a:p>
            <a:r>
              <a:rPr lang="fr-FR" sz="4800" dirty="0">
                <a:solidFill>
                  <a:srgbClr val="202122"/>
                </a:solidFill>
                <a:effectLst/>
                <a:latin typeface="Comic Sans MS" panose="030F0702030302020204" pitchFamily="66" charset="0"/>
                <a:ea typeface="Calibri" panose="020F0502020204030204" pitchFamily="34" charset="0"/>
                <a:cs typeface="Times New Roman" panose="02020603050405020304" pitchFamily="18" charset="0"/>
              </a:rPr>
              <a:t>un </a:t>
            </a:r>
            <a:r>
              <a:rPr lang="fr-FR" sz="4800" b="1" dirty="0">
                <a:effectLst/>
                <a:latin typeface="Comic Sans MS" panose="030F0702030302020204" pitchFamily="66" charset="0"/>
                <a:ea typeface="Calibri" panose="020F0502020204030204" pitchFamily="34" charset="0"/>
                <a:cs typeface="Times New Roman" panose="02020603050405020304" pitchFamily="18" charset="0"/>
              </a:rPr>
              <a:t>bug :</a:t>
            </a:r>
            <a:endParaRPr lang="fr-FR" sz="4800" dirty="0"/>
          </a:p>
        </p:txBody>
      </p:sp>
    </p:spTree>
    <p:extLst>
      <p:ext uri="{BB962C8B-B14F-4D97-AF65-F5344CB8AC3E}">
        <p14:creationId xmlns:p14="http://schemas.microsoft.com/office/powerpoint/2010/main" val="2132923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2DDD56DF-3E5A-480E-A2AA-1BC3A181812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grpSp>
        <p:nvGrpSpPr>
          <p:cNvPr id="6" name="Group 10874">
            <a:extLst>
              <a:ext uri="{FF2B5EF4-FFF2-40B4-BE49-F238E27FC236}">
                <a16:creationId xmlns:a16="http://schemas.microsoft.com/office/drawing/2014/main" id="{DF2223EF-692A-4DAD-9E26-41C37300EFBA}"/>
              </a:ext>
            </a:extLst>
          </p:cNvPr>
          <p:cNvGrpSpPr/>
          <p:nvPr/>
        </p:nvGrpSpPr>
        <p:grpSpPr>
          <a:xfrm>
            <a:off x="1591490" y="1450216"/>
            <a:ext cx="8035290" cy="0"/>
            <a:chOff x="0" y="0"/>
            <a:chExt cx="8035862" cy="1"/>
          </a:xfrm>
        </p:grpSpPr>
        <p:sp>
          <p:nvSpPr>
            <p:cNvPr id="7" name="Shape 38">
              <a:extLst>
                <a:ext uri="{FF2B5EF4-FFF2-40B4-BE49-F238E27FC236}">
                  <a16:creationId xmlns:a16="http://schemas.microsoft.com/office/drawing/2014/main" id="{1F2821A6-165A-4180-8F45-0692F4043801}"/>
                </a:ext>
              </a:extLst>
            </p:cNvPr>
            <p:cNvSpPr/>
            <p:nvPr/>
          </p:nvSpPr>
          <p:spPr>
            <a:xfrm>
              <a:off x="0" y="0"/>
              <a:ext cx="8035862" cy="1"/>
            </a:xfrm>
            <a:custGeom>
              <a:avLst/>
              <a:gdLst/>
              <a:ahLst/>
              <a:cxnLst/>
              <a:rect l="0" t="0" r="0" b="0"/>
              <a:pathLst>
                <a:path w="8035862" h="1">
                  <a:moveTo>
                    <a:pt x="0" y="0"/>
                  </a:moveTo>
                  <a:lnTo>
                    <a:pt x="8035862" y="1"/>
                  </a:lnTo>
                </a:path>
              </a:pathLst>
            </a:custGeom>
            <a:ln w="12700" cap="flat">
              <a:round/>
            </a:ln>
          </p:spPr>
          <p:style>
            <a:lnRef idx="1">
              <a:srgbClr val="D34817"/>
            </a:lnRef>
            <a:fillRef idx="0">
              <a:srgbClr val="000000">
                <a:alpha val="0"/>
              </a:srgbClr>
            </a:fillRef>
            <a:effectRef idx="0">
              <a:scrgbClr r="0" g="0" b="0"/>
            </a:effectRef>
            <a:fontRef idx="none"/>
          </p:style>
          <p:txBody>
            <a:bodyPr/>
            <a:lstStyle/>
            <a:p>
              <a:endParaRPr lang="fr-FR"/>
            </a:p>
          </p:txBody>
        </p:sp>
      </p:grpSp>
      <p:graphicFrame>
        <p:nvGraphicFramePr>
          <p:cNvPr id="8" name="Tableau 7">
            <a:extLst>
              <a:ext uri="{FF2B5EF4-FFF2-40B4-BE49-F238E27FC236}">
                <a16:creationId xmlns:a16="http://schemas.microsoft.com/office/drawing/2014/main" id="{0C7C65B0-B555-4899-8EEB-F830590BC84A}"/>
              </a:ext>
            </a:extLst>
          </p:cNvPr>
          <p:cNvGraphicFramePr>
            <a:graphicFrameLocks noGrp="1"/>
          </p:cNvGraphicFramePr>
          <p:nvPr/>
        </p:nvGraphicFramePr>
        <p:xfrm>
          <a:off x="1719943" y="6437022"/>
          <a:ext cx="9601200" cy="378342"/>
        </p:xfrm>
        <a:graphic>
          <a:graphicData uri="http://schemas.openxmlformats.org/drawingml/2006/table">
            <a:tbl>
              <a:tblPr firstRow="1" firstCol="1" bandRow="1">
                <a:tableStyleId>{5C22544A-7EE6-4342-B048-85BDC9FD1C3A}</a:tableStyleId>
              </a:tblPr>
              <a:tblGrid>
                <a:gridCol w="9274337">
                  <a:extLst>
                    <a:ext uri="{9D8B030D-6E8A-4147-A177-3AD203B41FA5}">
                      <a16:colId xmlns:a16="http://schemas.microsoft.com/office/drawing/2014/main" val="2180616800"/>
                    </a:ext>
                  </a:extLst>
                </a:gridCol>
                <a:gridCol w="326863">
                  <a:extLst>
                    <a:ext uri="{9D8B030D-6E8A-4147-A177-3AD203B41FA5}">
                      <a16:colId xmlns:a16="http://schemas.microsoft.com/office/drawing/2014/main" val="3414485615"/>
                    </a:ext>
                  </a:extLst>
                </a:gridCol>
              </a:tblGrid>
              <a:tr h="378342">
                <a:tc>
                  <a:txBody>
                    <a:bodyPr/>
                    <a:lstStyle/>
                    <a:p>
                      <a:pPr marL="1184910" algn="ctr">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tc>
                  <a:txBody>
                    <a:bodyPr/>
                    <a:lstStyle/>
                    <a:p>
                      <a:pPr algn="l">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extLst>
                  <a:ext uri="{0D108BD9-81ED-4DB2-BD59-A6C34878D82A}">
                    <a16:rowId xmlns:a16="http://schemas.microsoft.com/office/drawing/2014/main" val="1343998695"/>
                  </a:ext>
                </a:extLst>
              </a:tr>
            </a:tbl>
          </a:graphicData>
        </a:graphic>
      </p:graphicFrame>
      <p:sp>
        <p:nvSpPr>
          <p:cNvPr id="12" name="ZoneTexte 11">
            <a:extLst>
              <a:ext uri="{FF2B5EF4-FFF2-40B4-BE49-F238E27FC236}">
                <a16:creationId xmlns:a16="http://schemas.microsoft.com/office/drawing/2014/main" id="{45B7021B-3AED-40C8-9222-235A136115BB}"/>
              </a:ext>
            </a:extLst>
          </p:cNvPr>
          <p:cNvSpPr txBox="1"/>
          <p:nvPr/>
        </p:nvSpPr>
        <p:spPr>
          <a:xfrm>
            <a:off x="1395276" y="488493"/>
            <a:ext cx="9401447" cy="701731"/>
          </a:xfrm>
          <a:prstGeom prst="rect">
            <a:avLst/>
          </a:prstGeom>
          <a:noFill/>
        </p:spPr>
        <p:txBody>
          <a:bodyPr wrap="square">
            <a:spAutoFit/>
          </a:bodyPr>
          <a:lstStyle/>
          <a:p>
            <a:pPr marL="1994535" indent="-1987550" algn="ctr">
              <a:lnSpc>
                <a:spcPct val="90000"/>
              </a:lnSpc>
            </a:pPr>
            <a:r>
              <a:rPr lang="fr-FR" sz="4400" b="1" dirty="0">
                <a:solidFill>
                  <a:srgbClr val="841A14"/>
                </a:solidFill>
                <a:latin typeface="Comic Sans MS" panose="030F0702030302020204" pitchFamily="66" charset="0"/>
              </a:rPr>
              <a:t>Définitions</a:t>
            </a:r>
          </a:p>
        </p:txBody>
      </p:sp>
      <p:sp>
        <p:nvSpPr>
          <p:cNvPr id="13" name="ZoneTexte 12">
            <a:extLst>
              <a:ext uri="{FF2B5EF4-FFF2-40B4-BE49-F238E27FC236}">
                <a16:creationId xmlns:a16="http://schemas.microsoft.com/office/drawing/2014/main" id="{6FB18B17-6CAF-47DB-A5A1-F35F53A04CFB}"/>
              </a:ext>
            </a:extLst>
          </p:cNvPr>
          <p:cNvSpPr txBox="1"/>
          <p:nvPr/>
        </p:nvSpPr>
        <p:spPr>
          <a:xfrm>
            <a:off x="1719943" y="2303426"/>
            <a:ext cx="10079903" cy="1154162"/>
          </a:xfrm>
          <a:prstGeom prst="rect">
            <a:avLst/>
          </a:prstGeom>
          <a:noFill/>
        </p:spPr>
        <p:txBody>
          <a:bodyPr wrap="square">
            <a:spAutoFit/>
          </a:bodyPr>
          <a:lstStyle/>
          <a:p>
            <a:r>
              <a:rPr lang="fr-FR" sz="2300" b="1" dirty="0">
                <a:latin typeface="Comic Sans MS" panose="030F0702030302020204" pitchFamily="66" charset="0"/>
              </a:rPr>
              <a:t>Un cas de test </a:t>
            </a:r>
            <a:r>
              <a:rPr lang="fr-FR" sz="2300" dirty="0">
                <a:latin typeface="Comic Sans MS" panose="030F0702030302020204" pitchFamily="66" charset="0"/>
              </a:rPr>
              <a:t>est un ensemble d'entrées de test, de conditions d'exécution et de résultats attendus pour un objectif particulier telle que la conformité du programme avec une spécification donnée</a:t>
            </a:r>
          </a:p>
        </p:txBody>
      </p:sp>
      <p:sp>
        <p:nvSpPr>
          <p:cNvPr id="5" name="Espace réservé du numéro de diapositive 4">
            <a:extLst>
              <a:ext uri="{FF2B5EF4-FFF2-40B4-BE49-F238E27FC236}">
                <a16:creationId xmlns:a16="http://schemas.microsoft.com/office/drawing/2014/main" id="{2A152632-F197-4998-9DA2-29CDB67562A7}"/>
              </a:ext>
            </a:extLst>
          </p:cNvPr>
          <p:cNvSpPr>
            <a:spLocks noGrp="1"/>
          </p:cNvSpPr>
          <p:nvPr>
            <p:ph type="sldNum" sz="quarter" idx="12"/>
          </p:nvPr>
        </p:nvSpPr>
        <p:spPr/>
        <p:txBody>
          <a:bodyPr/>
          <a:lstStyle/>
          <a:p>
            <a:fld id="{69E57DC2-970A-4B3E-BB1C-7A09969E49DF}" type="slidenum">
              <a:rPr lang="en-US" smtClean="0"/>
              <a:t>11</a:t>
            </a:fld>
            <a:endParaRPr lang="en-US" dirty="0"/>
          </a:p>
        </p:txBody>
      </p:sp>
      <p:sp>
        <p:nvSpPr>
          <p:cNvPr id="3" name="Espace réservé du pied de page 2">
            <a:extLst>
              <a:ext uri="{FF2B5EF4-FFF2-40B4-BE49-F238E27FC236}">
                <a16:creationId xmlns:a16="http://schemas.microsoft.com/office/drawing/2014/main" id="{4D435BE2-D1C0-4AFF-808D-50A59E6295D0}"/>
              </a:ext>
            </a:extLst>
          </p:cNvPr>
          <p:cNvSpPr>
            <a:spLocks noGrp="1"/>
          </p:cNvSpPr>
          <p:nvPr>
            <p:ph type="ftr" sz="quarter" idx="11"/>
          </p:nvPr>
        </p:nvSpPr>
        <p:spPr/>
        <p:txBody>
          <a:bodyPr/>
          <a:lstStyle/>
          <a:p>
            <a:r>
              <a:rPr lang="en-US"/>
              <a:t>Introduction aux tests logiciel</a:t>
            </a:r>
            <a:endParaRPr lang="en-US" dirty="0"/>
          </a:p>
        </p:txBody>
      </p:sp>
      <p:sp>
        <p:nvSpPr>
          <p:cNvPr id="14" name="ZoneTexte 13">
            <a:extLst>
              <a:ext uri="{FF2B5EF4-FFF2-40B4-BE49-F238E27FC236}">
                <a16:creationId xmlns:a16="http://schemas.microsoft.com/office/drawing/2014/main" id="{C60FE041-614E-4977-8D02-A501D4368E39}"/>
              </a:ext>
            </a:extLst>
          </p:cNvPr>
          <p:cNvSpPr txBox="1"/>
          <p:nvPr/>
        </p:nvSpPr>
        <p:spPr>
          <a:xfrm>
            <a:off x="1719943" y="1461323"/>
            <a:ext cx="6097604" cy="830997"/>
          </a:xfrm>
          <a:prstGeom prst="rect">
            <a:avLst/>
          </a:prstGeom>
          <a:noFill/>
        </p:spPr>
        <p:txBody>
          <a:bodyPr wrap="square">
            <a:spAutoFit/>
          </a:bodyPr>
          <a:lstStyle/>
          <a:p>
            <a:pPr marL="685800" indent="-685800">
              <a:buFont typeface="Wingdings" panose="05000000000000000000" pitchFamily="2" charset="2"/>
              <a:buChar char="v"/>
            </a:pPr>
            <a:r>
              <a:rPr lang="fr-FR" sz="4800" dirty="0">
                <a:solidFill>
                  <a:srgbClr val="202122"/>
                </a:solidFill>
                <a:latin typeface="Comic Sans MS" panose="030F0702030302020204" pitchFamily="66" charset="0"/>
                <a:cs typeface="Times New Roman" panose="02020603050405020304" pitchFamily="18" charset="0"/>
              </a:rPr>
              <a:t>Un cas de test </a:t>
            </a:r>
            <a:r>
              <a:rPr lang="fr-FR" sz="4800" b="1" dirty="0">
                <a:effectLst/>
                <a:latin typeface="Comic Sans MS" panose="030F0702030302020204" pitchFamily="66" charset="0"/>
                <a:ea typeface="Calibri" panose="020F0502020204030204" pitchFamily="34" charset="0"/>
                <a:cs typeface="Times New Roman" panose="02020603050405020304" pitchFamily="18" charset="0"/>
              </a:rPr>
              <a:t>:</a:t>
            </a:r>
            <a:endParaRPr lang="fr-FR" sz="4800" dirty="0"/>
          </a:p>
        </p:txBody>
      </p:sp>
    </p:spTree>
    <p:extLst>
      <p:ext uri="{BB962C8B-B14F-4D97-AF65-F5344CB8AC3E}">
        <p14:creationId xmlns:p14="http://schemas.microsoft.com/office/powerpoint/2010/main" val="3220070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2DDD56DF-3E5A-480E-A2AA-1BC3A181812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grpSp>
        <p:nvGrpSpPr>
          <p:cNvPr id="6" name="Group 10874">
            <a:extLst>
              <a:ext uri="{FF2B5EF4-FFF2-40B4-BE49-F238E27FC236}">
                <a16:creationId xmlns:a16="http://schemas.microsoft.com/office/drawing/2014/main" id="{DF2223EF-692A-4DAD-9E26-41C37300EFBA}"/>
              </a:ext>
            </a:extLst>
          </p:cNvPr>
          <p:cNvGrpSpPr/>
          <p:nvPr/>
        </p:nvGrpSpPr>
        <p:grpSpPr>
          <a:xfrm>
            <a:off x="2035356" y="3787821"/>
            <a:ext cx="8035290" cy="0"/>
            <a:chOff x="0" y="0"/>
            <a:chExt cx="8035862" cy="1"/>
          </a:xfrm>
        </p:grpSpPr>
        <p:sp>
          <p:nvSpPr>
            <p:cNvPr id="7" name="Shape 38">
              <a:extLst>
                <a:ext uri="{FF2B5EF4-FFF2-40B4-BE49-F238E27FC236}">
                  <a16:creationId xmlns:a16="http://schemas.microsoft.com/office/drawing/2014/main" id="{1F2821A6-165A-4180-8F45-0692F4043801}"/>
                </a:ext>
              </a:extLst>
            </p:cNvPr>
            <p:cNvSpPr/>
            <p:nvPr/>
          </p:nvSpPr>
          <p:spPr>
            <a:xfrm>
              <a:off x="0" y="0"/>
              <a:ext cx="8035862" cy="1"/>
            </a:xfrm>
            <a:custGeom>
              <a:avLst/>
              <a:gdLst/>
              <a:ahLst/>
              <a:cxnLst/>
              <a:rect l="0" t="0" r="0" b="0"/>
              <a:pathLst>
                <a:path w="8035862" h="1">
                  <a:moveTo>
                    <a:pt x="0" y="0"/>
                  </a:moveTo>
                  <a:lnTo>
                    <a:pt x="8035862" y="1"/>
                  </a:lnTo>
                </a:path>
              </a:pathLst>
            </a:custGeom>
            <a:ln w="12700" cap="flat">
              <a:solidFill>
                <a:schemeClr val="accent1"/>
              </a:solidFill>
              <a:round/>
            </a:ln>
          </p:spPr>
          <p:style>
            <a:lnRef idx="1">
              <a:srgbClr val="D34817"/>
            </a:lnRef>
            <a:fillRef idx="0">
              <a:srgbClr val="000000">
                <a:alpha val="0"/>
              </a:srgbClr>
            </a:fillRef>
            <a:effectRef idx="0">
              <a:scrgbClr r="0" g="0" b="0"/>
            </a:effectRef>
            <a:fontRef idx="none"/>
          </p:style>
          <p:txBody>
            <a:bodyPr/>
            <a:lstStyle/>
            <a:p>
              <a:endParaRPr lang="fr-FR"/>
            </a:p>
          </p:txBody>
        </p:sp>
      </p:grpSp>
      <p:graphicFrame>
        <p:nvGraphicFramePr>
          <p:cNvPr id="8" name="Tableau 7">
            <a:extLst>
              <a:ext uri="{FF2B5EF4-FFF2-40B4-BE49-F238E27FC236}">
                <a16:creationId xmlns:a16="http://schemas.microsoft.com/office/drawing/2014/main" id="{0C7C65B0-B555-4899-8EEB-F830590BC84A}"/>
              </a:ext>
            </a:extLst>
          </p:cNvPr>
          <p:cNvGraphicFramePr>
            <a:graphicFrameLocks noGrp="1"/>
          </p:cNvGraphicFramePr>
          <p:nvPr/>
        </p:nvGraphicFramePr>
        <p:xfrm>
          <a:off x="1719943" y="6437022"/>
          <a:ext cx="9601200" cy="378342"/>
        </p:xfrm>
        <a:graphic>
          <a:graphicData uri="http://schemas.openxmlformats.org/drawingml/2006/table">
            <a:tbl>
              <a:tblPr firstRow="1" firstCol="1" bandRow="1">
                <a:tableStyleId>{5C22544A-7EE6-4342-B048-85BDC9FD1C3A}</a:tableStyleId>
              </a:tblPr>
              <a:tblGrid>
                <a:gridCol w="9274337">
                  <a:extLst>
                    <a:ext uri="{9D8B030D-6E8A-4147-A177-3AD203B41FA5}">
                      <a16:colId xmlns:a16="http://schemas.microsoft.com/office/drawing/2014/main" val="2180616800"/>
                    </a:ext>
                  </a:extLst>
                </a:gridCol>
                <a:gridCol w="326863">
                  <a:extLst>
                    <a:ext uri="{9D8B030D-6E8A-4147-A177-3AD203B41FA5}">
                      <a16:colId xmlns:a16="http://schemas.microsoft.com/office/drawing/2014/main" val="3414485615"/>
                    </a:ext>
                  </a:extLst>
                </a:gridCol>
              </a:tblGrid>
              <a:tr h="378342">
                <a:tc>
                  <a:txBody>
                    <a:bodyPr/>
                    <a:lstStyle/>
                    <a:p>
                      <a:pPr marL="1184910" algn="ctr">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tc>
                  <a:txBody>
                    <a:bodyPr/>
                    <a:lstStyle/>
                    <a:p>
                      <a:pPr algn="l">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extLst>
                  <a:ext uri="{0D108BD9-81ED-4DB2-BD59-A6C34878D82A}">
                    <a16:rowId xmlns:a16="http://schemas.microsoft.com/office/drawing/2014/main" val="1343998695"/>
                  </a:ext>
                </a:extLst>
              </a:tr>
            </a:tbl>
          </a:graphicData>
        </a:graphic>
      </p:graphicFrame>
      <p:sp>
        <p:nvSpPr>
          <p:cNvPr id="15" name="ZoneTexte 14">
            <a:extLst>
              <a:ext uri="{FF2B5EF4-FFF2-40B4-BE49-F238E27FC236}">
                <a16:creationId xmlns:a16="http://schemas.microsoft.com/office/drawing/2014/main" id="{3BA7FB43-B8A8-41A8-BCB4-2900EBC1673A}"/>
              </a:ext>
            </a:extLst>
          </p:cNvPr>
          <p:cNvSpPr txBox="1"/>
          <p:nvPr/>
        </p:nvSpPr>
        <p:spPr>
          <a:xfrm>
            <a:off x="2035356" y="2249097"/>
            <a:ext cx="9401447" cy="769441"/>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fr-FR" altLang="fr-FR" sz="4400" b="1" dirty="0">
                <a:solidFill>
                  <a:srgbClr val="841A14"/>
                </a:solidFill>
                <a:latin typeface="Comic Sans MS" panose="030F0702030302020204" pitchFamily="66" charset="0"/>
              </a:rPr>
              <a:t>Importance des Tests Logiciels</a:t>
            </a:r>
          </a:p>
        </p:txBody>
      </p:sp>
      <p:sp>
        <p:nvSpPr>
          <p:cNvPr id="5" name="Espace réservé du numéro de diapositive 4">
            <a:extLst>
              <a:ext uri="{FF2B5EF4-FFF2-40B4-BE49-F238E27FC236}">
                <a16:creationId xmlns:a16="http://schemas.microsoft.com/office/drawing/2014/main" id="{4B085908-77F4-4C88-833A-D75E74C7A0AE}"/>
              </a:ext>
            </a:extLst>
          </p:cNvPr>
          <p:cNvSpPr>
            <a:spLocks noGrp="1"/>
          </p:cNvSpPr>
          <p:nvPr>
            <p:ph type="sldNum" sz="quarter" idx="12"/>
          </p:nvPr>
        </p:nvSpPr>
        <p:spPr/>
        <p:txBody>
          <a:bodyPr/>
          <a:lstStyle/>
          <a:p>
            <a:fld id="{69E57DC2-970A-4B3E-BB1C-7A09969E49DF}" type="slidenum">
              <a:rPr lang="en-US" smtClean="0"/>
              <a:t>12</a:t>
            </a:fld>
            <a:endParaRPr lang="en-US" dirty="0"/>
          </a:p>
        </p:txBody>
      </p:sp>
      <p:sp>
        <p:nvSpPr>
          <p:cNvPr id="3" name="Espace réservé du pied de page 2">
            <a:extLst>
              <a:ext uri="{FF2B5EF4-FFF2-40B4-BE49-F238E27FC236}">
                <a16:creationId xmlns:a16="http://schemas.microsoft.com/office/drawing/2014/main" id="{FDE44050-74E3-4BD1-B1E0-B64B87EC0342}"/>
              </a:ext>
            </a:extLst>
          </p:cNvPr>
          <p:cNvSpPr>
            <a:spLocks noGrp="1"/>
          </p:cNvSpPr>
          <p:nvPr>
            <p:ph type="ftr" sz="quarter" idx="11"/>
          </p:nvPr>
        </p:nvSpPr>
        <p:spPr/>
        <p:txBody>
          <a:bodyPr/>
          <a:lstStyle/>
          <a:p>
            <a:r>
              <a:rPr lang="en-US"/>
              <a:t>Introduction aux tests logiciel</a:t>
            </a:r>
            <a:endParaRPr lang="en-US" dirty="0"/>
          </a:p>
        </p:txBody>
      </p:sp>
    </p:spTree>
    <p:extLst>
      <p:ext uri="{BB962C8B-B14F-4D97-AF65-F5344CB8AC3E}">
        <p14:creationId xmlns:p14="http://schemas.microsoft.com/office/powerpoint/2010/main" val="30877501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2DDD56DF-3E5A-480E-A2AA-1BC3A181812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graphicFrame>
        <p:nvGraphicFramePr>
          <p:cNvPr id="8" name="Tableau 7">
            <a:extLst>
              <a:ext uri="{FF2B5EF4-FFF2-40B4-BE49-F238E27FC236}">
                <a16:creationId xmlns:a16="http://schemas.microsoft.com/office/drawing/2014/main" id="{0C7C65B0-B555-4899-8EEB-F830590BC84A}"/>
              </a:ext>
            </a:extLst>
          </p:cNvPr>
          <p:cNvGraphicFramePr>
            <a:graphicFrameLocks noGrp="1"/>
          </p:cNvGraphicFramePr>
          <p:nvPr/>
        </p:nvGraphicFramePr>
        <p:xfrm>
          <a:off x="1719943" y="6437022"/>
          <a:ext cx="9601200" cy="378342"/>
        </p:xfrm>
        <a:graphic>
          <a:graphicData uri="http://schemas.openxmlformats.org/drawingml/2006/table">
            <a:tbl>
              <a:tblPr firstRow="1" firstCol="1" bandRow="1">
                <a:tableStyleId>{5C22544A-7EE6-4342-B048-85BDC9FD1C3A}</a:tableStyleId>
              </a:tblPr>
              <a:tblGrid>
                <a:gridCol w="9274337">
                  <a:extLst>
                    <a:ext uri="{9D8B030D-6E8A-4147-A177-3AD203B41FA5}">
                      <a16:colId xmlns:a16="http://schemas.microsoft.com/office/drawing/2014/main" val="2180616800"/>
                    </a:ext>
                  </a:extLst>
                </a:gridCol>
                <a:gridCol w="326863">
                  <a:extLst>
                    <a:ext uri="{9D8B030D-6E8A-4147-A177-3AD203B41FA5}">
                      <a16:colId xmlns:a16="http://schemas.microsoft.com/office/drawing/2014/main" val="3414485615"/>
                    </a:ext>
                  </a:extLst>
                </a:gridCol>
              </a:tblGrid>
              <a:tr h="378342">
                <a:tc>
                  <a:txBody>
                    <a:bodyPr/>
                    <a:lstStyle/>
                    <a:p>
                      <a:pPr marL="1184910" algn="ctr">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tc>
                  <a:txBody>
                    <a:bodyPr/>
                    <a:lstStyle/>
                    <a:p>
                      <a:pPr algn="l">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extLst>
                  <a:ext uri="{0D108BD9-81ED-4DB2-BD59-A6C34878D82A}">
                    <a16:rowId xmlns:a16="http://schemas.microsoft.com/office/drawing/2014/main" val="1343998695"/>
                  </a:ext>
                </a:extLst>
              </a:tr>
            </a:tbl>
          </a:graphicData>
        </a:graphic>
      </p:graphicFrame>
      <p:grpSp>
        <p:nvGrpSpPr>
          <p:cNvPr id="9" name="Group 13157">
            <a:extLst>
              <a:ext uri="{FF2B5EF4-FFF2-40B4-BE49-F238E27FC236}">
                <a16:creationId xmlns:a16="http://schemas.microsoft.com/office/drawing/2014/main" id="{0DA838A3-1799-48B8-A4D7-35A58F441AD0}"/>
              </a:ext>
            </a:extLst>
          </p:cNvPr>
          <p:cNvGrpSpPr/>
          <p:nvPr/>
        </p:nvGrpSpPr>
        <p:grpSpPr>
          <a:xfrm>
            <a:off x="1719943" y="1542098"/>
            <a:ext cx="8035290" cy="0"/>
            <a:chOff x="0" y="0"/>
            <a:chExt cx="8035862" cy="1"/>
          </a:xfrm>
        </p:grpSpPr>
        <p:sp>
          <p:nvSpPr>
            <p:cNvPr id="10" name="Shape 13158">
              <a:extLst>
                <a:ext uri="{FF2B5EF4-FFF2-40B4-BE49-F238E27FC236}">
                  <a16:creationId xmlns:a16="http://schemas.microsoft.com/office/drawing/2014/main" id="{2B287451-AA16-4C37-B4A5-E4842616D36B}"/>
                </a:ext>
              </a:extLst>
            </p:cNvPr>
            <p:cNvSpPr/>
            <p:nvPr/>
          </p:nvSpPr>
          <p:spPr>
            <a:xfrm>
              <a:off x="0" y="0"/>
              <a:ext cx="8035862" cy="1"/>
            </a:xfrm>
            <a:custGeom>
              <a:avLst/>
              <a:gdLst/>
              <a:ahLst/>
              <a:cxnLst/>
              <a:rect l="0" t="0" r="0" b="0"/>
              <a:pathLst>
                <a:path w="8035862" h="1">
                  <a:moveTo>
                    <a:pt x="0" y="0"/>
                  </a:moveTo>
                  <a:lnTo>
                    <a:pt x="8035862" y="1"/>
                  </a:lnTo>
                </a:path>
              </a:pathLst>
            </a:custGeom>
            <a:ln w="12700" cap="flat">
              <a:round/>
            </a:ln>
          </p:spPr>
          <p:style>
            <a:lnRef idx="1">
              <a:srgbClr val="D34817"/>
            </a:lnRef>
            <a:fillRef idx="0">
              <a:srgbClr val="000000">
                <a:alpha val="0"/>
              </a:srgbClr>
            </a:fillRef>
            <a:effectRef idx="0">
              <a:scrgbClr r="0" g="0" b="0"/>
            </a:effectRef>
            <a:fontRef idx="none"/>
          </p:style>
          <p:txBody>
            <a:bodyPr/>
            <a:lstStyle/>
            <a:p>
              <a:endParaRPr lang="fr-FR"/>
            </a:p>
          </p:txBody>
        </p:sp>
      </p:grpSp>
      <p:sp>
        <p:nvSpPr>
          <p:cNvPr id="11" name="Rectangle 4">
            <a:extLst>
              <a:ext uri="{FF2B5EF4-FFF2-40B4-BE49-F238E27FC236}">
                <a16:creationId xmlns:a16="http://schemas.microsoft.com/office/drawing/2014/main" id="{86DB6CAE-E0A1-4FBD-900B-52460BBE5E9B}"/>
              </a:ext>
            </a:extLst>
          </p:cNvPr>
          <p:cNvSpPr>
            <a:spLocks noChangeArrowheads="1"/>
          </p:cNvSpPr>
          <p:nvPr/>
        </p:nvSpPr>
        <p:spPr bwMode="auto">
          <a:xfrm>
            <a:off x="1200150" y="630168"/>
            <a:ext cx="905637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fr-FR" altLang="fr-FR" sz="4400" b="1" dirty="0">
                <a:solidFill>
                  <a:srgbClr val="841A14"/>
                </a:solidFill>
                <a:latin typeface="Comic Sans MS" panose="030F0702030302020204" pitchFamily="66" charset="0"/>
              </a:rPr>
              <a:t>Importance des Tests Logiciels</a:t>
            </a:r>
          </a:p>
        </p:txBody>
      </p:sp>
      <p:sp>
        <p:nvSpPr>
          <p:cNvPr id="18" name="ZoneTexte 17">
            <a:extLst>
              <a:ext uri="{FF2B5EF4-FFF2-40B4-BE49-F238E27FC236}">
                <a16:creationId xmlns:a16="http://schemas.microsoft.com/office/drawing/2014/main" id="{302D45D4-EDAE-4FE4-A4F3-E09A1CE46397}"/>
              </a:ext>
            </a:extLst>
          </p:cNvPr>
          <p:cNvSpPr txBox="1"/>
          <p:nvPr/>
        </p:nvSpPr>
        <p:spPr>
          <a:xfrm>
            <a:off x="885863" y="2116421"/>
            <a:ext cx="9292280" cy="2920992"/>
          </a:xfrm>
          <a:prstGeom prst="rect">
            <a:avLst/>
          </a:prstGeom>
          <a:noFill/>
        </p:spPr>
        <p:txBody>
          <a:bodyPr wrap="square">
            <a:spAutoFit/>
          </a:bodyPr>
          <a:lstStyle/>
          <a:p>
            <a:pPr marL="527050" indent="-342900" algn="just">
              <a:lnSpc>
                <a:spcPct val="110000"/>
              </a:lnSpc>
              <a:spcAft>
                <a:spcPts val="25"/>
              </a:spcAft>
              <a:buFont typeface="Wingdings" panose="05000000000000000000" pitchFamily="2" charset="2"/>
              <a:buChar char="v"/>
            </a:pPr>
            <a:r>
              <a:rPr lang="fr-FR" sz="2300" b="1" dirty="0">
                <a:solidFill>
                  <a:srgbClr val="404040"/>
                </a:solidFill>
                <a:effectLst/>
                <a:latin typeface="Comic Sans MS" panose="030F0702030302020204" pitchFamily="66" charset="0"/>
                <a:ea typeface="Comic Sans MS" panose="030F0702030302020204" pitchFamily="66" charset="0"/>
                <a:cs typeface="Comic Sans MS" panose="030F0702030302020204" pitchFamily="66" charset="0"/>
              </a:rPr>
              <a:t>Un bug coûte très cher</a:t>
            </a:r>
            <a:endParaRPr lang="fr-FR" sz="2300" dirty="0">
              <a:solidFill>
                <a:srgbClr val="000000"/>
              </a:solidFill>
              <a:effectLst/>
              <a:latin typeface="Calibri" panose="020F0502020204030204" pitchFamily="34" charset="0"/>
              <a:ea typeface="Calibri" panose="020F0502020204030204" pitchFamily="34" charset="0"/>
            </a:endParaRPr>
          </a:p>
          <a:p>
            <a:pPr marL="920750" indent="6350" algn="just">
              <a:lnSpc>
                <a:spcPct val="110000"/>
              </a:lnSpc>
              <a:spcAft>
                <a:spcPts val="25"/>
              </a:spcAft>
            </a:pPr>
            <a:r>
              <a:rPr lang="fr-FR" sz="2300" dirty="0">
                <a:solidFill>
                  <a:srgbClr val="404040"/>
                </a:solidFill>
                <a:effectLst/>
                <a:latin typeface="Comic Sans MS" panose="030F0702030302020204" pitchFamily="66" charset="0"/>
                <a:ea typeface="Comic Sans MS" panose="030F0702030302020204" pitchFamily="66" charset="0"/>
                <a:cs typeface="Comic Sans MS" panose="030F0702030302020204" pitchFamily="66" charset="0"/>
              </a:rPr>
              <a:t>Pertes financières mais aussi pertes en vies humaines </a:t>
            </a:r>
            <a:endParaRPr lang="fr-FR" sz="2300" dirty="0">
              <a:solidFill>
                <a:srgbClr val="000000"/>
              </a:solidFill>
              <a:effectLst/>
              <a:latin typeface="Calibri" panose="020F0502020204030204" pitchFamily="34" charset="0"/>
              <a:ea typeface="Calibri" panose="020F0502020204030204" pitchFamily="34" charset="0"/>
            </a:endParaRPr>
          </a:p>
          <a:p>
            <a:pPr marL="184150" indent="6350" algn="just">
              <a:lnSpc>
                <a:spcPct val="110000"/>
              </a:lnSpc>
              <a:spcAft>
                <a:spcPts val="1980"/>
              </a:spcAft>
            </a:pPr>
            <a:r>
              <a:rPr lang="fr-FR" sz="2300" dirty="0">
                <a:solidFill>
                  <a:srgbClr val="404040"/>
                </a:solidFill>
                <a:effectLst/>
                <a:latin typeface="Comic Sans MS" panose="030F0702030302020204" pitchFamily="66" charset="0"/>
                <a:ea typeface="Comic Sans MS" panose="030F0702030302020204" pitchFamily="66" charset="0"/>
                <a:cs typeface="Comic Sans MS" panose="030F0702030302020204" pitchFamily="66" charset="0"/>
              </a:rPr>
              <a:t>dans certaines situations</a:t>
            </a:r>
          </a:p>
          <a:p>
            <a:pPr marL="184150" indent="6350" algn="just">
              <a:lnSpc>
                <a:spcPct val="110000"/>
              </a:lnSpc>
              <a:spcAft>
                <a:spcPts val="1980"/>
              </a:spcAft>
            </a:pPr>
            <a:endParaRPr lang="fr-FR" sz="2300" dirty="0">
              <a:solidFill>
                <a:srgbClr val="000000"/>
              </a:solidFill>
              <a:effectLst/>
              <a:latin typeface="Calibri" panose="020F0502020204030204" pitchFamily="34" charset="0"/>
              <a:ea typeface="Calibri" panose="020F0502020204030204" pitchFamily="34" charset="0"/>
            </a:endParaRPr>
          </a:p>
          <a:p>
            <a:pPr marL="527050" indent="-342900" algn="just">
              <a:lnSpc>
                <a:spcPct val="110000"/>
              </a:lnSpc>
              <a:spcAft>
                <a:spcPts val="25"/>
              </a:spcAft>
              <a:buFont typeface="Wingdings" panose="05000000000000000000" pitchFamily="2" charset="2"/>
              <a:buChar char="v"/>
            </a:pPr>
            <a:r>
              <a:rPr lang="fr-FR" sz="2300" b="1" dirty="0">
                <a:solidFill>
                  <a:srgbClr val="404040"/>
                </a:solidFill>
                <a:effectLst/>
                <a:latin typeface="Comic Sans MS" panose="030F0702030302020204" pitchFamily="66" charset="0"/>
                <a:ea typeface="Comic Sans MS" panose="030F0702030302020204" pitchFamily="66" charset="0"/>
                <a:cs typeface="Comic Sans MS" panose="030F0702030302020204" pitchFamily="66" charset="0"/>
              </a:rPr>
              <a:t>Les bugs sont inhérents au développement logiciel </a:t>
            </a:r>
            <a:r>
              <a:rPr lang="fr-FR" sz="2300" u="sng" dirty="0">
                <a:solidFill>
                  <a:srgbClr val="404040"/>
                </a:solidFill>
                <a:effectLst/>
                <a:uFill>
                  <a:solidFill>
                    <a:srgbClr val="404040"/>
                  </a:solidFill>
                </a:uFill>
                <a:latin typeface="Comic Sans MS" panose="030F0702030302020204" pitchFamily="66" charset="0"/>
                <a:ea typeface="Comic Sans MS" panose="030F0702030302020204" pitchFamily="66" charset="0"/>
                <a:cs typeface="Comic Sans MS" panose="030F0702030302020204" pitchFamily="66" charset="0"/>
              </a:rPr>
              <a:t>Développeur</a:t>
            </a:r>
            <a:endParaRPr lang="fr-FR" sz="2300" dirty="0">
              <a:solidFill>
                <a:srgbClr val="000000"/>
              </a:solidFill>
              <a:effectLst/>
              <a:latin typeface="Calibri" panose="020F0502020204030204" pitchFamily="34" charset="0"/>
              <a:ea typeface="Calibri" panose="020F0502020204030204" pitchFamily="34" charset="0"/>
            </a:endParaRPr>
          </a:p>
        </p:txBody>
      </p:sp>
      <p:sp>
        <p:nvSpPr>
          <p:cNvPr id="5" name="Espace réservé du numéro de diapositive 4">
            <a:extLst>
              <a:ext uri="{FF2B5EF4-FFF2-40B4-BE49-F238E27FC236}">
                <a16:creationId xmlns:a16="http://schemas.microsoft.com/office/drawing/2014/main" id="{10178E1C-1FEF-41F9-B2E4-D3CE7A31B489}"/>
              </a:ext>
            </a:extLst>
          </p:cNvPr>
          <p:cNvSpPr>
            <a:spLocks noGrp="1"/>
          </p:cNvSpPr>
          <p:nvPr>
            <p:ph type="sldNum" sz="quarter" idx="12"/>
          </p:nvPr>
        </p:nvSpPr>
        <p:spPr/>
        <p:txBody>
          <a:bodyPr/>
          <a:lstStyle/>
          <a:p>
            <a:fld id="{69E57DC2-970A-4B3E-BB1C-7A09969E49DF}" type="slidenum">
              <a:rPr lang="en-US" smtClean="0"/>
              <a:t>13</a:t>
            </a:fld>
            <a:endParaRPr lang="en-US" dirty="0"/>
          </a:p>
        </p:txBody>
      </p:sp>
      <p:sp>
        <p:nvSpPr>
          <p:cNvPr id="3" name="Espace réservé du pied de page 2">
            <a:extLst>
              <a:ext uri="{FF2B5EF4-FFF2-40B4-BE49-F238E27FC236}">
                <a16:creationId xmlns:a16="http://schemas.microsoft.com/office/drawing/2014/main" id="{872142C7-FA41-403C-9018-6E0A112F192F}"/>
              </a:ext>
            </a:extLst>
          </p:cNvPr>
          <p:cNvSpPr>
            <a:spLocks noGrp="1"/>
          </p:cNvSpPr>
          <p:nvPr>
            <p:ph type="ftr" sz="quarter" idx="11"/>
          </p:nvPr>
        </p:nvSpPr>
        <p:spPr/>
        <p:txBody>
          <a:bodyPr/>
          <a:lstStyle/>
          <a:p>
            <a:r>
              <a:rPr lang="en-US"/>
              <a:t>Introduction aux tests logiciel</a:t>
            </a:r>
            <a:endParaRPr lang="en-US" dirty="0"/>
          </a:p>
        </p:txBody>
      </p:sp>
    </p:spTree>
    <p:extLst>
      <p:ext uri="{BB962C8B-B14F-4D97-AF65-F5344CB8AC3E}">
        <p14:creationId xmlns:p14="http://schemas.microsoft.com/office/powerpoint/2010/main" val="14014698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10874">
            <a:extLst>
              <a:ext uri="{FF2B5EF4-FFF2-40B4-BE49-F238E27FC236}">
                <a16:creationId xmlns:a16="http://schemas.microsoft.com/office/drawing/2014/main" id="{DF2223EF-692A-4DAD-9E26-41C37300EFBA}"/>
              </a:ext>
            </a:extLst>
          </p:cNvPr>
          <p:cNvGrpSpPr/>
          <p:nvPr/>
        </p:nvGrpSpPr>
        <p:grpSpPr>
          <a:xfrm>
            <a:off x="1775732" y="914113"/>
            <a:ext cx="8035290" cy="0"/>
            <a:chOff x="0" y="0"/>
            <a:chExt cx="8035862" cy="1"/>
          </a:xfrm>
        </p:grpSpPr>
        <p:sp>
          <p:nvSpPr>
            <p:cNvPr id="7" name="Shape 38">
              <a:extLst>
                <a:ext uri="{FF2B5EF4-FFF2-40B4-BE49-F238E27FC236}">
                  <a16:creationId xmlns:a16="http://schemas.microsoft.com/office/drawing/2014/main" id="{1F2821A6-165A-4180-8F45-0692F4043801}"/>
                </a:ext>
              </a:extLst>
            </p:cNvPr>
            <p:cNvSpPr/>
            <p:nvPr/>
          </p:nvSpPr>
          <p:spPr>
            <a:xfrm>
              <a:off x="0" y="0"/>
              <a:ext cx="8035862" cy="1"/>
            </a:xfrm>
            <a:custGeom>
              <a:avLst/>
              <a:gdLst/>
              <a:ahLst/>
              <a:cxnLst/>
              <a:rect l="0" t="0" r="0" b="0"/>
              <a:pathLst>
                <a:path w="8035862" h="1">
                  <a:moveTo>
                    <a:pt x="0" y="0"/>
                  </a:moveTo>
                  <a:lnTo>
                    <a:pt x="8035862" y="1"/>
                  </a:lnTo>
                </a:path>
              </a:pathLst>
            </a:custGeom>
            <a:ln w="12700" cap="flat">
              <a:round/>
            </a:ln>
          </p:spPr>
          <p:style>
            <a:lnRef idx="1">
              <a:srgbClr val="D34817"/>
            </a:lnRef>
            <a:fillRef idx="0">
              <a:srgbClr val="000000">
                <a:alpha val="0"/>
              </a:srgbClr>
            </a:fillRef>
            <a:effectRef idx="0">
              <a:scrgbClr r="0" g="0" b="0"/>
            </a:effectRef>
            <a:fontRef idx="none"/>
          </p:style>
          <p:txBody>
            <a:bodyPr/>
            <a:lstStyle/>
            <a:p>
              <a:endParaRPr lang="fr-FR"/>
            </a:p>
          </p:txBody>
        </p:sp>
      </p:grpSp>
      <p:graphicFrame>
        <p:nvGraphicFramePr>
          <p:cNvPr id="8" name="Tableau 7">
            <a:extLst>
              <a:ext uri="{FF2B5EF4-FFF2-40B4-BE49-F238E27FC236}">
                <a16:creationId xmlns:a16="http://schemas.microsoft.com/office/drawing/2014/main" id="{0C7C65B0-B555-4899-8EEB-F830590BC84A}"/>
              </a:ext>
            </a:extLst>
          </p:cNvPr>
          <p:cNvGraphicFramePr>
            <a:graphicFrameLocks noGrp="1"/>
          </p:cNvGraphicFramePr>
          <p:nvPr/>
        </p:nvGraphicFramePr>
        <p:xfrm>
          <a:off x="1719943" y="6437022"/>
          <a:ext cx="9601200" cy="378342"/>
        </p:xfrm>
        <a:graphic>
          <a:graphicData uri="http://schemas.openxmlformats.org/drawingml/2006/table">
            <a:tbl>
              <a:tblPr firstRow="1" firstCol="1" bandRow="1">
                <a:tableStyleId>{5C22544A-7EE6-4342-B048-85BDC9FD1C3A}</a:tableStyleId>
              </a:tblPr>
              <a:tblGrid>
                <a:gridCol w="9274337">
                  <a:extLst>
                    <a:ext uri="{9D8B030D-6E8A-4147-A177-3AD203B41FA5}">
                      <a16:colId xmlns:a16="http://schemas.microsoft.com/office/drawing/2014/main" val="2180616800"/>
                    </a:ext>
                  </a:extLst>
                </a:gridCol>
                <a:gridCol w="326863">
                  <a:extLst>
                    <a:ext uri="{9D8B030D-6E8A-4147-A177-3AD203B41FA5}">
                      <a16:colId xmlns:a16="http://schemas.microsoft.com/office/drawing/2014/main" val="3414485615"/>
                    </a:ext>
                  </a:extLst>
                </a:gridCol>
              </a:tblGrid>
              <a:tr h="378342">
                <a:tc>
                  <a:txBody>
                    <a:bodyPr/>
                    <a:lstStyle/>
                    <a:p>
                      <a:pPr marL="1184910" algn="ctr">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tc>
                  <a:txBody>
                    <a:bodyPr/>
                    <a:lstStyle/>
                    <a:p>
                      <a:pPr algn="l">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extLst>
                  <a:ext uri="{0D108BD9-81ED-4DB2-BD59-A6C34878D82A}">
                    <a16:rowId xmlns:a16="http://schemas.microsoft.com/office/drawing/2014/main" val="1343998695"/>
                  </a:ext>
                </a:extLst>
              </a:tr>
            </a:tbl>
          </a:graphicData>
        </a:graphic>
      </p:graphicFrame>
      <p:sp>
        <p:nvSpPr>
          <p:cNvPr id="12" name="Rectangle 4">
            <a:extLst>
              <a:ext uri="{FF2B5EF4-FFF2-40B4-BE49-F238E27FC236}">
                <a16:creationId xmlns:a16="http://schemas.microsoft.com/office/drawing/2014/main" id="{83BBECC4-433B-47E4-BD7A-0FAC6FECD102}"/>
              </a:ext>
            </a:extLst>
          </p:cNvPr>
          <p:cNvSpPr>
            <a:spLocks noChangeArrowheads="1"/>
          </p:cNvSpPr>
          <p:nvPr/>
        </p:nvSpPr>
        <p:spPr bwMode="auto">
          <a:xfrm>
            <a:off x="1265192" y="77378"/>
            <a:ext cx="905637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fr-FR" altLang="fr-FR" sz="4400" b="1" dirty="0">
                <a:solidFill>
                  <a:srgbClr val="841A14"/>
                </a:solidFill>
                <a:latin typeface="Comic Sans MS" panose="030F0702030302020204" pitchFamily="66" charset="0"/>
              </a:rPr>
              <a:t>Importance des Tests Logiciels</a:t>
            </a:r>
          </a:p>
        </p:txBody>
      </p:sp>
      <p:sp>
        <p:nvSpPr>
          <p:cNvPr id="4" name="Espace réservé du numéro de diapositive 3">
            <a:extLst>
              <a:ext uri="{FF2B5EF4-FFF2-40B4-BE49-F238E27FC236}">
                <a16:creationId xmlns:a16="http://schemas.microsoft.com/office/drawing/2014/main" id="{D7CA29BE-BD4D-4FB5-9AC1-CF66E2912F28}"/>
              </a:ext>
            </a:extLst>
          </p:cNvPr>
          <p:cNvSpPr>
            <a:spLocks noGrp="1"/>
          </p:cNvSpPr>
          <p:nvPr>
            <p:ph type="sldNum" sz="quarter" idx="12"/>
          </p:nvPr>
        </p:nvSpPr>
        <p:spPr/>
        <p:txBody>
          <a:bodyPr/>
          <a:lstStyle/>
          <a:p>
            <a:fld id="{69E57DC2-970A-4B3E-BB1C-7A09969E49DF}" type="slidenum">
              <a:rPr lang="en-US" smtClean="0"/>
              <a:t>14</a:t>
            </a:fld>
            <a:endParaRPr lang="en-US" dirty="0"/>
          </a:p>
        </p:txBody>
      </p:sp>
      <p:sp>
        <p:nvSpPr>
          <p:cNvPr id="2" name="Espace réservé du pied de page 1">
            <a:extLst>
              <a:ext uri="{FF2B5EF4-FFF2-40B4-BE49-F238E27FC236}">
                <a16:creationId xmlns:a16="http://schemas.microsoft.com/office/drawing/2014/main" id="{2474A345-A646-42F1-AE77-2EBF508C8BD3}"/>
              </a:ext>
            </a:extLst>
          </p:cNvPr>
          <p:cNvSpPr>
            <a:spLocks noGrp="1"/>
          </p:cNvSpPr>
          <p:nvPr>
            <p:ph type="ftr" sz="quarter" idx="11"/>
          </p:nvPr>
        </p:nvSpPr>
        <p:spPr/>
        <p:txBody>
          <a:bodyPr/>
          <a:lstStyle/>
          <a:p>
            <a:r>
              <a:rPr lang="en-US"/>
              <a:t>Introduction aux tests logiciel</a:t>
            </a:r>
            <a:endParaRPr lang="en-US" dirty="0"/>
          </a:p>
        </p:txBody>
      </p:sp>
      <p:pic>
        <p:nvPicPr>
          <p:cNvPr id="5" name="Image 4">
            <a:extLst>
              <a:ext uri="{FF2B5EF4-FFF2-40B4-BE49-F238E27FC236}">
                <a16:creationId xmlns:a16="http://schemas.microsoft.com/office/drawing/2014/main" id="{F6351479-93AC-F4B9-E4AE-FC02AF863A18}"/>
              </a:ext>
            </a:extLst>
          </p:cNvPr>
          <p:cNvPicPr>
            <a:picLocks noChangeAspect="1"/>
          </p:cNvPicPr>
          <p:nvPr/>
        </p:nvPicPr>
        <p:blipFill>
          <a:blip r:embed="rId3"/>
          <a:stretch>
            <a:fillRect/>
          </a:stretch>
        </p:blipFill>
        <p:spPr>
          <a:xfrm>
            <a:off x="1265192" y="1089967"/>
            <a:ext cx="10269311" cy="5281070"/>
          </a:xfrm>
          <a:prstGeom prst="rect">
            <a:avLst/>
          </a:prstGeom>
        </p:spPr>
      </p:pic>
      <p:sp>
        <p:nvSpPr>
          <p:cNvPr id="9" name="Rectangle 8">
            <a:extLst>
              <a:ext uri="{FF2B5EF4-FFF2-40B4-BE49-F238E27FC236}">
                <a16:creationId xmlns:a16="http://schemas.microsoft.com/office/drawing/2014/main" id="{8E69D8C1-D3A6-BFCD-8A23-BF14F87DFE1C}"/>
              </a:ext>
            </a:extLst>
          </p:cNvPr>
          <p:cNvSpPr/>
          <p:nvPr/>
        </p:nvSpPr>
        <p:spPr>
          <a:xfrm>
            <a:off x="2893564" y="1306286"/>
            <a:ext cx="1730687" cy="483325"/>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BF"/>
          </a:p>
        </p:txBody>
      </p:sp>
    </p:spTree>
    <p:extLst>
      <p:ext uri="{BB962C8B-B14F-4D97-AF65-F5344CB8AC3E}">
        <p14:creationId xmlns:p14="http://schemas.microsoft.com/office/powerpoint/2010/main" val="26065697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2DDD56DF-3E5A-480E-A2AA-1BC3A181812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grpSp>
        <p:nvGrpSpPr>
          <p:cNvPr id="6" name="Group 10874">
            <a:extLst>
              <a:ext uri="{FF2B5EF4-FFF2-40B4-BE49-F238E27FC236}">
                <a16:creationId xmlns:a16="http://schemas.microsoft.com/office/drawing/2014/main" id="{DF2223EF-692A-4DAD-9E26-41C37300EFBA}"/>
              </a:ext>
            </a:extLst>
          </p:cNvPr>
          <p:cNvGrpSpPr/>
          <p:nvPr/>
        </p:nvGrpSpPr>
        <p:grpSpPr>
          <a:xfrm>
            <a:off x="2035356" y="3787821"/>
            <a:ext cx="8035290" cy="0"/>
            <a:chOff x="0" y="0"/>
            <a:chExt cx="8035862" cy="1"/>
          </a:xfrm>
        </p:grpSpPr>
        <p:sp>
          <p:nvSpPr>
            <p:cNvPr id="7" name="Shape 38">
              <a:extLst>
                <a:ext uri="{FF2B5EF4-FFF2-40B4-BE49-F238E27FC236}">
                  <a16:creationId xmlns:a16="http://schemas.microsoft.com/office/drawing/2014/main" id="{1F2821A6-165A-4180-8F45-0692F4043801}"/>
                </a:ext>
              </a:extLst>
            </p:cNvPr>
            <p:cNvSpPr/>
            <p:nvPr/>
          </p:nvSpPr>
          <p:spPr>
            <a:xfrm>
              <a:off x="0" y="0"/>
              <a:ext cx="8035862" cy="1"/>
            </a:xfrm>
            <a:custGeom>
              <a:avLst/>
              <a:gdLst/>
              <a:ahLst/>
              <a:cxnLst/>
              <a:rect l="0" t="0" r="0" b="0"/>
              <a:pathLst>
                <a:path w="8035862" h="1">
                  <a:moveTo>
                    <a:pt x="0" y="0"/>
                  </a:moveTo>
                  <a:lnTo>
                    <a:pt x="8035862" y="1"/>
                  </a:lnTo>
                </a:path>
              </a:pathLst>
            </a:custGeom>
            <a:ln w="12700" cap="flat">
              <a:solidFill>
                <a:schemeClr val="accent1"/>
              </a:solidFill>
              <a:round/>
            </a:ln>
          </p:spPr>
          <p:style>
            <a:lnRef idx="1">
              <a:srgbClr val="D34817"/>
            </a:lnRef>
            <a:fillRef idx="0">
              <a:srgbClr val="000000">
                <a:alpha val="0"/>
              </a:srgbClr>
            </a:fillRef>
            <a:effectRef idx="0">
              <a:scrgbClr r="0" g="0" b="0"/>
            </a:effectRef>
            <a:fontRef idx="none"/>
          </p:style>
          <p:txBody>
            <a:bodyPr/>
            <a:lstStyle/>
            <a:p>
              <a:endParaRPr lang="fr-FR"/>
            </a:p>
          </p:txBody>
        </p:sp>
      </p:grpSp>
      <p:graphicFrame>
        <p:nvGraphicFramePr>
          <p:cNvPr id="8" name="Tableau 7">
            <a:extLst>
              <a:ext uri="{FF2B5EF4-FFF2-40B4-BE49-F238E27FC236}">
                <a16:creationId xmlns:a16="http://schemas.microsoft.com/office/drawing/2014/main" id="{0C7C65B0-B555-4899-8EEB-F830590BC84A}"/>
              </a:ext>
            </a:extLst>
          </p:cNvPr>
          <p:cNvGraphicFramePr>
            <a:graphicFrameLocks noGrp="1"/>
          </p:cNvGraphicFramePr>
          <p:nvPr/>
        </p:nvGraphicFramePr>
        <p:xfrm>
          <a:off x="1719943" y="6437022"/>
          <a:ext cx="9601200" cy="378342"/>
        </p:xfrm>
        <a:graphic>
          <a:graphicData uri="http://schemas.openxmlformats.org/drawingml/2006/table">
            <a:tbl>
              <a:tblPr firstRow="1" firstCol="1" bandRow="1">
                <a:tableStyleId>{5C22544A-7EE6-4342-B048-85BDC9FD1C3A}</a:tableStyleId>
              </a:tblPr>
              <a:tblGrid>
                <a:gridCol w="9274337">
                  <a:extLst>
                    <a:ext uri="{9D8B030D-6E8A-4147-A177-3AD203B41FA5}">
                      <a16:colId xmlns:a16="http://schemas.microsoft.com/office/drawing/2014/main" val="2180616800"/>
                    </a:ext>
                  </a:extLst>
                </a:gridCol>
                <a:gridCol w="326863">
                  <a:extLst>
                    <a:ext uri="{9D8B030D-6E8A-4147-A177-3AD203B41FA5}">
                      <a16:colId xmlns:a16="http://schemas.microsoft.com/office/drawing/2014/main" val="3414485615"/>
                    </a:ext>
                  </a:extLst>
                </a:gridCol>
              </a:tblGrid>
              <a:tr h="378342">
                <a:tc>
                  <a:txBody>
                    <a:bodyPr/>
                    <a:lstStyle/>
                    <a:p>
                      <a:pPr marL="1184910" algn="ctr">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tc>
                  <a:txBody>
                    <a:bodyPr/>
                    <a:lstStyle/>
                    <a:p>
                      <a:pPr algn="l">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extLst>
                  <a:ext uri="{0D108BD9-81ED-4DB2-BD59-A6C34878D82A}">
                    <a16:rowId xmlns:a16="http://schemas.microsoft.com/office/drawing/2014/main" val="1343998695"/>
                  </a:ext>
                </a:extLst>
              </a:tr>
            </a:tbl>
          </a:graphicData>
        </a:graphic>
      </p:graphicFrame>
      <p:sp>
        <p:nvSpPr>
          <p:cNvPr id="15" name="ZoneTexte 14">
            <a:extLst>
              <a:ext uri="{FF2B5EF4-FFF2-40B4-BE49-F238E27FC236}">
                <a16:creationId xmlns:a16="http://schemas.microsoft.com/office/drawing/2014/main" id="{3BA7FB43-B8A8-41A8-BCB4-2900EBC1673A}"/>
              </a:ext>
            </a:extLst>
          </p:cNvPr>
          <p:cNvSpPr txBox="1"/>
          <p:nvPr/>
        </p:nvSpPr>
        <p:spPr>
          <a:xfrm>
            <a:off x="2035356" y="2249097"/>
            <a:ext cx="9401447" cy="777392"/>
          </a:xfrm>
          <a:prstGeom prst="rect">
            <a:avLst/>
          </a:prstGeom>
          <a:noFill/>
        </p:spPr>
        <p:txBody>
          <a:bodyPr wrap="square">
            <a:spAutoFit/>
          </a:bodyPr>
          <a:lstStyle/>
          <a:p>
            <a:pPr marL="118110" algn="ctr">
              <a:lnSpc>
                <a:spcPct val="107000"/>
              </a:lnSpc>
              <a:spcAft>
                <a:spcPts val="800"/>
              </a:spcAft>
            </a:pPr>
            <a:r>
              <a:rPr lang="fr-FR" sz="4400" b="1" dirty="0">
                <a:solidFill>
                  <a:srgbClr val="841A14"/>
                </a:solidFill>
                <a:latin typeface="Comic Sans MS" panose="030F0702030302020204" pitchFamily="66" charset="0"/>
              </a:rPr>
              <a:t>Réalités des Tests Logiciels</a:t>
            </a:r>
          </a:p>
        </p:txBody>
      </p:sp>
      <p:sp>
        <p:nvSpPr>
          <p:cNvPr id="5" name="Espace réservé du numéro de diapositive 4">
            <a:extLst>
              <a:ext uri="{FF2B5EF4-FFF2-40B4-BE49-F238E27FC236}">
                <a16:creationId xmlns:a16="http://schemas.microsoft.com/office/drawing/2014/main" id="{4B085908-77F4-4C88-833A-D75E74C7A0AE}"/>
              </a:ext>
            </a:extLst>
          </p:cNvPr>
          <p:cNvSpPr>
            <a:spLocks noGrp="1"/>
          </p:cNvSpPr>
          <p:nvPr>
            <p:ph type="sldNum" sz="quarter" idx="12"/>
          </p:nvPr>
        </p:nvSpPr>
        <p:spPr/>
        <p:txBody>
          <a:bodyPr/>
          <a:lstStyle/>
          <a:p>
            <a:fld id="{69E57DC2-970A-4B3E-BB1C-7A09969E49DF}" type="slidenum">
              <a:rPr lang="en-US" smtClean="0"/>
              <a:t>15</a:t>
            </a:fld>
            <a:endParaRPr lang="en-US" dirty="0"/>
          </a:p>
        </p:txBody>
      </p:sp>
      <p:sp>
        <p:nvSpPr>
          <p:cNvPr id="3" name="Espace réservé du pied de page 2">
            <a:extLst>
              <a:ext uri="{FF2B5EF4-FFF2-40B4-BE49-F238E27FC236}">
                <a16:creationId xmlns:a16="http://schemas.microsoft.com/office/drawing/2014/main" id="{FDE44050-74E3-4BD1-B1E0-B64B87EC0342}"/>
              </a:ext>
            </a:extLst>
          </p:cNvPr>
          <p:cNvSpPr>
            <a:spLocks noGrp="1"/>
          </p:cNvSpPr>
          <p:nvPr>
            <p:ph type="ftr" sz="quarter" idx="11"/>
          </p:nvPr>
        </p:nvSpPr>
        <p:spPr/>
        <p:txBody>
          <a:bodyPr/>
          <a:lstStyle/>
          <a:p>
            <a:r>
              <a:rPr lang="en-US"/>
              <a:t>Introduction aux tests logiciel</a:t>
            </a:r>
            <a:endParaRPr lang="en-US" dirty="0"/>
          </a:p>
        </p:txBody>
      </p:sp>
    </p:spTree>
    <p:extLst>
      <p:ext uri="{BB962C8B-B14F-4D97-AF65-F5344CB8AC3E}">
        <p14:creationId xmlns:p14="http://schemas.microsoft.com/office/powerpoint/2010/main" val="36779393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2DDD56DF-3E5A-480E-A2AA-1BC3A181812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grpSp>
        <p:nvGrpSpPr>
          <p:cNvPr id="6" name="Group 10874">
            <a:extLst>
              <a:ext uri="{FF2B5EF4-FFF2-40B4-BE49-F238E27FC236}">
                <a16:creationId xmlns:a16="http://schemas.microsoft.com/office/drawing/2014/main" id="{DF2223EF-692A-4DAD-9E26-41C37300EFBA}"/>
              </a:ext>
            </a:extLst>
          </p:cNvPr>
          <p:cNvGrpSpPr/>
          <p:nvPr/>
        </p:nvGrpSpPr>
        <p:grpSpPr>
          <a:xfrm>
            <a:off x="1908845" y="1251555"/>
            <a:ext cx="8035290" cy="0"/>
            <a:chOff x="0" y="0"/>
            <a:chExt cx="8035862" cy="1"/>
          </a:xfrm>
        </p:grpSpPr>
        <p:sp>
          <p:nvSpPr>
            <p:cNvPr id="7" name="Shape 38">
              <a:extLst>
                <a:ext uri="{FF2B5EF4-FFF2-40B4-BE49-F238E27FC236}">
                  <a16:creationId xmlns:a16="http://schemas.microsoft.com/office/drawing/2014/main" id="{1F2821A6-165A-4180-8F45-0692F4043801}"/>
                </a:ext>
              </a:extLst>
            </p:cNvPr>
            <p:cNvSpPr/>
            <p:nvPr/>
          </p:nvSpPr>
          <p:spPr>
            <a:xfrm>
              <a:off x="0" y="0"/>
              <a:ext cx="8035862" cy="1"/>
            </a:xfrm>
            <a:custGeom>
              <a:avLst/>
              <a:gdLst/>
              <a:ahLst/>
              <a:cxnLst/>
              <a:rect l="0" t="0" r="0" b="0"/>
              <a:pathLst>
                <a:path w="8035862" h="1">
                  <a:moveTo>
                    <a:pt x="0" y="0"/>
                  </a:moveTo>
                  <a:lnTo>
                    <a:pt x="8035862" y="1"/>
                  </a:lnTo>
                </a:path>
              </a:pathLst>
            </a:custGeom>
            <a:ln w="12700" cap="flat">
              <a:round/>
            </a:ln>
          </p:spPr>
          <p:style>
            <a:lnRef idx="1">
              <a:srgbClr val="D34817"/>
            </a:lnRef>
            <a:fillRef idx="0">
              <a:srgbClr val="000000">
                <a:alpha val="0"/>
              </a:srgbClr>
            </a:fillRef>
            <a:effectRef idx="0">
              <a:scrgbClr r="0" g="0" b="0"/>
            </a:effectRef>
            <a:fontRef idx="none"/>
          </p:style>
          <p:txBody>
            <a:bodyPr/>
            <a:lstStyle/>
            <a:p>
              <a:endParaRPr lang="fr-FR"/>
            </a:p>
          </p:txBody>
        </p:sp>
      </p:grpSp>
      <p:graphicFrame>
        <p:nvGraphicFramePr>
          <p:cNvPr id="8" name="Tableau 7">
            <a:extLst>
              <a:ext uri="{FF2B5EF4-FFF2-40B4-BE49-F238E27FC236}">
                <a16:creationId xmlns:a16="http://schemas.microsoft.com/office/drawing/2014/main" id="{0C7C65B0-B555-4899-8EEB-F830590BC84A}"/>
              </a:ext>
            </a:extLst>
          </p:cNvPr>
          <p:cNvGraphicFramePr>
            <a:graphicFrameLocks noGrp="1"/>
          </p:cNvGraphicFramePr>
          <p:nvPr/>
        </p:nvGraphicFramePr>
        <p:xfrm>
          <a:off x="1719943" y="6437022"/>
          <a:ext cx="9601200" cy="378342"/>
        </p:xfrm>
        <a:graphic>
          <a:graphicData uri="http://schemas.openxmlformats.org/drawingml/2006/table">
            <a:tbl>
              <a:tblPr firstRow="1" firstCol="1" bandRow="1">
                <a:tableStyleId>{5C22544A-7EE6-4342-B048-85BDC9FD1C3A}</a:tableStyleId>
              </a:tblPr>
              <a:tblGrid>
                <a:gridCol w="9274337">
                  <a:extLst>
                    <a:ext uri="{9D8B030D-6E8A-4147-A177-3AD203B41FA5}">
                      <a16:colId xmlns:a16="http://schemas.microsoft.com/office/drawing/2014/main" val="2180616800"/>
                    </a:ext>
                  </a:extLst>
                </a:gridCol>
                <a:gridCol w="326863">
                  <a:extLst>
                    <a:ext uri="{9D8B030D-6E8A-4147-A177-3AD203B41FA5}">
                      <a16:colId xmlns:a16="http://schemas.microsoft.com/office/drawing/2014/main" val="3414485615"/>
                    </a:ext>
                  </a:extLst>
                </a:gridCol>
              </a:tblGrid>
              <a:tr h="378342">
                <a:tc>
                  <a:txBody>
                    <a:bodyPr/>
                    <a:lstStyle/>
                    <a:p>
                      <a:pPr marL="1184910" algn="ctr">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tc>
                  <a:txBody>
                    <a:bodyPr/>
                    <a:lstStyle/>
                    <a:p>
                      <a:pPr algn="l">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extLst>
                  <a:ext uri="{0D108BD9-81ED-4DB2-BD59-A6C34878D82A}">
                    <a16:rowId xmlns:a16="http://schemas.microsoft.com/office/drawing/2014/main" val="1343998695"/>
                  </a:ext>
                </a:extLst>
              </a:tr>
            </a:tbl>
          </a:graphicData>
        </a:graphic>
      </p:graphicFrame>
      <p:sp>
        <p:nvSpPr>
          <p:cNvPr id="9" name="ZoneTexte 8">
            <a:extLst>
              <a:ext uri="{FF2B5EF4-FFF2-40B4-BE49-F238E27FC236}">
                <a16:creationId xmlns:a16="http://schemas.microsoft.com/office/drawing/2014/main" id="{A157D5E8-A098-456A-90DE-C0918BECE009}"/>
              </a:ext>
            </a:extLst>
          </p:cNvPr>
          <p:cNvSpPr txBox="1"/>
          <p:nvPr/>
        </p:nvSpPr>
        <p:spPr>
          <a:xfrm>
            <a:off x="1719943" y="457200"/>
            <a:ext cx="8199427" cy="777392"/>
          </a:xfrm>
          <a:prstGeom prst="rect">
            <a:avLst/>
          </a:prstGeom>
          <a:noFill/>
        </p:spPr>
        <p:txBody>
          <a:bodyPr wrap="square">
            <a:spAutoFit/>
          </a:bodyPr>
          <a:lstStyle/>
          <a:p>
            <a:pPr marL="118110" algn="ctr">
              <a:lnSpc>
                <a:spcPct val="107000"/>
              </a:lnSpc>
              <a:spcAft>
                <a:spcPts val="800"/>
              </a:spcAft>
            </a:pPr>
            <a:r>
              <a:rPr lang="fr-FR" sz="4400" b="1" dirty="0">
                <a:solidFill>
                  <a:srgbClr val="841A14"/>
                </a:solidFill>
                <a:latin typeface="Comic Sans MS" panose="030F0702030302020204" pitchFamily="66" charset="0"/>
              </a:rPr>
              <a:t>Réalités des Tests Logiciels</a:t>
            </a:r>
          </a:p>
        </p:txBody>
      </p:sp>
      <p:sp>
        <p:nvSpPr>
          <p:cNvPr id="10" name="ZoneTexte 9">
            <a:extLst>
              <a:ext uri="{FF2B5EF4-FFF2-40B4-BE49-F238E27FC236}">
                <a16:creationId xmlns:a16="http://schemas.microsoft.com/office/drawing/2014/main" id="{C9579E4D-A9ED-45D0-9F6A-2B2D28A0D1D9}"/>
              </a:ext>
            </a:extLst>
          </p:cNvPr>
          <p:cNvSpPr txBox="1"/>
          <p:nvPr/>
        </p:nvSpPr>
        <p:spPr>
          <a:xfrm>
            <a:off x="645983" y="1585168"/>
            <a:ext cx="9273387" cy="850682"/>
          </a:xfrm>
          <a:prstGeom prst="rect">
            <a:avLst/>
          </a:prstGeom>
          <a:noFill/>
        </p:spPr>
        <p:txBody>
          <a:bodyPr wrap="square">
            <a:spAutoFit/>
          </a:bodyPr>
          <a:lstStyle/>
          <a:p>
            <a:pPr marL="320040" marR="2056130" indent="6350">
              <a:lnSpc>
                <a:spcPct val="110000"/>
              </a:lnSpc>
              <a:spcAft>
                <a:spcPts val="3955"/>
              </a:spcAft>
            </a:pPr>
            <a:r>
              <a:rPr lang="fr-FR" sz="2300" dirty="0">
                <a:solidFill>
                  <a:srgbClr val="404040"/>
                </a:solidFill>
                <a:effectLst/>
                <a:latin typeface="Comic Sans MS" panose="030F0702030302020204" pitchFamily="66" charset="0"/>
                <a:ea typeface="Comic Sans MS" panose="030F0702030302020204" pitchFamily="66" charset="0"/>
                <a:cs typeface="Comic Sans MS" panose="030F0702030302020204" pitchFamily="66" charset="0"/>
              </a:rPr>
              <a:t>Le test est une activité du contrôle qualité Il est indépendant du développement</a:t>
            </a:r>
            <a:endParaRPr lang="fr-FR" sz="2300" dirty="0">
              <a:solidFill>
                <a:srgbClr val="000000"/>
              </a:solidFill>
              <a:effectLst/>
              <a:latin typeface="Calibri" panose="020F0502020204030204" pitchFamily="34" charset="0"/>
              <a:ea typeface="Calibri" panose="020F0502020204030204" pitchFamily="34" charset="0"/>
            </a:endParaRPr>
          </a:p>
        </p:txBody>
      </p:sp>
      <p:sp>
        <p:nvSpPr>
          <p:cNvPr id="11" name="ZoneTexte 10">
            <a:extLst>
              <a:ext uri="{FF2B5EF4-FFF2-40B4-BE49-F238E27FC236}">
                <a16:creationId xmlns:a16="http://schemas.microsoft.com/office/drawing/2014/main" id="{19C32D00-09E6-4025-9012-7DABEB184CAB}"/>
              </a:ext>
            </a:extLst>
          </p:cNvPr>
          <p:cNvSpPr txBox="1"/>
          <p:nvPr/>
        </p:nvSpPr>
        <p:spPr>
          <a:xfrm>
            <a:off x="760702" y="2906774"/>
            <a:ext cx="3619354" cy="446276"/>
          </a:xfrm>
          <a:prstGeom prst="rect">
            <a:avLst/>
          </a:prstGeom>
          <a:noFill/>
        </p:spPr>
        <p:txBody>
          <a:bodyPr wrap="square">
            <a:spAutoFit/>
          </a:bodyPr>
          <a:lstStyle/>
          <a:p>
            <a:r>
              <a:rPr lang="fr-FR" sz="2300" b="1" dirty="0">
                <a:solidFill>
                  <a:srgbClr val="404040"/>
                </a:solidFill>
                <a:effectLst/>
                <a:latin typeface="Comic Sans MS" panose="030F0702030302020204" pitchFamily="66" charset="0"/>
                <a:ea typeface="Comic Sans MS" panose="030F0702030302020204" pitchFamily="66" charset="0"/>
                <a:cs typeface="Comic Sans MS" panose="030F0702030302020204" pitchFamily="66" charset="0"/>
              </a:rPr>
              <a:t>Ce que le test est : </a:t>
            </a:r>
            <a:endParaRPr lang="fr-FR" sz="2300" dirty="0"/>
          </a:p>
        </p:txBody>
      </p:sp>
      <p:sp>
        <p:nvSpPr>
          <p:cNvPr id="15" name="ZoneTexte 14">
            <a:extLst>
              <a:ext uri="{FF2B5EF4-FFF2-40B4-BE49-F238E27FC236}">
                <a16:creationId xmlns:a16="http://schemas.microsoft.com/office/drawing/2014/main" id="{38FA541B-34DD-47DA-B6CC-EDD12D798A25}"/>
              </a:ext>
            </a:extLst>
          </p:cNvPr>
          <p:cNvSpPr txBox="1"/>
          <p:nvPr/>
        </p:nvSpPr>
        <p:spPr>
          <a:xfrm>
            <a:off x="1479720" y="3745572"/>
            <a:ext cx="4809868" cy="446276"/>
          </a:xfrm>
          <a:prstGeom prst="rect">
            <a:avLst/>
          </a:prstGeom>
          <a:noFill/>
        </p:spPr>
        <p:txBody>
          <a:bodyPr wrap="square">
            <a:spAutoFit/>
          </a:bodyPr>
          <a:lstStyle/>
          <a:p>
            <a:pPr marL="285750" indent="-285750">
              <a:buClr>
                <a:srgbClr val="F4813A"/>
              </a:buClr>
              <a:buFont typeface="Courier New" panose="02070309020205020404" pitchFamily="49" charset="0"/>
              <a:buChar char="o"/>
            </a:pPr>
            <a:r>
              <a:rPr lang="fr-FR" sz="2300" dirty="0">
                <a:solidFill>
                  <a:srgbClr val="404040"/>
                </a:solidFill>
                <a:effectLst/>
                <a:latin typeface="Comic Sans MS" panose="030F0702030302020204" pitchFamily="66" charset="0"/>
                <a:ea typeface="Comic Sans MS" panose="030F0702030302020204" pitchFamily="66" charset="0"/>
                <a:cs typeface="Comic Sans MS" panose="030F0702030302020204" pitchFamily="66" charset="0"/>
              </a:rPr>
              <a:t>Exécuter le programme</a:t>
            </a:r>
            <a:endParaRPr lang="fr-FR" sz="2300" dirty="0">
              <a:solidFill>
                <a:srgbClr val="000000"/>
              </a:solidFill>
              <a:effectLst/>
              <a:latin typeface="Calibri" panose="020F0502020204030204" pitchFamily="34" charset="0"/>
              <a:ea typeface="Calibri" panose="020F0502020204030204" pitchFamily="34" charset="0"/>
            </a:endParaRPr>
          </a:p>
        </p:txBody>
      </p:sp>
      <p:sp>
        <p:nvSpPr>
          <p:cNvPr id="16" name="ZoneTexte 15">
            <a:extLst>
              <a:ext uri="{FF2B5EF4-FFF2-40B4-BE49-F238E27FC236}">
                <a16:creationId xmlns:a16="http://schemas.microsoft.com/office/drawing/2014/main" id="{51BD9C05-53F2-4C2A-BAE1-85ADC0BD4555}"/>
              </a:ext>
            </a:extLst>
          </p:cNvPr>
          <p:cNvSpPr txBox="1"/>
          <p:nvPr/>
        </p:nvSpPr>
        <p:spPr>
          <a:xfrm>
            <a:off x="1479720" y="4622539"/>
            <a:ext cx="7614853" cy="446276"/>
          </a:xfrm>
          <a:prstGeom prst="rect">
            <a:avLst/>
          </a:prstGeom>
          <a:noFill/>
        </p:spPr>
        <p:txBody>
          <a:bodyPr wrap="square">
            <a:spAutoFit/>
          </a:bodyPr>
          <a:lstStyle/>
          <a:p>
            <a:pPr marL="285750" indent="-285750">
              <a:buClr>
                <a:srgbClr val="F4813A"/>
              </a:buClr>
              <a:buFont typeface="Courier New" panose="02070309020205020404" pitchFamily="49" charset="0"/>
              <a:buChar char="o"/>
            </a:pPr>
            <a:r>
              <a:rPr lang="fr-FR" sz="2300" dirty="0">
                <a:solidFill>
                  <a:srgbClr val="404040"/>
                </a:solidFill>
                <a:effectLst/>
                <a:latin typeface="Comic Sans MS" panose="030F0702030302020204" pitchFamily="66" charset="0"/>
                <a:ea typeface="Comic Sans MS" panose="030F0702030302020204" pitchFamily="66" charset="0"/>
                <a:cs typeface="Comic Sans MS" panose="030F0702030302020204" pitchFamily="66" charset="0"/>
              </a:rPr>
              <a:t>connaître les résultats attendus (notion d'oracle) </a:t>
            </a:r>
            <a:endParaRPr lang="fr-FR" sz="2300" dirty="0">
              <a:solidFill>
                <a:srgbClr val="000000"/>
              </a:solidFill>
              <a:effectLst/>
              <a:latin typeface="Calibri" panose="020F0502020204030204" pitchFamily="34" charset="0"/>
              <a:ea typeface="Calibri" panose="020F0502020204030204" pitchFamily="34" charset="0"/>
            </a:endParaRPr>
          </a:p>
        </p:txBody>
      </p:sp>
      <p:sp>
        <p:nvSpPr>
          <p:cNvPr id="17" name="ZoneTexte 16">
            <a:extLst>
              <a:ext uri="{FF2B5EF4-FFF2-40B4-BE49-F238E27FC236}">
                <a16:creationId xmlns:a16="http://schemas.microsoft.com/office/drawing/2014/main" id="{F5D41E22-EFB7-4B6F-AFAC-51B0B3FE9751}"/>
              </a:ext>
            </a:extLst>
          </p:cNvPr>
          <p:cNvSpPr txBox="1"/>
          <p:nvPr/>
        </p:nvSpPr>
        <p:spPr>
          <a:xfrm>
            <a:off x="1479720" y="5642666"/>
            <a:ext cx="6972301" cy="446276"/>
          </a:xfrm>
          <a:prstGeom prst="rect">
            <a:avLst/>
          </a:prstGeom>
          <a:noFill/>
        </p:spPr>
        <p:txBody>
          <a:bodyPr wrap="square">
            <a:spAutoFit/>
          </a:bodyPr>
          <a:lstStyle/>
          <a:p>
            <a:pPr marL="285750" indent="-285750">
              <a:buClr>
                <a:srgbClr val="F4813A"/>
              </a:buClr>
              <a:buFont typeface="Courier New" panose="02070309020205020404" pitchFamily="49" charset="0"/>
              <a:buChar char="o"/>
            </a:pPr>
            <a:r>
              <a:rPr lang="fr-FR" sz="2300" dirty="0">
                <a:solidFill>
                  <a:srgbClr val="FF0000"/>
                </a:solidFill>
                <a:effectLst/>
                <a:latin typeface="Comic Sans MS" panose="030F0702030302020204" pitchFamily="66" charset="0"/>
                <a:ea typeface="Comic Sans MS" panose="030F0702030302020204" pitchFamily="66" charset="0"/>
                <a:cs typeface="Comic Sans MS" panose="030F0702030302020204" pitchFamily="66" charset="0"/>
              </a:rPr>
              <a:t>on échoue lorsqu'on ne trouve aucune erreur</a:t>
            </a:r>
            <a:endParaRPr lang="fr-FR" sz="2300" dirty="0">
              <a:solidFill>
                <a:srgbClr val="000000"/>
              </a:solidFill>
              <a:effectLst/>
              <a:latin typeface="Calibri" panose="020F0502020204030204" pitchFamily="34" charset="0"/>
              <a:ea typeface="Calibri" panose="020F0502020204030204" pitchFamily="34" charset="0"/>
            </a:endParaRPr>
          </a:p>
        </p:txBody>
      </p:sp>
      <p:sp>
        <p:nvSpPr>
          <p:cNvPr id="5" name="Espace réservé du numéro de diapositive 4">
            <a:extLst>
              <a:ext uri="{FF2B5EF4-FFF2-40B4-BE49-F238E27FC236}">
                <a16:creationId xmlns:a16="http://schemas.microsoft.com/office/drawing/2014/main" id="{06B79CDC-836F-4318-8EB7-6C18B6AEA6B2}"/>
              </a:ext>
            </a:extLst>
          </p:cNvPr>
          <p:cNvSpPr>
            <a:spLocks noGrp="1"/>
          </p:cNvSpPr>
          <p:nvPr>
            <p:ph type="sldNum" sz="quarter" idx="12"/>
          </p:nvPr>
        </p:nvSpPr>
        <p:spPr/>
        <p:txBody>
          <a:bodyPr/>
          <a:lstStyle/>
          <a:p>
            <a:fld id="{69E57DC2-970A-4B3E-BB1C-7A09969E49DF}" type="slidenum">
              <a:rPr lang="en-US" smtClean="0"/>
              <a:t>16</a:t>
            </a:fld>
            <a:endParaRPr lang="en-US" dirty="0"/>
          </a:p>
        </p:txBody>
      </p:sp>
      <p:sp>
        <p:nvSpPr>
          <p:cNvPr id="3" name="Espace réservé du pied de page 2">
            <a:extLst>
              <a:ext uri="{FF2B5EF4-FFF2-40B4-BE49-F238E27FC236}">
                <a16:creationId xmlns:a16="http://schemas.microsoft.com/office/drawing/2014/main" id="{C13A41E1-B878-4D85-A7B6-2732EDCF5B88}"/>
              </a:ext>
            </a:extLst>
          </p:cNvPr>
          <p:cNvSpPr>
            <a:spLocks noGrp="1"/>
          </p:cNvSpPr>
          <p:nvPr>
            <p:ph type="ftr" sz="quarter" idx="11"/>
          </p:nvPr>
        </p:nvSpPr>
        <p:spPr/>
        <p:txBody>
          <a:bodyPr/>
          <a:lstStyle/>
          <a:p>
            <a:r>
              <a:rPr lang="en-US"/>
              <a:t>Introduction aux tests logiciel</a:t>
            </a:r>
            <a:endParaRPr lang="en-US" dirty="0"/>
          </a:p>
        </p:txBody>
      </p:sp>
    </p:spTree>
    <p:extLst>
      <p:ext uri="{BB962C8B-B14F-4D97-AF65-F5344CB8AC3E}">
        <p14:creationId xmlns:p14="http://schemas.microsoft.com/office/powerpoint/2010/main" val="42554583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2DDD56DF-3E5A-480E-A2AA-1BC3A181812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grpSp>
        <p:nvGrpSpPr>
          <p:cNvPr id="6" name="Group 10874">
            <a:extLst>
              <a:ext uri="{FF2B5EF4-FFF2-40B4-BE49-F238E27FC236}">
                <a16:creationId xmlns:a16="http://schemas.microsoft.com/office/drawing/2014/main" id="{DF2223EF-692A-4DAD-9E26-41C37300EFBA}"/>
              </a:ext>
            </a:extLst>
          </p:cNvPr>
          <p:cNvGrpSpPr/>
          <p:nvPr/>
        </p:nvGrpSpPr>
        <p:grpSpPr>
          <a:xfrm>
            <a:off x="2078355" y="1693363"/>
            <a:ext cx="8035290" cy="0"/>
            <a:chOff x="0" y="0"/>
            <a:chExt cx="8035862" cy="1"/>
          </a:xfrm>
        </p:grpSpPr>
        <p:sp>
          <p:nvSpPr>
            <p:cNvPr id="7" name="Shape 38">
              <a:extLst>
                <a:ext uri="{FF2B5EF4-FFF2-40B4-BE49-F238E27FC236}">
                  <a16:creationId xmlns:a16="http://schemas.microsoft.com/office/drawing/2014/main" id="{1F2821A6-165A-4180-8F45-0692F4043801}"/>
                </a:ext>
              </a:extLst>
            </p:cNvPr>
            <p:cNvSpPr/>
            <p:nvPr/>
          </p:nvSpPr>
          <p:spPr>
            <a:xfrm>
              <a:off x="0" y="0"/>
              <a:ext cx="8035862" cy="1"/>
            </a:xfrm>
            <a:custGeom>
              <a:avLst/>
              <a:gdLst/>
              <a:ahLst/>
              <a:cxnLst/>
              <a:rect l="0" t="0" r="0" b="0"/>
              <a:pathLst>
                <a:path w="8035862" h="1">
                  <a:moveTo>
                    <a:pt x="0" y="0"/>
                  </a:moveTo>
                  <a:lnTo>
                    <a:pt x="8035862" y="1"/>
                  </a:lnTo>
                </a:path>
              </a:pathLst>
            </a:custGeom>
            <a:ln w="12700" cap="flat">
              <a:round/>
            </a:ln>
          </p:spPr>
          <p:style>
            <a:lnRef idx="1">
              <a:srgbClr val="D34817"/>
            </a:lnRef>
            <a:fillRef idx="0">
              <a:srgbClr val="000000">
                <a:alpha val="0"/>
              </a:srgbClr>
            </a:fillRef>
            <a:effectRef idx="0">
              <a:scrgbClr r="0" g="0" b="0"/>
            </a:effectRef>
            <a:fontRef idx="none"/>
          </p:style>
          <p:txBody>
            <a:bodyPr/>
            <a:lstStyle/>
            <a:p>
              <a:endParaRPr lang="fr-FR"/>
            </a:p>
          </p:txBody>
        </p:sp>
      </p:grpSp>
      <p:graphicFrame>
        <p:nvGraphicFramePr>
          <p:cNvPr id="8" name="Tableau 7">
            <a:extLst>
              <a:ext uri="{FF2B5EF4-FFF2-40B4-BE49-F238E27FC236}">
                <a16:creationId xmlns:a16="http://schemas.microsoft.com/office/drawing/2014/main" id="{0C7C65B0-B555-4899-8EEB-F830590BC84A}"/>
              </a:ext>
            </a:extLst>
          </p:cNvPr>
          <p:cNvGraphicFramePr>
            <a:graphicFrameLocks noGrp="1"/>
          </p:cNvGraphicFramePr>
          <p:nvPr/>
        </p:nvGraphicFramePr>
        <p:xfrm>
          <a:off x="1719943" y="6437022"/>
          <a:ext cx="9601200" cy="378342"/>
        </p:xfrm>
        <a:graphic>
          <a:graphicData uri="http://schemas.openxmlformats.org/drawingml/2006/table">
            <a:tbl>
              <a:tblPr firstRow="1" firstCol="1" bandRow="1">
                <a:tableStyleId>{5C22544A-7EE6-4342-B048-85BDC9FD1C3A}</a:tableStyleId>
              </a:tblPr>
              <a:tblGrid>
                <a:gridCol w="9274337">
                  <a:extLst>
                    <a:ext uri="{9D8B030D-6E8A-4147-A177-3AD203B41FA5}">
                      <a16:colId xmlns:a16="http://schemas.microsoft.com/office/drawing/2014/main" val="2180616800"/>
                    </a:ext>
                  </a:extLst>
                </a:gridCol>
                <a:gridCol w="326863">
                  <a:extLst>
                    <a:ext uri="{9D8B030D-6E8A-4147-A177-3AD203B41FA5}">
                      <a16:colId xmlns:a16="http://schemas.microsoft.com/office/drawing/2014/main" val="3414485615"/>
                    </a:ext>
                  </a:extLst>
                </a:gridCol>
              </a:tblGrid>
              <a:tr h="378342">
                <a:tc>
                  <a:txBody>
                    <a:bodyPr/>
                    <a:lstStyle/>
                    <a:p>
                      <a:pPr marL="1184910" algn="ctr">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tc>
                  <a:txBody>
                    <a:bodyPr/>
                    <a:lstStyle/>
                    <a:p>
                      <a:pPr algn="l">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extLst>
                  <a:ext uri="{0D108BD9-81ED-4DB2-BD59-A6C34878D82A}">
                    <a16:rowId xmlns:a16="http://schemas.microsoft.com/office/drawing/2014/main" val="1343998695"/>
                  </a:ext>
                </a:extLst>
              </a:tr>
            </a:tbl>
          </a:graphicData>
        </a:graphic>
      </p:graphicFrame>
      <p:sp>
        <p:nvSpPr>
          <p:cNvPr id="9" name="ZoneTexte 8">
            <a:extLst>
              <a:ext uri="{FF2B5EF4-FFF2-40B4-BE49-F238E27FC236}">
                <a16:creationId xmlns:a16="http://schemas.microsoft.com/office/drawing/2014/main" id="{A157D5E8-A098-456A-90DE-C0918BECE009}"/>
              </a:ext>
            </a:extLst>
          </p:cNvPr>
          <p:cNvSpPr txBox="1"/>
          <p:nvPr/>
        </p:nvSpPr>
        <p:spPr>
          <a:xfrm>
            <a:off x="2078355" y="722244"/>
            <a:ext cx="8035290" cy="777392"/>
          </a:xfrm>
          <a:prstGeom prst="rect">
            <a:avLst/>
          </a:prstGeom>
          <a:noFill/>
        </p:spPr>
        <p:txBody>
          <a:bodyPr wrap="square">
            <a:spAutoFit/>
          </a:bodyPr>
          <a:lstStyle/>
          <a:p>
            <a:pPr marL="118110" algn="ctr">
              <a:lnSpc>
                <a:spcPct val="107000"/>
              </a:lnSpc>
              <a:spcAft>
                <a:spcPts val="800"/>
              </a:spcAft>
            </a:pPr>
            <a:r>
              <a:rPr lang="fr-FR" sz="4400" b="1" dirty="0">
                <a:solidFill>
                  <a:srgbClr val="841A14"/>
                </a:solidFill>
                <a:latin typeface="Comic Sans MS" panose="030F0702030302020204" pitchFamily="66" charset="0"/>
              </a:rPr>
              <a:t>Réalités des Tests Logiciels</a:t>
            </a:r>
          </a:p>
        </p:txBody>
      </p:sp>
      <p:sp>
        <p:nvSpPr>
          <p:cNvPr id="18" name="ZoneTexte 17">
            <a:extLst>
              <a:ext uri="{FF2B5EF4-FFF2-40B4-BE49-F238E27FC236}">
                <a16:creationId xmlns:a16="http://schemas.microsoft.com/office/drawing/2014/main" id="{2E3F7422-4A42-4AE9-B29F-56448709526B}"/>
              </a:ext>
            </a:extLst>
          </p:cNvPr>
          <p:cNvSpPr txBox="1"/>
          <p:nvPr/>
        </p:nvSpPr>
        <p:spPr>
          <a:xfrm>
            <a:off x="672618" y="2147971"/>
            <a:ext cx="4411364" cy="446276"/>
          </a:xfrm>
          <a:prstGeom prst="rect">
            <a:avLst/>
          </a:prstGeom>
          <a:noFill/>
        </p:spPr>
        <p:txBody>
          <a:bodyPr wrap="square">
            <a:spAutoFit/>
          </a:bodyPr>
          <a:lstStyle/>
          <a:p>
            <a:r>
              <a:rPr lang="fr-FR" sz="2300" b="1" dirty="0">
                <a:solidFill>
                  <a:srgbClr val="404040"/>
                </a:solidFill>
                <a:effectLst/>
                <a:latin typeface="Comic Sans MS" panose="030F0702030302020204" pitchFamily="66" charset="0"/>
                <a:ea typeface="Comic Sans MS" panose="030F0702030302020204" pitchFamily="66" charset="0"/>
                <a:cs typeface="Comic Sans MS" panose="030F0702030302020204" pitchFamily="66" charset="0"/>
              </a:rPr>
              <a:t>Ce que le test n’est pas : </a:t>
            </a:r>
            <a:endParaRPr lang="fr-FR" sz="2300" dirty="0"/>
          </a:p>
        </p:txBody>
      </p:sp>
      <p:sp>
        <p:nvSpPr>
          <p:cNvPr id="19" name="ZoneTexte 18">
            <a:extLst>
              <a:ext uri="{FF2B5EF4-FFF2-40B4-BE49-F238E27FC236}">
                <a16:creationId xmlns:a16="http://schemas.microsoft.com/office/drawing/2014/main" id="{9A91BC85-708C-498A-9725-4AD6A665F934}"/>
              </a:ext>
            </a:extLst>
          </p:cNvPr>
          <p:cNvSpPr txBox="1"/>
          <p:nvPr/>
        </p:nvSpPr>
        <p:spPr>
          <a:xfrm>
            <a:off x="1275628" y="2827240"/>
            <a:ext cx="5662483" cy="446276"/>
          </a:xfrm>
          <a:prstGeom prst="rect">
            <a:avLst/>
          </a:prstGeom>
          <a:noFill/>
        </p:spPr>
        <p:txBody>
          <a:bodyPr wrap="square">
            <a:spAutoFit/>
          </a:bodyPr>
          <a:lstStyle/>
          <a:p>
            <a:pPr marL="285750" indent="-285750">
              <a:buClr>
                <a:srgbClr val="F4813A"/>
              </a:buClr>
              <a:buFont typeface="Courier New" panose="02070309020205020404" pitchFamily="49" charset="0"/>
              <a:buChar char="o"/>
            </a:pPr>
            <a:r>
              <a:rPr lang="fr-FR" sz="2300" dirty="0">
                <a:solidFill>
                  <a:srgbClr val="404040"/>
                </a:solidFill>
                <a:effectLst/>
                <a:latin typeface="Comic Sans MS" panose="030F0702030302020204" pitchFamily="66" charset="0"/>
                <a:ea typeface="Comic Sans MS" panose="030F0702030302020204" pitchFamily="66" charset="0"/>
                <a:cs typeface="Comic Sans MS" panose="030F0702030302020204" pitchFamily="66" charset="0"/>
              </a:rPr>
              <a:t>donner des explication sur une erreur</a:t>
            </a:r>
            <a:endParaRPr lang="fr-FR" sz="2300" dirty="0">
              <a:solidFill>
                <a:srgbClr val="000000"/>
              </a:solidFill>
              <a:effectLst/>
              <a:latin typeface="Calibri" panose="020F0502020204030204" pitchFamily="34" charset="0"/>
              <a:ea typeface="Calibri" panose="020F0502020204030204" pitchFamily="34" charset="0"/>
            </a:endParaRPr>
          </a:p>
        </p:txBody>
      </p:sp>
      <p:sp>
        <p:nvSpPr>
          <p:cNvPr id="20" name="ZoneTexte 19">
            <a:extLst>
              <a:ext uri="{FF2B5EF4-FFF2-40B4-BE49-F238E27FC236}">
                <a16:creationId xmlns:a16="http://schemas.microsoft.com/office/drawing/2014/main" id="{F6242727-7AC9-44A0-928B-60F70A612EAA}"/>
              </a:ext>
            </a:extLst>
          </p:cNvPr>
          <p:cNvSpPr txBox="1"/>
          <p:nvPr/>
        </p:nvSpPr>
        <p:spPr>
          <a:xfrm>
            <a:off x="1275628" y="3875579"/>
            <a:ext cx="8995719" cy="850682"/>
          </a:xfrm>
          <a:prstGeom prst="rect">
            <a:avLst/>
          </a:prstGeom>
          <a:noFill/>
        </p:spPr>
        <p:txBody>
          <a:bodyPr wrap="square">
            <a:spAutoFit/>
          </a:bodyPr>
          <a:lstStyle/>
          <a:p>
            <a:pPr marL="472440" indent="-285750" algn="just">
              <a:lnSpc>
                <a:spcPct val="110000"/>
              </a:lnSpc>
              <a:spcAft>
                <a:spcPts val="25"/>
              </a:spcAft>
              <a:buFont typeface="Courier New" panose="02070309020205020404" pitchFamily="49" charset="0"/>
              <a:buChar char="o"/>
            </a:pPr>
            <a:r>
              <a:rPr lang="fr-FR" sz="2300" dirty="0">
                <a:solidFill>
                  <a:srgbClr val="404040"/>
                </a:solidFill>
                <a:effectLst/>
                <a:latin typeface="Comic Sans MS" panose="030F0702030302020204" pitchFamily="66" charset="0"/>
                <a:ea typeface="Comic Sans MS" panose="030F0702030302020204" pitchFamily="66" charset="0"/>
                <a:cs typeface="Comic Sans MS" panose="030F0702030302020204" pitchFamily="66" charset="0"/>
              </a:rPr>
              <a:t>Valider le logiciel (aucune erreur détectée ne signifie pas que le programme soit correct)</a:t>
            </a:r>
            <a:endParaRPr lang="fr-FR" sz="2300" dirty="0">
              <a:solidFill>
                <a:srgbClr val="000000"/>
              </a:solidFill>
              <a:effectLst/>
              <a:latin typeface="Calibri" panose="020F0502020204030204" pitchFamily="34" charset="0"/>
              <a:ea typeface="Calibri" panose="020F0502020204030204" pitchFamily="34" charset="0"/>
            </a:endParaRPr>
          </a:p>
        </p:txBody>
      </p:sp>
      <p:sp>
        <p:nvSpPr>
          <p:cNvPr id="21" name="ZoneTexte 20">
            <a:extLst>
              <a:ext uri="{FF2B5EF4-FFF2-40B4-BE49-F238E27FC236}">
                <a16:creationId xmlns:a16="http://schemas.microsoft.com/office/drawing/2014/main" id="{D1BDCA7F-1DFD-426E-BEF6-C8C341551484}"/>
              </a:ext>
            </a:extLst>
          </p:cNvPr>
          <p:cNvSpPr txBox="1"/>
          <p:nvPr/>
        </p:nvSpPr>
        <p:spPr>
          <a:xfrm>
            <a:off x="1275628" y="5333226"/>
            <a:ext cx="9870114" cy="374911"/>
          </a:xfrm>
          <a:prstGeom prst="rect">
            <a:avLst/>
          </a:prstGeom>
          <a:noFill/>
        </p:spPr>
        <p:txBody>
          <a:bodyPr wrap="square">
            <a:spAutoFit/>
          </a:bodyPr>
          <a:lstStyle/>
          <a:p>
            <a:pPr marL="93980" indent="-6350">
              <a:lnSpc>
                <a:spcPct val="107000"/>
              </a:lnSpc>
              <a:spcAft>
                <a:spcPts val="800"/>
              </a:spcAft>
            </a:pPr>
            <a:r>
              <a:rPr lang="fr-FR" sz="1800" dirty="0">
                <a:solidFill>
                  <a:srgbClr val="0F802B"/>
                </a:solidFill>
                <a:effectLst/>
                <a:latin typeface="Comic Sans MS" panose="030F0702030302020204" pitchFamily="66" charset="0"/>
                <a:ea typeface="Comic Sans MS" panose="030F0702030302020204" pitchFamily="66" charset="0"/>
                <a:cs typeface="Comic Sans MS" panose="030F0702030302020204" pitchFamily="66" charset="0"/>
              </a:rPr>
              <a:t>“Le test peut révéler la présence des erreurs mais jamais leur absence’’– E. W. Dijkstra</a:t>
            </a:r>
            <a:endParaRPr lang="fr-FR" sz="1800" dirty="0">
              <a:solidFill>
                <a:srgbClr val="000000"/>
              </a:solidFill>
              <a:effectLst/>
              <a:latin typeface="Calibri" panose="020F0502020204030204" pitchFamily="34" charset="0"/>
              <a:ea typeface="Calibri" panose="020F0502020204030204" pitchFamily="34" charset="0"/>
            </a:endParaRPr>
          </a:p>
        </p:txBody>
      </p:sp>
      <p:sp>
        <p:nvSpPr>
          <p:cNvPr id="5" name="Espace réservé du numéro de diapositive 4">
            <a:extLst>
              <a:ext uri="{FF2B5EF4-FFF2-40B4-BE49-F238E27FC236}">
                <a16:creationId xmlns:a16="http://schemas.microsoft.com/office/drawing/2014/main" id="{87C39219-7F7C-41C4-96F3-4A8AB3ECE42F}"/>
              </a:ext>
            </a:extLst>
          </p:cNvPr>
          <p:cNvSpPr>
            <a:spLocks noGrp="1"/>
          </p:cNvSpPr>
          <p:nvPr>
            <p:ph type="sldNum" sz="quarter" idx="12"/>
          </p:nvPr>
        </p:nvSpPr>
        <p:spPr/>
        <p:txBody>
          <a:bodyPr/>
          <a:lstStyle/>
          <a:p>
            <a:fld id="{69E57DC2-970A-4B3E-BB1C-7A09969E49DF}" type="slidenum">
              <a:rPr lang="en-US" smtClean="0"/>
              <a:t>17</a:t>
            </a:fld>
            <a:endParaRPr lang="en-US" dirty="0"/>
          </a:p>
        </p:txBody>
      </p:sp>
      <p:sp>
        <p:nvSpPr>
          <p:cNvPr id="3" name="Espace réservé du pied de page 2">
            <a:extLst>
              <a:ext uri="{FF2B5EF4-FFF2-40B4-BE49-F238E27FC236}">
                <a16:creationId xmlns:a16="http://schemas.microsoft.com/office/drawing/2014/main" id="{45011EB3-3EA7-4ED0-8C02-11D2F12EC5DF}"/>
              </a:ext>
            </a:extLst>
          </p:cNvPr>
          <p:cNvSpPr>
            <a:spLocks noGrp="1"/>
          </p:cNvSpPr>
          <p:nvPr>
            <p:ph type="ftr" sz="quarter" idx="11"/>
          </p:nvPr>
        </p:nvSpPr>
        <p:spPr/>
        <p:txBody>
          <a:bodyPr/>
          <a:lstStyle/>
          <a:p>
            <a:r>
              <a:rPr lang="en-US"/>
              <a:t>Introduction aux tests logiciel</a:t>
            </a:r>
            <a:endParaRPr lang="en-US" dirty="0"/>
          </a:p>
        </p:txBody>
      </p:sp>
    </p:spTree>
    <p:extLst>
      <p:ext uri="{BB962C8B-B14F-4D97-AF65-F5344CB8AC3E}">
        <p14:creationId xmlns:p14="http://schemas.microsoft.com/office/powerpoint/2010/main" val="24766602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2DDD56DF-3E5A-480E-A2AA-1BC3A181812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grpSp>
        <p:nvGrpSpPr>
          <p:cNvPr id="6" name="Group 10874">
            <a:extLst>
              <a:ext uri="{FF2B5EF4-FFF2-40B4-BE49-F238E27FC236}">
                <a16:creationId xmlns:a16="http://schemas.microsoft.com/office/drawing/2014/main" id="{DF2223EF-692A-4DAD-9E26-41C37300EFBA}"/>
              </a:ext>
            </a:extLst>
          </p:cNvPr>
          <p:cNvGrpSpPr/>
          <p:nvPr/>
        </p:nvGrpSpPr>
        <p:grpSpPr>
          <a:xfrm>
            <a:off x="2035356" y="3787821"/>
            <a:ext cx="8035290" cy="0"/>
            <a:chOff x="0" y="0"/>
            <a:chExt cx="8035862" cy="1"/>
          </a:xfrm>
        </p:grpSpPr>
        <p:sp>
          <p:nvSpPr>
            <p:cNvPr id="7" name="Shape 38">
              <a:extLst>
                <a:ext uri="{FF2B5EF4-FFF2-40B4-BE49-F238E27FC236}">
                  <a16:creationId xmlns:a16="http://schemas.microsoft.com/office/drawing/2014/main" id="{1F2821A6-165A-4180-8F45-0692F4043801}"/>
                </a:ext>
              </a:extLst>
            </p:cNvPr>
            <p:cNvSpPr/>
            <p:nvPr/>
          </p:nvSpPr>
          <p:spPr>
            <a:xfrm>
              <a:off x="0" y="0"/>
              <a:ext cx="8035862" cy="1"/>
            </a:xfrm>
            <a:custGeom>
              <a:avLst/>
              <a:gdLst/>
              <a:ahLst/>
              <a:cxnLst/>
              <a:rect l="0" t="0" r="0" b="0"/>
              <a:pathLst>
                <a:path w="8035862" h="1">
                  <a:moveTo>
                    <a:pt x="0" y="0"/>
                  </a:moveTo>
                  <a:lnTo>
                    <a:pt x="8035862" y="1"/>
                  </a:lnTo>
                </a:path>
              </a:pathLst>
            </a:custGeom>
            <a:ln w="12700" cap="flat">
              <a:solidFill>
                <a:schemeClr val="accent1"/>
              </a:solidFill>
              <a:round/>
            </a:ln>
          </p:spPr>
          <p:style>
            <a:lnRef idx="1">
              <a:srgbClr val="D34817"/>
            </a:lnRef>
            <a:fillRef idx="0">
              <a:srgbClr val="000000">
                <a:alpha val="0"/>
              </a:srgbClr>
            </a:fillRef>
            <a:effectRef idx="0">
              <a:scrgbClr r="0" g="0" b="0"/>
            </a:effectRef>
            <a:fontRef idx="none"/>
          </p:style>
          <p:txBody>
            <a:bodyPr/>
            <a:lstStyle/>
            <a:p>
              <a:endParaRPr lang="fr-FR"/>
            </a:p>
          </p:txBody>
        </p:sp>
      </p:grpSp>
      <p:graphicFrame>
        <p:nvGraphicFramePr>
          <p:cNvPr id="8" name="Tableau 7">
            <a:extLst>
              <a:ext uri="{FF2B5EF4-FFF2-40B4-BE49-F238E27FC236}">
                <a16:creationId xmlns:a16="http://schemas.microsoft.com/office/drawing/2014/main" id="{0C7C65B0-B555-4899-8EEB-F830590BC84A}"/>
              </a:ext>
            </a:extLst>
          </p:cNvPr>
          <p:cNvGraphicFramePr>
            <a:graphicFrameLocks noGrp="1"/>
          </p:cNvGraphicFramePr>
          <p:nvPr/>
        </p:nvGraphicFramePr>
        <p:xfrm>
          <a:off x="1719943" y="6437022"/>
          <a:ext cx="9601200" cy="378342"/>
        </p:xfrm>
        <a:graphic>
          <a:graphicData uri="http://schemas.openxmlformats.org/drawingml/2006/table">
            <a:tbl>
              <a:tblPr firstRow="1" firstCol="1" bandRow="1">
                <a:tableStyleId>{5C22544A-7EE6-4342-B048-85BDC9FD1C3A}</a:tableStyleId>
              </a:tblPr>
              <a:tblGrid>
                <a:gridCol w="9274337">
                  <a:extLst>
                    <a:ext uri="{9D8B030D-6E8A-4147-A177-3AD203B41FA5}">
                      <a16:colId xmlns:a16="http://schemas.microsoft.com/office/drawing/2014/main" val="2180616800"/>
                    </a:ext>
                  </a:extLst>
                </a:gridCol>
                <a:gridCol w="326863">
                  <a:extLst>
                    <a:ext uri="{9D8B030D-6E8A-4147-A177-3AD203B41FA5}">
                      <a16:colId xmlns:a16="http://schemas.microsoft.com/office/drawing/2014/main" val="3414485615"/>
                    </a:ext>
                  </a:extLst>
                </a:gridCol>
              </a:tblGrid>
              <a:tr h="378342">
                <a:tc>
                  <a:txBody>
                    <a:bodyPr/>
                    <a:lstStyle/>
                    <a:p>
                      <a:pPr marL="1184910" algn="ctr">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tc>
                  <a:txBody>
                    <a:bodyPr/>
                    <a:lstStyle/>
                    <a:p>
                      <a:pPr algn="l">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extLst>
                  <a:ext uri="{0D108BD9-81ED-4DB2-BD59-A6C34878D82A}">
                    <a16:rowId xmlns:a16="http://schemas.microsoft.com/office/drawing/2014/main" val="1343998695"/>
                  </a:ext>
                </a:extLst>
              </a:tr>
            </a:tbl>
          </a:graphicData>
        </a:graphic>
      </p:graphicFrame>
      <p:sp>
        <p:nvSpPr>
          <p:cNvPr id="15" name="ZoneTexte 14">
            <a:extLst>
              <a:ext uri="{FF2B5EF4-FFF2-40B4-BE49-F238E27FC236}">
                <a16:creationId xmlns:a16="http://schemas.microsoft.com/office/drawing/2014/main" id="{3BA7FB43-B8A8-41A8-BCB4-2900EBC1673A}"/>
              </a:ext>
            </a:extLst>
          </p:cNvPr>
          <p:cNvSpPr txBox="1"/>
          <p:nvPr/>
        </p:nvSpPr>
        <p:spPr>
          <a:xfrm>
            <a:off x="2035357" y="2249097"/>
            <a:ext cx="7489644" cy="769441"/>
          </a:xfrm>
          <a:prstGeom prst="rect">
            <a:avLst/>
          </a:prstGeom>
          <a:noFill/>
        </p:spPr>
        <p:txBody>
          <a:bodyPr wrap="square">
            <a:spAutoFit/>
          </a:bodyPr>
          <a:lstStyle/>
          <a:p>
            <a:pPr algn="ctr"/>
            <a:r>
              <a:rPr lang="fr-FR" sz="4400" b="1" dirty="0">
                <a:solidFill>
                  <a:srgbClr val="841A14"/>
                </a:solidFill>
                <a:latin typeface="Comic Sans MS" panose="030F0702030302020204" pitchFamily="66" charset="0"/>
              </a:rPr>
              <a:t>Que teste-t-on ? </a:t>
            </a:r>
          </a:p>
        </p:txBody>
      </p:sp>
      <p:sp>
        <p:nvSpPr>
          <p:cNvPr id="5" name="Espace réservé du numéro de diapositive 4">
            <a:extLst>
              <a:ext uri="{FF2B5EF4-FFF2-40B4-BE49-F238E27FC236}">
                <a16:creationId xmlns:a16="http://schemas.microsoft.com/office/drawing/2014/main" id="{9BA59E25-CE86-4A70-A79F-06C6646E7700}"/>
              </a:ext>
            </a:extLst>
          </p:cNvPr>
          <p:cNvSpPr>
            <a:spLocks noGrp="1"/>
          </p:cNvSpPr>
          <p:nvPr>
            <p:ph type="sldNum" sz="quarter" idx="12"/>
          </p:nvPr>
        </p:nvSpPr>
        <p:spPr/>
        <p:txBody>
          <a:bodyPr/>
          <a:lstStyle/>
          <a:p>
            <a:fld id="{69E57DC2-970A-4B3E-BB1C-7A09969E49DF}" type="slidenum">
              <a:rPr lang="en-US" smtClean="0"/>
              <a:t>18</a:t>
            </a:fld>
            <a:endParaRPr lang="en-US" dirty="0"/>
          </a:p>
        </p:txBody>
      </p:sp>
      <p:sp>
        <p:nvSpPr>
          <p:cNvPr id="3" name="Espace réservé du pied de page 2">
            <a:extLst>
              <a:ext uri="{FF2B5EF4-FFF2-40B4-BE49-F238E27FC236}">
                <a16:creationId xmlns:a16="http://schemas.microsoft.com/office/drawing/2014/main" id="{C78CC50C-8219-418A-B254-1071E8D1B7C9}"/>
              </a:ext>
            </a:extLst>
          </p:cNvPr>
          <p:cNvSpPr>
            <a:spLocks noGrp="1"/>
          </p:cNvSpPr>
          <p:nvPr>
            <p:ph type="ftr" sz="quarter" idx="11"/>
          </p:nvPr>
        </p:nvSpPr>
        <p:spPr/>
        <p:txBody>
          <a:bodyPr/>
          <a:lstStyle/>
          <a:p>
            <a:r>
              <a:rPr lang="en-US"/>
              <a:t>Introduction aux tests logiciel</a:t>
            </a:r>
            <a:endParaRPr lang="en-US" dirty="0"/>
          </a:p>
        </p:txBody>
      </p:sp>
    </p:spTree>
    <p:extLst>
      <p:ext uri="{BB962C8B-B14F-4D97-AF65-F5344CB8AC3E}">
        <p14:creationId xmlns:p14="http://schemas.microsoft.com/office/powerpoint/2010/main" val="34665684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2DDD56DF-3E5A-480E-A2AA-1BC3A181812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grpSp>
        <p:nvGrpSpPr>
          <p:cNvPr id="6" name="Group 10874">
            <a:extLst>
              <a:ext uri="{FF2B5EF4-FFF2-40B4-BE49-F238E27FC236}">
                <a16:creationId xmlns:a16="http://schemas.microsoft.com/office/drawing/2014/main" id="{DF2223EF-692A-4DAD-9E26-41C37300EFBA}"/>
              </a:ext>
            </a:extLst>
          </p:cNvPr>
          <p:cNvGrpSpPr/>
          <p:nvPr/>
        </p:nvGrpSpPr>
        <p:grpSpPr>
          <a:xfrm>
            <a:off x="1561010" y="1831216"/>
            <a:ext cx="8035290" cy="0"/>
            <a:chOff x="0" y="0"/>
            <a:chExt cx="8035862" cy="1"/>
          </a:xfrm>
        </p:grpSpPr>
        <p:sp>
          <p:nvSpPr>
            <p:cNvPr id="7" name="Shape 38">
              <a:extLst>
                <a:ext uri="{FF2B5EF4-FFF2-40B4-BE49-F238E27FC236}">
                  <a16:creationId xmlns:a16="http://schemas.microsoft.com/office/drawing/2014/main" id="{1F2821A6-165A-4180-8F45-0692F4043801}"/>
                </a:ext>
              </a:extLst>
            </p:cNvPr>
            <p:cNvSpPr/>
            <p:nvPr/>
          </p:nvSpPr>
          <p:spPr>
            <a:xfrm>
              <a:off x="0" y="0"/>
              <a:ext cx="8035862" cy="1"/>
            </a:xfrm>
            <a:custGeom>
              <a:avLst/>
              <a:gdLst/>
              <a:ahLst/>
              <a:cxnLst/>
              <a:rect l="0" t="0" r="0" b="0"/>
              <a:pathLst>
                <a:path w="8035862" h="1">
                  <a:moveTo>
                    <a:pt x="0" y="0"/>
                  </a:moveTo>
                  <a:lnTo>
                    <a:pt x="8035862" y="1"/>
                  </a:lnTo>
                </a:path>
              </a:pathLst>
            </a:custGeom>
            <a:ln w="12700" cap="flat">
              <a:round/>
            </a:ln>
          </p:spPr>
          <p:style>
            <a:lnRef idx="1">
              <a:srgbClr val="D34817"/>
            </a:lnRef>
            <a:fillRef idx="0">
              <a:srgbClr val="000000">
                <a:alpha val="0"/>
              </a:srgbClr>
            </a:fillRef>
            <a:effectRef idx="0">
              <a:scrgbClr r="0" g="0" b="0"/>
            </a:effectRef>
            <a:fontRef idx="none"/>
          </p:style>
          <p:txBody>
            <a:bodyPr/>
            <a:lstStyle/>
            <a:p>
              <a:endParaRPr lang="fr-FR"/>
            </a:p>
          </p:txBody>
        </p:sp>
      </p:grpSp>
      <p:graphicFrame>
        <p:nvGraphicFramePr>
          <p:cNvPr id="8" name="Tableau 7">
            <a:extLst>
              <a:ext uri="{FF2B5EF4-FFF2-40B4-BE49-F238E27FC236}">
                <a16:creationId xmlns:a16="http://schemas.microsoft.com/office/drawing/2014/main" id="{0C7C65B0-B555-4899-8EEB-F830590BC84A}"/>
              </a:ext>
            </a:extLst>
          </p:cNvPr>
          <p:cNvGraphicFramePr>
            <a:graphicFrameLocks noGrp="1"/>
          </p:cNvGraphicFramePr>
          <p:nvPr/>
        </p:nvGraphicFramePr>
        <p:xfrm>
          <a:off x="1719943" y="6437022"/>
          <a:ext cx="9601200" cy="378342"/>
        </p:xfrm>
        <a:graphic>
          <a:graphicData uri="http://schemas.openxmlformats.org/drawingml/2006/table">
            <a:tbl>
              <a:tblPr firstRow="1" firstCol="1" bandRow="1">
                <a:tableStyleId>{5C22544A-7EE6-4342-B048-85BDC9FD1C3A}</a:tableStyleId>
              </a:tblPr>
              <a:tblGrid>
                <a:gridCol w="9274337">
                  <a:extLst>
                    <a:ext uri="{9D8B030D-6E8A-4147-A177-3AD203B41FA5}">
                      <a16:colId xmlns:a16="http://schemas.microsoft.com/office/drawing/2014/main" val="2180616800"/>
                    </a:ext>
                  </a:extLst>
                </a:gridCol>
                <a:gridCol w="326863">
                  <a:extLst>
                    <a:ext uri="{9D8B030D-6E8A-4147-A177-3AD203B41FA5}">
                      <a16:colId xmlns:a16="http://schemas.microsoft.com/office/drawing/2014/main" val="3414485615"/>
                    </a:ext>
                  </a:extLst>
                </a:gridCol>
              </a:tblGrid>
              <a:tr h="378342">
                <a:tc>
                  <a:txBody>
                    <a:bodyPr/>
                    <a:lstStyle/>
                    <a:p>
                      <a:pPr marL="1184910" algn="ctr">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tc>
                  <a:txBody>
                    <a:bodyPr/>
                    <a:lstStyle/>
                    <a:p>
                      <a:pPr algn="l">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extLst>
                  <a:ext uri="{0D108BD9-81ED-4DB2-BD59-A6C34878D82A}">
                    <a16:rowId xmlns:a16="http://schemas.microsoft.com/office/drawing/2014/main" val="1343998695"/>
                  </a:ext>
                </a:extLst>
              </a:tr>
            </a:tbl>
          </a:graphicData>
        </a:graphic>
      </p:graphicFrame>
      <p:sp>
        <p:nvSpPr>
          <p:cNvPr id="12" name="ZoneTexte 11">
            <a:extLst>
              <a:ext uri="{FF2B5EF4-FFF2-40B4-BE49-F238E27FC236}">
                <a16:creationId xmlns:a16="http://schemas.microsoft.com/office/drawing/2014/main" id="{45B7021B-3AED-40C8-9222-235A136115BB}"/>
              </a:ext>
            </a:extLst>
          </p:cNvPr>
          <p:cNvSpPr txBox="1"/>
          <p:nvPr/>
        </p:nvSpPr>
        <p:spPr>
          <a:xfrm>
            <a:off x="1303185" y="387616"/>
            <a:ext cx="8550939" cy="1311128"/>
          </a:xfrm>
          <a:prstGeom prst="rect">
            <a:avLst/>
          </a:prstGeom>
          <a:noFill/>
        </p:spPr>
        <p:txBody>
          <a:bodyPr wrap="square">
            <a:spAutoFit/>
          </a:bodyPr>
          <a:lstStyle/>
          <a:p>
            <a:pPr marL="1994535" indent="-1987550" algn="ctr">
              <a:lnSpc>
                <a:spcPct val="90000"/>
              </a:lnSpc>
            </a:pPr>
            <a:r>
              <a:rPr lang="fr-FR" sz="4400" b="1" dirty="0">
                <a:solidFill>
                  <a:srgbClr val="841A14"/>
                </a:solidFill>
                <a:latin typeface="Comic Sans MS" panose="030F0702030302020204" pitchFamily="66" charset="0"/>
              </a:rPr>
              <a:t>	Qu’est-ce qu’on teste?</a:t>
            </a:r>
            <a:br>
              <a:rPr lang="fr-FR" sz="4400" b="1" dirty="0">
                <a:solidFill>
                  <a:srgbClr val="841A14"/>
                </a:solidFill>
                <a:latin typeface="Comic Sans MS" panose="030F0702030302020204" pitchFamily="66" charset="0"/>
              </a:rPr>
            </a:br>
            <a:r>
              <a:rPr lang="fr-FR" sz="4400" dirty="0">
                <a:effectLst/>
                <a:latin typeface="Times New Roman" panose="02020603050405020304" pitchFamily="18" charset="0"/>
              </a:rPr>
              <a:t>(quelles propriétés?)</a:t>
            </a:r>
            <a:endParaRPr lang="fr-FR" sz="4400" b="1" dirty="0">
              <a:solidFill>
                <a:srgbClr val="841A14"/>
              </a:solidFill>
              <a:latin typeface="Comic Sans MS" panose="030F0702030302020204" pitchFamily="66" charset="0"/>
            </a:endParaRPr>
          </a:p>
        </p:txBody>
      </p:sp>
      <p:sp>
        <p:nvSpPr>
          <p:cNvPr id="5" name="Espace réservé du numéro de diapositive 4">
            <a:extLst>
              <a:ext uri="{FF2B5EF4-FFF2-40B4-BE49-F238E27FC236}">
                <a16:creationId xmlns:a16="http://schemas.microsoft.com/office/drawing/2014/main" id="{CF435168-71FF-4518-B8A6-A7CD1059B298}"/>
              </a:ext>
            </a:extLst>
          </p:cNvPr>
          <p:cNvSpPr>
            <a:spLocks noGrp="1"/>
          </p:cNvSpPr>
          <p:nvPr>
            <p:ph type="sldNum" sz="quarter" idx="12"/>
          </p:nvPr>
        </p:nvSpPr>
        <p:spPr/>
        <p:txBody>
          <a:bodyPr/>
          <a:lstStyle/>
          <a:p>
            <a:fld id="{69E57DC2-970A-4B3E-BB1C-7A09969E49DF}" type="slidenum">
              <a:rPr lang="en-US" smtClean="0"/>
              <a:t>19</a:t>
            </a:fld>
            <a:endParaRPr lang="en-US" dirty="0"/>
          </a:p>
        </p:txBody>
      </p:sp>
      <p:sp>
        <p:nvSpPr>
          <p:cNvPr id="3" name="Espace réservé du pied de page 2">
            <a:extLst>
              <a:ext uri="{FF2B5EF4-FFF2-40B4-BE49-F238E27FC236}">
                <a16:creationId xmlns:a16="http://schemas.microsoft.com/office/drawing/2014/main" id="{F442FC51-75A2-4D3A-A6CE-11BC8CA67F7B}"/>
              </a:ext>
            </a:extLst>
          </p:cNvPr>
          <p:cNvSpPr>
            <a:spLocks noGrp="1"/>
          </p:cNvSpPr>
          <p:nvPr>
            <p:ph type="ftr" sz="quarter" idx="11"/>
          </p:nvPr>
        </p:nvSpPr>
        <p:spPr/>
        <p:txBody>
          <a:bodyPr/>
          <a:lstStyle/>
          <a:p>
            <a:r>
              <a:rPr lang="en-US"/>
              <a:t>Introduction aux tests logiciel</a:t>
            </a:r>
            <a:endParaRPr lang="en-US" dirty="0"/>
          </a:p>
        </p:txBody>
      </p:sp>
      <p:sp>
        <p:nvSpPr>
          <p:cNvPr id="11" name="ZoneTexte 10">
            <a:extLst>
              <a:ext uri="{FF2B5EF4-FFF2-40B4-BE49-F238E27FC236}">
                <a16:creationId xmlns:a16="http://schemas.microsoft.com/office/drawing/2014/main" id="{218B892B-5CFF-472E-B721-BF31B82E26F5}"/>
              </a:ext>
            </a:extLst>
          </p:cNvPr>
          <p:cNvSpPr txBox="1"/>
          <p:nvPr/>
        </p:nvSpPr>
        <p:spPr>
          <a:xfrm>
            <a:off x="2758360" y="2096162"/>
            <a:ext cx="7524366" cy="3414076"/>
          </a:xfrm>
          <a:prstGeom prst="rect">
            <a:avLst/>
          </a:prstGeom>
          <a:noFill/>
        </p:spPr>
        <p:txBody>
          <a:bodyPr wrap="square">
            <a:spAutoFit/>
          </a:bodyPr>
          <a:lstStyle/>
          <a:p>
            <a:pPr marL="457200" indent="-457200">
              <a:lnSpc>
                <a:spcPct val="200000"/>
              </a:lnSpc>
              <a:buFont typeface="Wingdings" panose="05000000000000000000" pitchFamily="2" charset="2"/>
              <a:buChar char="v"/>
            </a:pPr>
            <a:r>
              <a:rPr lang="fr-FR" sz="2800" dirty="0">
                <a:solidFill>
                  <a:srgbClr val="404040"/>
                </a:solidFill>
                <a:latin typeface="Comic Sans MS" panose="030F0702030302020204" pitchFamily="66" charset="0"/>
              </a:rPr>
              <a:t>fonctionnalité</a:t>
            </a:r>
          </a:p>
          <a:p>
            <a:pPr marL="457200" indent="-457200">
              <a:lnSpc>
                <a:spcPct val="200000"/>
              </a:lnSpc>
              <a:buFont typeface="Wingdings" panose="05000000000000000000" pitchFamily="2" charset="2"/>
              <a:buChar char="v"/>
            </a:pPr>
            <a:r>
              <a:rPr lang="fr-FR" sz="2800" dirty="0">
                <a:solidFill>
                  <a:srgbClr val="404040"/>
                </a:solidFill>
                <a:latin typeface="Comic Sans MS" panose="030F0702030302020204" pitchFamily="66" charset="0"/>
              </a:rPr>
              <a:t>sécurité / intégrité</a:t>
            </a:r>
          </a:p>
          <a:p>
            <a:pPr marL="457200" indent="-457200">
              <a:lnSpc>
                <a:spcPct val="200000"/>
              </a:lnSpc>
              <a:buFont typeface="Wingdings" panose="05000000000000000000" pitchFamily="2" charset="2"/>
              <a:buChar char="v"/>
            </a:pPr>
            <a:r>
              <a:rPr lang="fr-FR" sz="2800" dirty="0">
                <a:solidFill>
                  <a:srgbClr val="404040"/>
                </a:solidFill>
                <a:latin typeface="Comic Sans MS" panose="030F0702030302020204" pitchFamily="66" charset="0"/>
              </a:rPr>
              <a:t>Utilisabilité</a:t>
            </a:r>
          </a:p>
          <a:p>
            <a:pPr marL="457200" indent="-457200">
              <a:lnSpc>
                <a:spcPct val="200000"/>
              </a:lnSpc>
              <a:buFont typeface="Wingdings" panose="05000000000000000000" pitchFamily="2" charset="2"/>
              <a:buChar char="v"/>
            </a:pPr>
            <a:r>
              <a:rPr lang="fr-FR" sz="2800" dirty="0">
                <a:solidFill>
                  <a:srgbClr val="404040"/>
                </a:solidFill>
                <a:latin typeface="Comic Sans MS" panose="030F0702030302020204" pitchFamily="66" charset="0"/>
              </a:rPr>
              <a:t>cohérence</a:t>
            </a:r>
            <a:endParaRPr lang="fr-BF" sz="2800" dirty="0">
              <a:solidFill>
                <a:srgbClr val="404040"/>
              </a:solidFill>
              <a:latin typeface="Comic Sans MS" panose="030F0702030302020204" pitchFamily="66" charset="0"/>
            </a:endParaRPr>
          </a:p>
        </p:txBody>
      </p:sp>
    </p:spTree>
    <p:extLst>
      <p:ext uri="{BB962C8B-B14F-4D97-AF65-F5344CB8AC3E}">
        <p14:creationId xmlns:p14="http://schemas.microsoft.com/office/powerpoint/2010/main" val="2628436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2DDD56DF-3E5A-480E-A2AA-1BC3A181812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grpSp>
        <p:nvGrpSpPr>
          <p:cNvPr id="6" name="Group 10874">
            <a:extLst>
              <a:ext uri="{FF2B5EF4-FFF2-40B4-BE49-F238E27FC236}">
                <a16:creationId xmlns:a16="http://schemas.microsoft.com/office/drawing/2014/main" id="{DF2223EF-692A-4DAD-9E26-41C37300EFBA}"/>
              </a:ext>
            </a:extLst>
          </p:cNvPr>
          <p:cNvGrpSpPr/>
          <p:nvPr/>
        </p:nvGrpSpPr>
        <p:grpSpPr>
          <a:xfrm>
            <a:off x="1561010" y="1831216"/>
            <a:ext cx="8035290" cy="0"/>
            <a:chOff x="0" y="0"/>
            <a:chExt cx="8035862" cy="1"/>
          </a:xfrm>
        </p:grpSpPr>
        <p:sp>
          <p:nvSpPr>
            <p:cNvPr id="7" name="Shape 38">
              <a:extLst>
                <a:ext uri="{FF2B5EF4-FFF2-40B4-BE49-F238E27FC236}">
                  <a16:creationId xmlns:a16="http://schemas.microsoft.com/office/drawing/2014/main" id="{1F2821A6-165A-4180-8F45-0692F4043801}"/>
                </a:ext>
              </a:extLst>
            </p:cNvPr>
            <p:cNvSpPr/>
            <p:nvPr/>
          </p:nvSpPr>
          <p:spPr>
            <a:xfrm>
              <a:off x="0" y="0"/>
              <a:ext cx="8035862" cy="1"/>
            </a:xfrm>
            <a:custGeom>
              <a:avLst/>
              <a:gdLst/>
              <a:ahLst/>
              <a:cxnLst/>
              <a:rect l="0" t="0" r="0" b="0"/>
              <a:pathLst>
                <a:path w="8035862" h="1">
                  <a:moveTo>
                    <a:pt x="0" y="0"/>
                  </a:moveTo>
                  <a:lnTo>
                    <a:pt x="8035862" y="1"/>
                  </a:lnTo>
                </a:path>
              </a:pathLst>
            </a:custGeom>
            <a:ln w="12700" cap="flat">
              <a:round/>
            </a:ln>
          </p:spPr>
          <p:style>
            <a:lnRef idx="1">
              <a:srgbClr val="D34817"/>
            </a:lnRef>
            <a:fillRef idx="0">
              <a:srgbClr val="000000">
                <a:alpha val="0"/>
              </a:srgbClr>
            </a:fillRef>
            <a:effectRef idx="0">
              <a:scrgbClr r="0" g="0" b="0"/>
            </a:effectRef>
            <a:fontRef idx="none"/>
          </p:style>
          <p:txBody>
            <a:bodyPr/>
            <a:lstStyle/>
            <a:p>
              <a:endParaRPr lang="fr-FR"/>
            </a:p>
          </p:txBody>
        </p:sp>
      </p:grpSp>
      <p:graphicFrame>
        <p:nvGraphicFramePr>
          <p:cNvPr id="8" name="Tableau 7">
            <a:extLst>
              <a:ext uri="{FF2B5EF4-FFF2-40B4-BE49-F238E27FC236}">
                <a16:creationId xmlns:a16="http://schemas.microsoft.com/office/drawing/2014/main" id="{0C7C65B0-B555-4899-8EEB-F830590BC84A}"/>
              </a:ext>
            </a:extLst>
          </p:cNvPr>
          <p:cNvGraphicFramePr>
            <a:graphicFrameLocks noGrp="1"/>
          </p:cNvGraphicFramePr>
          <p:nvPr/>
        </p:nvGraphicFramePr>
        <p:xfrm>
          <a:off x="1719943" y="6437022"/>
          <a:ext cx="9601200" cy="378342"/>
        </p:xfrm>
        <a:graphic>
          <a:graphicData uri="http://schemas.openxmlformats.org/drawingml/2006/table">
            <a:tbl>
              <a:tblPr firstRow="1" firstCol="1" bandRow="1">
                <a:tableStyleId>{5C22544A-7EE6-4342-B048-85BDC9FD1C3A}</a:tableStyleId>
              </a:tblPr>
              <a:tblGrid>
                <a:gridCol w="9274337">
                  <a:extLst>
                    <a:ext uri="{9D8B030D-6E8A-4147-A177-3AD203B41FA5}">
                      <a16:colId xmlns:a16="http://schemas.microsoft.com/office/drawing/2014/main" val="2180616800"/>
                    </a:ext>
                  </a:extLst>
                </a:gridCol>
                <a:gridCol w="326863">
                  <a:extLst>
                    <a:ext uri="{9D8B030D-6E8A-4147-A177-3AD203B41FA5}">
                      <a16:colId xmlns:a16="http://schemas.microsoft.com/office/drawing/2014/main" val="3414485615"/>
                    </a:ext>
                  </a:extLst>
                </a:gridCol>
              </a:tblGrid>
              <a:tr h="378342">
                <a:tc>
                  <a:txBody>
                    <a:bodyPr/>
                    <a:lstStyle/>
                    <a:p>
                      <a:pPr marL="1184910" algn="ctr">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tc>
                  <a:txBody>
                    <a:bodyPr/>
                    <a:lstStyle/>
                    <a:p>
                      <a:pPr algn="l">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extLst>
                  <a:ext uri="{0D108BD9-81ED-4DB2-BD59-A6C34878D82A}">
                    <a16:rowId xmlns:a16="http://schemas.microsoft.com/office/drawing/2014/main" val="1343998695"/>
                  </a:ext>
                </a:extLst>
              </a:tr>
            </a:tbl>
          </a:graphicData>
        </a:graphic>
      </p:graphicFrame>
      <p:sp>
        <p:nvSpPr>
          <p:cNvPr id="12" name="ZoneTexte 11">
            <a:extLst>
              <a:ext uri="{FF2B5EF4-FFF2-40B4-BE49-F238E27FC236}">
                <a16:creationId xmlns:a16="http://schemas.microsoft.com/office/drawing/2014/main" id="{45B7021B-3AED-40C8-9222-235A136115BB}"/>
              </a:ext>
            </a:extLst>
          </p:cNvPr>
          <p:cNvSpPr txBox="1"/>
          <p:nvPr/>
        </p:nvSpPr>
        <p:spPr>
          <a:xfrm>
            <a:off x="869435" y="353325"/>
            <a:ext cx="9401447" cy="1311128"/>
          </a:xfrm>
          <a:prstGeom prst="rect">
            <a:avLst/>
          </a:prstGeom>
          <a:noFill/>
        </p:spPr>
        <p:txBody>
          <a:bodyPr wrap="square">
            <a:spAutoFit/>
          </a:bodyPr>
          <a:lstStyle/>
          <a:p>
            <a:pPr marL="1994535" indent="-1987550" algn="ctr">
              <a:lnSpc>
                <a:spcPct val="90000"/>
              </a:lnSpc>
            </a:pPr>
            <a:r>
              <a:rPr lang="fr-FR" sz="4400" b="1" dirty="0">
                <a:solidFill>
                  <a:srgbClr val="841A14"/>
                </a:solidFill>
                <a:latin typeface="Comic Sans MS" panose="030F0702030302020204" pitchFamily="66" charset="0"/>
              </a:rPr>
              <a:t>Qu’est-ce qu’on teste?</a:t>
            </a:r>
            <a:br>
              <a:rPr lang="fr-FR" sz="4400" b="1" dirty="0">
                <a:solidFill>
                  <a:srgbClr val="841A14"/>
                </a:solidFill>
                <a:latin typeface="Comic Sans MS" panose="030F0702030302020204" pitchFamily="66" charset="0"/>
              </a:rPr>
            </a:br>
            <a:r>
              <a:rPr lang="fr-FR" sz="4400" dirty="0">
                <a:effectLst/>
                <a:latin typeface="Times New Roman" panose="02020603050405020304" pitchFamily="18" charset="0"/>
              </a:rPr>
              <a:t>(quelles propriétés?)</a:t>
            </a:r>
            <a:endParaRPr lang="fr-FR" sz="4400" b="1" dirty="0">
              <a:solidFill>
                <a:srgbClr val="841A14"/>
              </a:solidFill>
              <a:latin typeface="Comic Sans MS" panose="030F0702030302020204" pitchFamily="66" charset="0"/>
            </a:endParaRPr>
          </a:p>
        </p:txBody>
      </p:sp>
      <p:sp>
        <p:nvSpPr>
          <p:cNvPr id="5" name="Espace réservé du numéro de diapositive 4">
            <a:extLst>
              <a:ext uri="{FF2B5EF4-FFF2-40B4-BE49-F238E27FC236}">
                <a16:creationId xmlns:a16="http://schemas.microsoft.com/office/drawing/2014/main" id="{CF435168-71FF-4518-B8A6-A7CD1059B298}"/>
              </a:ext>
            </a:extLst>
          </p:cNvPr>
          <p:cNvSpPr>
            <a:spLocks noGrp="1"/>
          </p:cNvSpPr>
          <p:nvPr>
            <p:ph type="sldNum" sz="quarter" idx="12"/>
          </p:nvPr>
        </p:nvSpPr>
        <p:spPr/>
        <p:txBody>
          <a:bodyPr/>
          <a:lstStyle/>
          <a:p>
            <a:fld id="{69E57DC2-970A-4B3E-BB1C-7A09969E49DF}" type="slidenum">
              <a:rPr lang="en-US" smtClean="0"/>
              <a:t>20</a:t>
            </a:fld>
            <a:endParaRPr lang="en-US" dirty="0"/>
          </a:p>
        </p:txBody>
      </p:sp>
      <p:sp>
        <p:nvSpPr>
          <p:cNvPr id="3" name="Espace réservé du pied de page 2">
            <a:extLst>
              <a:ext uri="{FF2B5EF4-FFF2-40B4-BE49-F238E27FC236}">
                <a16:creationId xmlns:a16="http://schemas.microsoft.com/office/drawing/2014/main" id="{F442FC51-75A2-4D3A-A6CE-11BC8CA67F7B}"/>
              </a:ext>
            </a:extLst>
          </p:cNvPr>
          <p:cNvSpPr>
            <a:spLocks noGrp="1"/>
          </p:cNvSpPr>
          <p:nvPr>
            <p:ph type="ftr" sz="quarter" idx="11"/>
          </p:nvPr>
        </p:nvSpPr>
        <p:spPr/>
        <p:txBody>
          <a:bodyPr/>
          <a:lstStyle/>
          <a:p>
            <a:r>
              <a:rPr lang="en-US"/>
              <a:t>Introduction aux tests logiciel</a:t>
            </a:r>
            <a:endParaRPr lang="en-US" dirty="0"/>
          </a:p>
        </p:txBody>
      </p:sp>
      <p:sp>
        <p:nvSpPr>
          <p:cNvPr id="11" name="ZoneTexte 10">
            <a:extLst>
              <a:ext uri="{FF2B5EF4-FFF2-40B4-BE49-F238E27FC236}">
                <a16:creationId xmlns:a16="http://schemas.microsoft.com/office/drawing/2014/main" id="{218B892B-5CFF-472E-B721-BF31B82E26F5}"/>
              </a:ext>
            </a:extLst>
          </p:cNvPr>
          <p:cNvSpPr txBox="1"/>
          <p:nvPr/>
        </p:nvSpPr>
        <p:spPr>
          <a:xfrm>
            <a:off x="2893564" y="1848174"/>
            <a:ext cx="7524366" cy="3414076"/>
          </a:xfrm>
          <a:prstGeom prst="rect">
            <a:avLst/>
          </a:prstGeom>
          <a:noFill/>
        </p:spPr>
        <p:txBody>
          <a:bodyPr wrap="square">
            <a:spAutoFit/>
          </a:bodyPr>
          <a:lstStyle/>
          <a:p>
            <a:pPr marL="457200" indent="-457200">
              <a:lnSpc>
                <a:spcPct val="200000"/>
              </a:lnSpc>
              <a:buFont typeface="Wingdings" panose="05000000000000000000" pitchFamily="2" charset="2"/>
              <a:buChar char="v"/>
            </a:pPr>
            <a:r>
              <a:rPr lang="fr-FR" sz="2800" dirty="0">
                <a:solidFill>
                  <a:srgbClr val="404040"/>
                </a:solidFill>
                <a:latin typeface="Comic Sans MS" panose="030F0702030302020204" pitchFamily="66" charset="0"/>
              </a:rPr>
              <a:t>Maintenabilité</a:t>
            </a:r>
          </a:p>
          <a:p>
            <a:pPr marL="457200" indent="-457200">
              <a:lnSpc>
                <a:spcPct val="200000"/>
              </a:lnSpc>
              <a:buFont typeface="Wingdings" panose="05000000000000000000" pitchFamily="2" charset="2"/>
              <a:buChar char="v"/>
            </a:pPr>
            <a:r>
              <a:rPr lang="fr-FR" sz="2800" dirty="0">
                <a:solidFill>
                  <a:srgbClr val="404040"/>
                </a:solidFill>
                <a:latin typeface="Comic Sans MS" panose="030F0702030302020204" pitchFamily="66" charset="0"/>
              </a:rPr>
              <a:t>Efficacité</a:t>
            </a:r>
          </a:p>
          <a:p>
            <a:pPr marL="457200" indent="-457200">
              <a:lnSpc>
                <a:spcPct val="200000"/>
              </a:lnSpc>
              <a:buFont typeface="Wingdings" panose="05000000000000000000" pitchFamily="2" charset="2"/>
              <a:buChar char="v"/>
            </a:pPr>
            <a:r>
              <a:rPr lang="fr-FR" sz="2800" dirty="0">
                <a:solidFill>
                  <a:srgbClr val="404040"/>
                </a:solidFill>
                <a:latin typeface="Comic Sans MS" panose="030F0702030302020204" pitchFamily="66" charset="0"/>
              </a:rPr>
              <a:t>Robustesse</a:t>
            </a:r>
          </a:p>
          <a:p>
            <a:pPr marL="457200" indent="-457200">
              <a:lnSpc>
                <a:spcPct val="200000"/>
              </a:lnSpc>
              <a:buFont typeface="Wingdings" panose="05000000000000000000" pitchFamily="2" charset="2"/>
              <a:buChar char="v"/>
            </a:pPr>
            <a:r>
              <a:rPr lang="fr-FR" sz="2800" dirty="0">
                <a:solidFill>
                  <a:srgbClr val="404040"/>
                </a:solidFill>
                <a:latin typeface="Comic Sans MS" panose="030F0702030302020204" pitchFamily="66" charset="0"/>
              </a:rPr>
              <a:t>sûreté de fonctionnement</a:t>
            </a:r>
            <a:endParaRPr lang="fr-BF" sz="2800" dirty="0">
              <a:solidFill>
                <a:srgbClr val="404040"/>
              </a:solidFill>
              <a:latin typeface="Comic Sans MS" panose="030F0702030302020204" pitchFamily="66" charset="0"/>
            </a:endParaRPr>
          </a:p>
        </p:txBody>
      </p:sp>
    </p:spTree>
    <p:extLst>
      <p:ext uri="{BB962C8B-B14F-4D97-AF65-F5344CB8AC3E}">
        <p14:creationId xmlns:p14="http://schemas.microsoft.com/office/powerpoint/2010/main" val="40415849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2DDD56DF-3E5A-480E-A2AA-1BC3A181812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grpSp>
        <p:nvGrpSpPr>
          <p:cNvPr id="6" name="Group 10874">
            <a:extLst>
              <a:ext uri="{FF2B5EF4-FFF2-40B4-BE49-F238E27FC236}">
                <a16:creationId xmlns:a16="http://schemas.microsoft.com/office/drawing/2014/main" id="{DF2223EF-692A-4DAD-9E26-41C37300EFBA}"/>
              </a:ext>
            </a:extLst>
          </p:cNvPr>
          <p:cNvGrpSpPr/>
          <p:nvPr/>
        </p:nvGrpSpPr>
        <p:grpSpPr>
          <a:xfrm>
            <a:off x="1561010" y="1831216"/>
            <a:ext cx="8035290" cy="0"/>
            <a:chOff x="0" y="0"/>
            <a:chExt cx="8035862" cy="1"/>
          </a:xfrm>
        </p:grpSpPr>
        <p:sp>
          <p:nvSpPr>
            <p:cNvPr id="7" name="Shape 38">
              <a:extLst>
                <a:ext uri="{FF2B5EF4-FFF2-40B4-BE49-F238E27FC236}">
                  <a16:creationId xmlns:a16="http://schemas.microsoft.com/office/drawing/2014/main" id="{1F2821A6-165A-4180-8F45-0692F4043801}"/>
                </a:ext>
              </a:extLst>
            </p:cNvPr>
            <p:cNvSpPr/>
            <p:nvPr/>
          </p:nvSpPr>
          <p:spPr>
            <a:xfrm>
              <a:off x="0" y="0"/>
              <a:ext cx="8035862" cy="1"/>
            </a:xfrm>
            <a:custGeom>
              <a:avLst/>
              <a:gdLst/>
              <a:ahLst/>
              <a:cxnLst/>
              <a:rect l="0" t="0" r="0" b="0"/>
              <a:pathLst>
                <a:path w="8035862" h="1">
                  <a:moveTo>
                    <a:pt x="0" y="0"/>
                  </a:moveTo>
                  <a:lnTo>
                    <a:pt x="8035862" y="1"/>
                  </a:lnTo>
                </a:path>
              </a:pathLst>
            </a:custGeom>
            <a:ln w="12700" cap="flat">
              <a:round/>
            </a:ln>
          </p:spPr>
          <p:style>
            <a:lnRef idx="1">
              <a:srgbClr val="D34817"/>
            </a:lnRef>
            <a:fillRef idx="0">
              <a:srgbClr val="000000">
                <a:alpha val="0"/>
              </a:srgbClr>
            </a:fillRef>
            <a:effectRef idx="0">
              <a:scrgbClr r="0" g="0" b="0"/>
            </a:effectRef>
            <a:fontRef idx="none"/>
          </p:style>
          <p:txBody>
            <a:bodyPr/>
            <a:lstStyle/>
            <a:p>
              <a:endParaRPr lang="fr-FR"/>
            </a:p>
          </p:txBody>
        </p:sp>
      </p:grpSp>
      <p:graphicFrame>
        <p:nvGraphicFramePr>
          <p:cNvPr id="8" name="Tableau 7">
            <a:extLst>
              <a:ext uri="{FF2B5EF4-FFF2-40B4-BE49-F238E27FC236}">
                <a16:creationId xmlns:a16="http://schemas.microsoft.com/office/drawing/2014/main" id="{0C7C65B0-B555-4899-8EEB-F830590BC84A}"/>
              </a:ext>
            </a:extLst>
          </p:cNvPr>
          <p:cNvGraphicFramePr>
            <a:graphicFrameLocks noGrp="1"/>
          </p:cNvGraphicFramePr>
          <p:nvPr/>
        </p:nvGraphicFramePr>
        <p:xfrm>
          <a:off x="1719943" y="6437022"/>
          <a:ext cx="9601200" cy="378342"/>
        </p:xfrm>
        <a:graphic>
          <a:graphicData uri="http://schemas.openxmlformats.org/drawingml/2006/table">
            <a:tbl>
              <a:tblPr firstRow="1" firstCol="1" bandRow="1">
                <a:tableStyleId>{5C22544A-7EE6-4342-B048-85BDC9FD1C3A}</a:tableStyleId>
              </a:tblPr>
              <a:tblGrid>
                <a:gridCol w="9274337">
                  <a:extLst>
                    <a:ext uri="{9D8B030D-6E8A-4147-A177-3AD203B41FA5}">
                      <a16:colId xmlns:a16="http://schemas.microsoft.com/office/drawing/2014/main" val="2180616800"/>
                    </a:ext>
                  </a:extLst>
                </a:gridCol>
                <a:gridCol w="326863">
                  <a:extLst>
                    <a:ext uri="{9D8B030D-6E8A-4147-A177-3AD203B41FA5}">
                      <a16:colId xmlns:a16="http://schemas.microsoft.com/office/drawing/2014/main" val="3414485615"/>
                    </a:ext>
                  </a:extLst>
                </a:gridCol>
              </a:tblGrid>
              <a:tr h="378342">
                <a:tc>
                  <a:txBody>
                    <a:bodyPr/>
                    <a:lstStyle/>
                    <a:p>
                      <a:pPr marL="1184910" algn="ctr">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tc>
                  <a:txBody>
                    <a:bodyPr/>
                    <a:lstStyle/>
                    <a:p>
                      <a:pPr algn="l">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extLst>
                  <a:ext uri="{0D108BD9-81ED-4DB2-BD59-A6C34878D82A}">
                    <a16:rowId xmlns:a16="http://schemas.microsoft.com/office/drawing/2014/main" val="1343998695"/>
                  </a:ext>
                </a:extLst>
              </a:tr>
            </a:tbl>
          </a:graphicData>
        </a:graphic>
      </p:graphicFrame>
      <p:sp>
        <p:nvSpPr>
          <p:cNvPr id="12" name="ZoneTexte 11">
            <a:extLst>
              <a:ext uri="{FF2B5EF4-FFF2-40B4-BE49-F238E27FC236}">
                <a16:creationId xmlns:a16="http://schemas.microsoft.com/office/drawing/2014/main" id="{45B7021B-3AED-40C8-9222-235A136115BB}"/>
              </a:ext>
            </a:extLst>
          </p:cNvPr>
          <p:cNvSpPr txBox="1"/>
          <p:nvPr/>
        </p:nvSpPr>
        <p:spPr>
          <a:xfrm>
            <a:off x="869435" y="353325"/>
            <a:ext cx="9401447" cy="701731"/>
          </a:xfrm>
          <a:prstGeom prst="rect">
            <a:avLst/>
          </a:prstGeom>
          <a:noFill/>
        </p:spPr>
        <p:txBody>
          <a:bodyPr wrap="square">
            <a:spAutoFit/>
          </a:bodyPr>
          <a:lstStyle/>
          <a:p>
            <a:pPr marL="1994535" indent="-1987550" algn="ctr">
              <a:lnSpc>
                <a:spcPct val="90000"/>
              </a:lnSpc>
            </a:pPr>
            <a:r>
              <a:rPr lang="fr-FR" sz="4400" b="1" dirty="0">
                <a:solidFill>
                  <a:srgbClr val="841A14"/>
                </a:solidFill>
                <a:latin typeface="Comic Sans MS" panose="030F0702030302020204" pitchFamily="66" charset="0"/>
              </a:rPr>
              <a:t>Comment on teste?</a:t>
            </a:r>
          </a:p>
        </p:txBody>
      </p:sp>
      <p:sp>
        <p:nvSpPr>
          <p:cNvPr id="5" name="Espace réservé du numéro de diapositive 4">
            <a:extLst>
              <a:ext uri="{FF2B5EF4-FFF2-40B4-BE49-F238E27FC236}">
                <a16:creationId xmlns:a16="http://schemas.microsoft.com/office/drawing/2014/main" id="{CF435168-71FF-4518-B8A6-A7CD1059B298}"/>
              </a:ext>
            </a:extLst>
          </p:cNvPr>
          <p:cNvSpPr>
            <a:spLocks noGrp="1"/>
          </p:cNvSpPr>
          <p:nvPr>
            <p:ph type="sldNum" sz="quarter" idx="12"/>
          </p:nvPr>
        </p:nvSpPr>
        <p:spPr/>
        <p:txBody>
          <a:bodyPr/>
          <a:lstStyle/>
          <a:p>
            <a:fld id="{69E57DC2-970A-4B3E-BB1C-7A09969E49DF}" type="slidenum">
              <a:rPr lang="en-US" smtClean="0"/>
              <a:t>21</a:t>
            </a:fld>
            <a:endParaRPr lang="en-US" dirty="0"/>
          </a:p>
        </p:txBody>
      </p:sp>
      <p:sp>
        <p:nvSpPr>
          <p:cNvPr id="3" name="Espace réservé du pied de page 2">
            <a:extLst>
              <a:ext uri="{FF2B5EF4-FFF2-40B4-BE49-F238E27FC236}">
                <a16:creationId xmlns:a16="http://schemas.microsoft.com/office/drawing/2014/main" id="{F442FC51-75A2-4D3A-A6CE-11BC8CA67F7B}"/>
              </a:ext>
            </a:extLst>
          </p:cNvPr>
          <p:cNvSpPr>
            <a:spLocks noGrp="1"/>
          </p:cNvSpPr>
          <p:nvPr>
            <p:ph type="ftr" sz="quarter" idx="11"/>
          </p:nvPr>
        </p:nvSpPr>
        <p:spPr/>
        <p:txBody>
          <a:bodyPr/>
          <a:lstStyle/>
          <a:p>
            <a:r>
              <a:rPr lang="en-US"/>
              <a:t>Introduction aux tests logiciel</a:t>
            </a:r>
            <a:endParaRPr lang="en-US" dirty="0"/>
          </a:p>
        </p:txBody>
      </p:sp>
      <p:sp>
        <p:nvSpPr>
          <p:cNvPr id="13" name="ZoneTexte 12">
            <a:extLst>
              <a:ext uri="{FF2B5EF4-FFF2-40B4-BE49-F238E27FC236}">
                <a16:creationId xmlns:a16="http://schemas.microsoft.com/office/drawing/2014/main" id="{EDC6654D-C8AF-451B-BA4C-06A0E4D8182F}"/>
              </a:ext>
            </a:extLst>
          </p:cNvPr>
          <p:cNvSpPr txBox="1"/>
          <p:nvPr/>
        </p:nvSpPr>
        <p:spPr>
          <a:xfrm>
            <a:off x="1807779" y="2415965"/>
            <a:ext cx="10047890" cy="2606163"/>
          </a:xfrm>
          <a:prstGeom prst="rect">
            <a:avLst/>
          </a:prstGeom>
          <a:noFill/>
        </p:spPr>
        <p:txBody>
          <a:bodyPr wrap="square">
            <a:spAutoFit/>
          </a:bodyPr>
          <a:lstStyle/>
          <a:p>
            <a:pPr>
              <a:lnSpc>
                <a:spcPct val="150000"/>
              </a:lnSpc>
            </a:pPr>
            <a:r>
              <a:rPr lang="fr-FR" sz="2800" b="1" dirty="0">
                <a:solidFill>
                  <a:srgbClr val="841A14"/>
                </a:solidFill>
                <a:latin typeface="Comic Sans MS" panose="030F0702030302020204" pitchFamily="66" charset="0"/>
              </a:rPr>
              <a:t>Test statique</a:t>
            </a:r>
            <a:br>
              <a:rPr lang="fr-FR" sz="2800" dirty="0">
                <a:solidFill>
                  <a:srgbClr val="404040"/>
                </a:solidFill>
                <a:latin typeface="Comic Sans MS" panose="030F0702030302020204" pitchFamily="66" charset="0"/>
              </a:rPr>
            </a:br>
            <a:r>
              <a:rPr lang="fr-FR" sz="2800" dirty="0">
                <a:solidFill>
                  <a:srgbClr val="404040"/>
                </a:solidFill>
                <a:latin typeface="Comic Sans MS" panose="030F0702030302020204" pitchFamily="66" charset="0"/>
              </a:rPr>
              <a:t>		– relecture / revue de code</a:t>
            </a:r>
            <a:br>
              <a:rPr lang="fr-FR" sz="2800" dirty="0">
                <a:solidFill>
                  <a:srgbClr val="404040"/>
                </a:solidFill>
                <a:latin typeface="Comic Sans MS" panose="030F0702030302020204" pitchFamily="66" charset="0"/>
              </a:rPr>
            </a:br>
            <a:r>
              <a:rPr lang="fr-FR" sz="2800" dirty="0">
                <a:solidFill>
                  <a:srgbClr val="404040"/>
                </a:solidFill>
                <a:latin typeface="Comic Sans MS" panose="030F0702030302020204" pitchFamily="66" charset="0"/>
              </a:rPr>
              <a:t>		– analyse automatique (vérification de propriétés, 				règles 	de codage...</a:t>
            </a:r>
          </a:p>
        </p:txBody>
      </p:sp>
    </p:spTree>
    <p:extLst>
      <p:ext uri="{BB962C8B-B14F-4D97-AF65-F5344CB8AC3E}">
        <p14:creationId xmlns:p14="http://schemas.microsoft.com/office/powerpoint/2010/main" val="9153378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2DDD56DF-3E5A-480E-A2AA-1BC3A181812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grpSp>
        <p:nvGrpSpPr>
          <p:cNvPr id="6" name="Group 10874">
            <a:extLst>
              <a:ext uri="{FF2B5EF4-FFF2-40B4-BE49-F238E27FC236}">
                <a16:creationId xmlns:a16="http://schemas.microsoft.com/office/drawing/2014/main" id="{DF2223EF-692A-4DAD-9E26-41C37300EFBA}"/>
              </a:ext>
            </a:extLst>
          </p:cNvPr>
          <p:cNvGrpSpPr/>
          <p:nvPr/>
        </p:nvGrpSpPr>
        <p:grpSpPr>
          <a:xfrm>
            <a:off x="1561010" y="1831216"/>
            <a:ext cx="8035290" cy="0"/>
            <a:chOff x="0" y="0"/>
            <a:chExt cx="8035862" cy="1"/>
          </a:xfrm>
        </p:grpSpPr>
        <p:sp>
          <p:nvSpPr>
            <p:cNvPr id="7" name="Shape 38">
              <a:extLst>
                <a:ext uri="{FF2B5EF4-FFF2-40B4-BE49-F238E27FC236}">
                  <a16:creationId xmlns:a16="http://schemas.microsoft.com/office/drawing/2014/main" id="{1F2821A6-165A-4180-8F45-0692F4043801}"/>
                </a:ext>
              </a:extLst>
            </p:cNvPr>
            <p:cNvSpPr/>
            <p:nvPr/>
          </p:nvSpPr>
          <p:spPr>
            <a:xfrm>
              <a:off x="0" y="0"/>
              <a:ext cx="8035862" cy="1"/>
            </a:xfrm>
            <a:custGeom>
              <a:avLst/>
              <a:gdLst/>
              <a:ahLst/>
              <a:cxnLst/>
              <a:rect l="0" t="0" r="0" b="0"/>
              <a:pathLst>
                <a:path w="8035862" h="1">
                  <a:moveTo>
                    <a:pt x="0" y="0"/>
                  </a:moveTo>
                  <a:lnTo>
                    <a:pt x="8035862" y="1"/>
                  </a:lnTo>
                </a:path>
              </a:pathLst>
            </a:custGeom>
            <a:ln w="12700" cap="flat">
              <a:round/>
            </a:ln>
          </p:spPr>
          <p:style>
            <a:lnRef idx="1">
              <a:srgbClr val="D34817"/>
            </a:lnRef>
            <a:fillRef idx="0">
              <a:srgbClr val="000000">
                <a:alpha val="0"/>
              </a:srgbClr>
            </a:fillRef>
            <a:effectRef idx="0">
              <a:scrgbClr r="0" g="0" b="0"/>
            </a:effectRef>
            <a:fontRef idx="none"/>
          </p:style>
          <p:txBody>
            <a:bodyPr/>
            <a:lstStyle/>
            <a:p>
              <a:endParaRPr lang="fr-FR"/>
            </a:p>
          </p:txBody>
        </p:sp>
      </p:grpSp>
      <p:graphicFrame>
        <p:nvGraphicFramePr>
          <p:cNvPr id="8" name="Tableau 7">
            <a:extLst>
              <a:ext uri="{FF2B5EF4-FFF2-40B4-BE49-F238E27FC236}">
                <a16:creationId xmlns:a16="http://schemas.microsoft.com/office/drawing/2014/main" id="{0C7C65B0-B555-4899-8EEB-F830590BC84A}"/>
              </a:ext>
            </a:extLst>
          </p:cNvPr>
          <p:cNvGraphicFramePr>
            <a:graphicFrameLocks noGrp="1"/>
          </p:cNvGraphicFramePr>
          <p:nvPr/>
        </p:nvGraphicFramePr>
        <p:xfrm>
          <a:off x="1719943" y="6437022"/>
          <a:ext cx="9601200" cy="378342"/>
        </p:xfrm>
        <a:graphic>
          <a:graphicData uri="http://schemas.openxmlformats.org/drawingml/2006/table">
            <a:tbl>
              <a:tblPr firstRow="1" firstCol="1" bandRow="1">
                <a:tableStyleId>{5C22544A-7EE6-4342-B048-85BDC9FD1C3A}</a:tableStyleId>
              </a:tblPr>
              <a:tblGrid>
                <a:gridCol w="9274337">
                  <a:extLst>
                    <a:ext uri="{9D8B030D-6E8A-4147-A177-3AD203B41FA5}">
                      <a16:colId xmlns:a16="http://schemas.microsoft.com/office/drawing/2014/main" val="2180616800"/>
                    </a:ext>
                  </a:extLst>
                </a:gridCol>
                <a:gridCol w="326863">
                  <a:extLst>
                    <a:ext uri="{9D8B030D-6E8A-4147-A177-3AD203B41FA5}">
                      <a16:colId xmlns:a16="http://schemas.microsoft.com/office/drawing/2014/main" val="3414485615"/>
                    </a:ext>
                  </a:extLst>
                </a:gridCol>
              </a:tblGrid>
              <a:tr h="378342">
                <a:tc>
                  <a:txBody>
                    <a:bodyPr/>
                    <a:lstStyle/>
                    <a:p>
                      <a:pPr marL="1184910" algn="ctr">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tc>
                  <a:txBody>
                    <a:bodyPr/>
                    <a:lstStyle/>
                    <a:p>
                      <a:pPr algn="l">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extLst>
                  <a:ext uri="{0D108BD9-81ED-4DB2-BD59-A6C34878D82A}">
                    <a16:rowId xmlns:a16="http://schemas.microsoft.com/office/drawing/2014/main" val="1343998695"/>
                  </a:ext>
                </a:extLst>
              </a:tr>
            </a:tbl>
          </a:graphicData>
        </a:graphic>
      </p:graphicFrame>
      <p:sp>
        <p:nvSpPr>
          <p:cNvPr id="12" name="ZoneTexte 11">
            <a:extLst>
              <a:ext uri="{FF2B5EF4-FFF2-40B4-BE49-F238E27FC236}">
                <a16:creationId xmlns:a16="http://schemas.microsoft.com/office/drawing/2014/main" id="{45B7021B-3AED-40C8-9222-235A136115BB}"/>
              </a:ext>
            </a:extLst>
          </p:cNvPr>
          <p:cNvSpPr txBox="1"/>
          <p:nvPr/>
        </p:nvSpPr>
        <p:spPr>
          <a:xfrm>
            <a:off x="869435" y="353325"/>
            <a:ext cx="9401447" cy="701731"/>
          </a:xfrm>
          <a:prstGeom prst="rect">
            <a:avLst/>
          </a:prstGeom>
          <a:noFill/>
        </p:spPr>
        <p:txBody>
          <a:bodyPr wrap="square">
            <a:spAutoFit/>
          </a:bodyPr>
          <a:lstStyle/>
          <a:p>
            <a:pPr marL="1994535" indent="-1987550" algn="ctr">
              <a:lnSpc>
                <a:spcPct val="90000"/>
              </a:lnSpc>
            </a:pPr>
            <a:r>
              <a:rPr lang="fr-FR" sz="4400" b="1" dirty="0">
                <a:solidFill>
                  <a:srgbClr val="841A14"/>
                </a:solidFill>
                <a:latin typeface="Comic Sans MS" panose="030F0702030302020204" pitchFamily="66" charset="0"/>
              </a:rPr>
              <a:t>Comment on teste?</a:t>
            </a:r>
          </a:p>
        </p:txBody>
      </p:sp>
      <p:sp>
        <p:nvSpPr>
          <p:cNvPr id="5" name="Espace réservé du numéro de diapositive 4">
            <a:extLst>
              <a:ext uri="{FF2B5EF4-FFF2-40B4-BE49-F238E27FC236}">
                <a16:creationId xmlns:a16="http://schemas.microsoft.com/office/drawing/2014/main" id="{CF435168-71FF-4518-B8A6-A7CD1059B298}"/>
              </a:ext>
            </a:extLst>
          </p:cNvPr>
          <p:cNvSpPr>
            <a:spLocks noGrp="1"/>
          </p:cNvSpPr>
          <p:nvPr>
            <p:ph type="sldNum" sz="quarter" idx="12"/>
          </p:nvPr>
        </p:nvSpPr>
        <p:spPr/>
        <p:txBody>
          <a:bodyPr/>
          <a:lstStyle/>
          <a:p>
            <a:fld id="{69E57DC2-970A-4B3E-BB1C-7A09969E49DF}" type="slidenum">
              <a:rPr lang="en-US" smtClean="0"/>
              <a:t>22</a:t>
            </a:fld>
            <a:endParaRPr lang="en-US" dirty="0"/>
          </a:p>
        </p:txBody>
      </p:sp>
      <p:sp>
        <p:nvSpPr>
          <p:cNvPr id="3" name="Espace réservé du pied de page 2">
            <a:extLst>
              <a:ext uri="{FF2B5EF4-FFF2-40B4-BE49-F238E27FC236}">
                <a16:creationId xmlns:a16="http://schemas.microsoft.com/office/drawing/2014/main" id="{F442FC51-75A2-4D3A-A6CE-11BC8CA67F7B}"/>
              </a:ext>
            </a:extLst>
          </p:cNvPr>
          <p:cNvSpPr>
            <a:spLocks noGrp="1"/>
          </p:cNvSpPr>
          <p:nvPr>
            <p:ph type="ftr" sz="quarter" idx="11"/>
          </p:nvPr>
        </p:nvSpPr>
        <p:spPr/>
        <p:txBody>
          <a:bodyPr/>
          <a:lstStyle/>
          <a:p>
            <a:r>
              <a:rPr lang="en-US"/>
              <a:t>Introduction aux tests logiciel</a:t>
            </a:r>
            <a:endParaRPr lang="en-US" dirty="0"/>
          </a:p>
        </p:txBody>
      </p:sp>
      <p:sp>
        <p:nvSpPr>
          <p:cNvPr id="13" name="ZoneTexte 12">
            <a:extLst>
              <a:ext uri="{FF2B5EF4-FFF2-40B4-BE49-F238E27FC236}">
                <a16:creationId xmlns:a16="http://schemas.microsoft.com/office/drawing/2014/main" id="{EDC6654D-C8AF-451B-BA4C-06A0E4D8182F}"/>
              </a:ext>
            </a:extLst>
          </p:cNvPr>
          <p:cNvSpPr txBox="1"/>
          <p:nvPr/>
        </p:nvSpPr>
        <p:spPr>
          <a:xfrm>
            <a:off x="1881353" y="2415965"/>
            <a:ext cx="8523888" cy="2606163"/>
          </a:xfrm>
          <a:prstGeom prst="rect">
            <a:avLst/>
          </a:prstGeom>
          <a:noFill/>
        </p:spPr>
        <p:txBody>
          <a:bodyPr wrap="square">
            <a:spAutoFit/>
          </a:bodyPr>
          <a:lstStyle/>
          <a:p>
            <a:pPr>
              <a:lnSpc>
                <a:spcPct val="150000"/>
              </a:lnSpc>
            </a:pPr>
            <a:r>
              <a:rPr lang="fr-FR" sz="2800" b="1" dirty="0">
                <a:solidFill>
                  <a:srgbClr val="841A14"/>
                </a:solidFill>
                <a:latin typeface="Comic Sans MS" panose="030F0702030302020204" pitchFamily="66" charset="0"/>
              </a:rPr>
              <a:t>Test dynamique</a:t>
            </a:r>
            <a:br>
              <a:rPr lang="fr-FR" sz="2800" dirty="0">
                <a:solidFill>
                  <a:srgbClr val="404040"/>
                </a:solidFill>
                <a:latin typeface="Comic Sans MS" panose="030F0702030302020204" pitchFamily="66" charset="0"/>
              </a:rPr>
            </a:br>
            <a:r>
              <a:rPr lang="fr-FR" sz="2800" dirty="0">
                <a:solidFill>
                  <a:srgbClr val="404040"/>
                </a:solidFill>
                <a:latin typeface="Comic Sans MS" panose="030F0702030302020204" pitchFamily="66" charset="0"/>
              </a:rPr>
              <a:t>			– on exécute le programme avec des 					valeurs en entrée et on</a:t>
            </a:r>
            <a:br>
              <a:rPr lang="fr-FR" sz="2800" dirty="0">
                <a:solidFill>
                  <a:srgbClr val="404040"/>
                </a:solidFill>
                <a:latin typeface="Comic Sans MS" panose="030F0702030302020204" pitchFamily="66" charset="0"/>
              </a:rPr>
            </a:br>
            <a:r>
              <a:rPr lang="fr-FR" sz="2800" dirty="0">
                <a:solidFill>
                  <a:srgbClr val="404040"/>
                </a:solidFill>
                <a:latin typeface="Comic Sans MS" panose="030F0702030302020204" pitchFamily="66" charset="0"/>
              </a:rPr>
              <a:t>			observe le comportement</a:t>
            </a:r>
            <a:endParaRPr lang="fr-BF" sz="2800" dirty="0">
              <a:solidFill>
                <a:srgbClr val="404040"/>
              </a:solidFill>
              <a:latin typeface="Comic Sans MS" panose="030F0702030302020204" pitchFamily="66" charset="0"/>
            </a:endParaRPr>
          </a:p>
        </p:txBody>
      </p:sp>
    </p:spTree>
    <p:extLst>
      <p:ext uri="{BB962C8B-B14F-4D97-AF65-F5344CB8AC3E}">
        <p14:creationId xmlns:p14="http://schemas.microsoft.com/office/powerpoint/2010/main" val="30413338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2DDD56DF-3E5A-480E-A2AA-1BC3A181812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grpSp>
        <p:nvGrpSpPr>
          <p:cNvPr id="6" name="Group 10874">
            <a:extLst>
              <a:ext uri="{FF2B5EF4-FFF2-40B4-BE49-F238E27FC236}">
                <a16:creationId xmlns:a16="http://schemas.microsoft.com/office/drawing/2014/main" id="{DF2223EF-692A-4DAD-9E26-41C37300EFBA}"/>
              </a:ext>
            </a:extLst>
          </p:cNvPr>
          <p:cNvGrpSpPr/>
          <p:nvPr/>
        </p:nvGrpSpPr>
        <p:grpSpPr>
          <a:xfrm>
            <a:off x="2078355" y="3913946"/>
            <a:ext cx="8035290" cy="0"/>
            <a:chOff x="0" y="0"/>
            <a:chExt cx="8035862" cy="1"/>
          </a:xfrm>
        </p:grpSpPr>
        <p:sp>
          <p:nvSpPr>
            <p:cNvPr id="7" name="Shape 38">
              <a:extLst>
                <a:ext uri="{FF2B5EF4-FFF2-40B4-BE49-F238E27FC236}">
                  <a16:creationId xmlns:a16="http://schemas.microsoft.com/office/drawing/2014/main" id="{1F2821A6-165A-4180-8F45-0692F4043801}"/>
                </a:ext>
              </a:extLst>
            </p:cNvPr>
            <p:cNvSpPr/>
            <p:nvPr/>
          </p:nvSpPr>
          <p:spPr>
            <a:xfrm>
              <a:off x="0" y="0"/>
              <a:ext cx="8035862" cy="1"/>
            </a:xfrm>
            <a:custGeom>
              <a:avLst/>
              <a:gdLst/>
              <a:ahLst/>
              <a:cxnLst/>
              <a:rect l="0" t="0" r="0" b="0"/>
              <a:pathLst>
                <a:path w="8035862" h="1">
                  <a:moveTo>
                    <a:pt x="0" y="0"/>
                  </a:moveTo>
                  <a:lnTo>
                    <a:pt x="8035862" y="1"/>
                  </a:lnTo>
                </a:path>
              </a:pathLst>
            </a:custGeom>
            <a:ln w="12700" cap="flat">
              <a:solidFill>
                <a:schemeClr val="accent1"/>
              </a:solidFill>
              <a:round/>
            </a:ln>
          </p:spPr>
          <p:style>
            <a:lnRef idx="1">
              <a:srgbClr val="D34817"/>
            </a:lnRef>
            <a:fillRef idx="0">
              <a:srgbClr val="000000">
                <a:alpha val="0"/>
              </a:srgbClr>
            </a:fillRef>
            <a:effectRef idx="0">
              <a:scrgbClr r="0" g="0" b="0"/>
            </a:effectRef>
            <a:fontRef idx="none"/>
          </p:style>
          <p:txBody>
            <a:bodyPr/>
            <a:lstStyle/>
            <a:p>
              <a:endParaRPr lang="fr-FR"/>
            </a:p>
          </p:txBody>
        </p:sp>
      </p:grpSp>
      <p:graphicFrame>
        <p:nvGraphicFramePr>
          <p:cNvPr id="8" name="Tableau 7">
            <a:extLst>
              <a:ext uri="{FF2B5EF4-FFF2-40B4-BE49-F238E27FC236}">
                <a16:creationId xmlns:a16="http://schemas.microsoft.com/office/drawing/2014/main" id="{0C7C65B0-B555-4899-8EEB-F830590BC84A}"/>
              </a:ext>
            </a:extLst>
          </p:cNvPr>
          <p:cNvGraphicFramePr>
            <a:graphicFrameLocks noGrp="1"/>
          </p:cNvGraphicFramePr>
          <p:nvPr/>
        </p:nvGraphicFramePr>
        <p:xfrm>
          <a:off x="1719943" y="6437022"/>
          <a:ext cx="9601200" cy="378342"/>
        </p:xfrm>
        <a:graphic>
          <a:graphicData uri="http://schemas.openxmlformats.org/drawingml/2006/table">
            <a:tbl>
              <a:tblPr firstRow="1" firstCol="1" bandRow="1">
                <a:tableStyleId>{5C22544A-7EE6-4342-B048-85BDC9FD1C3A}</a:tableStyleId>
              </a:tblPr>
              <a:tblGrid>
                <a:gridCol w="9274337">
                  <a:extLst>
                    <a:ext uri="{9D8B030D-6E8A-4147-A177-3AD203B41FA5}">
                      <a16:colId xmlns:a16="http://schemas.microsoft.com/office/drawing/2014/main" val="2180616800"/>
                    </a:ext>
                  </a:extLst>
                </a:gridCol>
                <a:gridCol w="326863">
                  <a:extLst>
                    <a:ext uri="{9D8B030D-6E8A-4147-A177-3AD203B41FA5}">
                      <a16:colId xmlns:a16="http://schemas.microsoft.com/office/drawing/2014/main" val="3414485615"/>
                    </a:ext>
                  </a:extLst>
                </a:gridCol>
              </a:tblGrid>
              <a:tr h="378342">
                <a:tc>
                  <a:txBody>
                    <a:bodyPr/>
                    <a:lstStyle/>
                    <a:p>
                      <a:pPr marL="1184910" algn="ctr">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tc>
                  <a:txBody>
                    <a:bodyPr/>
                    <a:lstStyle/>
                    <a:p>
                      <a:pPr algn="l">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extLst>
                  <a:ext uri="{0D108BD9-81ED-4DB2-BD59-A6C34878D82A}">
                    <a16:rowId xmlns:a16="http://schemas.microsoft.com/office/drawing/2014/main" val="1343998695"/>
                  </a:ext>
                </a:extLst>
              </a:tr>
            </a:tbl>
          </a:graphicData>
        </a:graphic>
      </p:graphicFrame>
      <p:sp>
        <p:nvSpPr>
          <p:cNvPr id="15" name="ZoneTexte 14">
            <a:extLst>
              <a:ext uri="{FF2B5EF4-FFF2-40B4-BE49-F238E27FC236}">
                <a16:creationId xmlns:a16="http://schemas.microsoft.com/office/drawing/2014/main" id="{3BA7FB43-B8A8-41A8-BCB4-2900EBC1673A}"/>
              </a:ext>
            </a:extLst>
          </p:cNvPr>
          <p:cNvSpPr txBox="1"/>
          <p:nvPr/>
        </p:nvSpPr>
        <p:spPr>
          <a:xfrm>
            <a:off x="2289157" y="2417262"/>
            <a:ext cx="7489644" cy="769441"/>
          </a:xfrm>
          <a:prstGeom prst="rect">
            <a:avLst/>
          </a:prstGeom>
          <a:noFill/>
        </p:spPr>
        <p:txBody>
          <a:bodyPr wrap="square">
            <a:spAutoFit/>
          </a:bodyPr>
          <a:lstStyle/>
          <a:p>
            <a:pPr algn="ctr"/>
            <a:r>
              <a:rPr lang="fr-FR" sz="4400" b="1" dirty="0">
                <a:solidFill>
                  <a:srgbClr val="841A14"/>
                </a:solidFill>
                <a:latin typeface="Comic Sans MS" panose="030F0702030302020204" pitchFamily="66" charset="0"/>
              </a:rPr>
              <a:t>Le métier du testeur</a:t>
            </a:r>
          </a:p>
        </p:txBody>
      </p:sp>
      <p:sp>
        <p:nvSpPr>
          <p:cNvPr id="5" name="Espace réservé du numéro de diapositive 4">
            <a:extLst>
              <a:ext uri="{FF2B5EF4-FFF2-40B4-BE49-F238E27FC236}">
                <a16:creationId xmlns:a16="http://schemas.microsoft.com/office/drawing/2014/main" id="{CA53AEC5-5874-4EC1-9E7B-AAF490906E7B}"/>
              </a:ext>
            </a:extLst>
          </p:cNvPr>
          <p:cNvSpPr>
            <a:spLocks noGrp="1"/>
          </p:cNvSpPr>
          <p:nvPr>
            <p:ph type="sldNum" sz="quarter" idx="12"/>
          </p:nvPr>
        </p:nvSpPr>
        <p:spPr/>
        <p:txBody>
          <a:bodyPr/>
          <a:lstStyle/>
          <a:p>
            <a:fld id="{69E57DC2-970A-4B3E-BB1C-7A09969E49DF}" type="slidenum">
              <a:rPr lang="en-US" smtClean="0"/>
              <a:t>23</a:t>
            </a:fld>
            <a:endParaRPr lang="en-US" dirty="0"/>
          </a:p>
        </p:txBody>
      </p:sp>
      <p:sp>
        <p:nvSpPr>
          <p:cNvPr id="3" name="Espace réservé du pied de page 2">
            <a:extLst>
              <a:ext uri="{FF2B5EF4-FFF2-40B4-BE49-F238E27FC236}">
                <a16:creationId xmlns:a16="http://schemas.microsoft.com/office/drawing/2014/main" id="{C8FB54C7-9A53-43A7-BFBD-C90691D2ED38}"/>
              </a:ext>
            </a:extLst>
          </p:cNvPr>
          <p:cNvSpPr>
            <a:spLocks noGrp="1"/>
          </p:cNvSpPr>
          <p:nvPr>
            <p:ph type="ftr" sz="quarter" idx="11"/>
          </p:nvPr>
        </p:nvSpPr>
        <p:spPr/>
        <p:txBody>
          <a:bodyPr/>
          <a:lstStyle/>
          <a:p>
            <a:r>
              <a:rPr lang="en-US"/>
              <a:t>Introduction aux tests logiciel</a:t>
            </a:r>
            <a:endParaRPr lang="en-US" dirty="0"/>
          </a:p>
        </p:txBody>
      </p:sp>
    </p:spTree>
    <p:extLst>
      <p:ext uri="{BB962C8B-B14F-4D97-AF65-F5344CB8AC3E}">
        <p14:creationId xmlns:p14="http://schemas.microsoft.com/office/powerpoint/2010/main" val="20899881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2DDD56DF-3E5A-480E-A2AA-1BC3A181812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grpSp>
        <p:nvGrpSpPr>
          <p:cNvPr id="6" name="Group 10874">
            <a:extLst>
              <a:ext uri="{FF2B5EF4-FFF2-40B4-BE49-F238E27FC236}">
                <a16:creationId xmlns:a16="http://schemas.microsoft.com/office/drawing/2014/main" id="{DF2223EF-692A-4DAD-9E26-41C37300EFBA}"/>
              </a:ext>
            </a:extLst>
          </p:cNvPr>
          <p:cNvGrpSpPr/>
          <p:nvPr/>
        </p:nvGrpSpPr>
        <p:grpSpPr>
          <a:xfrm>
            <a:off x="2224697" y="811355"/>
            <a:ext cx="8035290" cy="0"/>
            <a:chOff x="0" y="0"/>
            <a:chExt cx="8035862" cy="1"/>
          </a:xfrm>
        </p:grpSpPr>
        <p:sp>
          <p:nvSpPr>
            <p:cNvPr id="7" name="Shape 38">
              <a:extLst>
                <a:ext uri="{FF2B5EF4-FFF2-40B4-BE49-F238E27FC236}">
                  <a16:creationId xmlns:a16="http://schemas.microsoft.com/office/drawing/2014/main" id="{1F2821A6-165A-4180-8F45-0692F4043801}"/>
                </a:ext>
              </a:extLst>
            </p:cNvPr>
            <p:cNvSpPr/>
            <p:nvPr/>
          </p:nvSpPr>
          <p:spPr>
            <a:xfrm>
              <a:off x="0" y="0"/>
              <a:ext cx="8035862" cy="1"/>
            </a:xfrm>
            <a:custGeom>
              <a:avLst/>
              <a:gdLst/>
              <a:ahLst/>
              <a:cxnLst/>
              <a:rect l="0" t="0" r="0" b="0"/>
              <a:pathLst>
                <a:path w="8035862" h="1">
                  <a:moveTo>
                    <a:pt x="0" y="0"/>
                  </a:moveTo>
                  <a:lnTo>
                    <a:pt x="8035862" y="1"/>
                  </a:lnTo>
                </a:path>
              </a:pathLst>
            </a:custGeom>
            <a:ln w="12700" cap="flat">
              <a:round/>
            </a:ln>
          </p:spPr>
          <p:style>
            <a:lnRef idx="1">
              <a:srgbClr val="D34817"/>
            </a:lnRef>
            <a:fillRef idx="0">
              <a:srgbClr val="000000">
                <a:alpha val="0"/>
              </a:srgbClr>
            </a:fillRef>
            <a:effectRef idx="0">
              <a:scrgbClr r="0" g="0" b="0"/>
            </a:effectRef>
            <a:fontRef idx="none"/>
          </p:style>
          <p:txBody>
            <a:bodyPr/>
            <a:lstStyle/>
            <a:p>
              <a:endParaRPr lang="fr-FR"/>
            </a:p>
          </p:txBody>
        </p:sp>
      </p:grpSp>
      <p:graphicFrame>
        <p:nvGraphicFramePr>
          <p:cNvPr id="8" name="Tableau 7">
            <a:extLst>
              <a:ext uri="{FF2B5EF4-FFF2-40B4-BE49-F238E27FC236}">
                <a16:creationId xmlns:a16="http://schemas.microsoft.com/office/drawing/2014/main" id="{0C7C65B0-B555-4899-8EEB-F830590BC84A}"/>
              </a:ext>
            </a:extLst>
          </p:cNvPr>
          <p:cNvGraphicFramePr>
            <a:graphicFrameLocks noGrp="1"/>
          </p:cNvGraphicFramePr>
          <p:nvPr/>
        </p:nvGraphicFramePr>
        <p:xfrm>
          <a:off x="1719943" y="6437022"/>
          <a:ext cx="9601200" cy="378342"/>
        </p:xfrm>
        <a:graphic>
          <a:graphicData uri="http://schemas.openxmlformats.org/drawingml/2006/table">
            <a:tbl>
              <a:tblPr firstRow="1" firstCol="1" bandRow="1">
                <a:tableStyleId>{5C22544A-7EE6-4342-B048-85BDC9FD1C3A}</a:tableStyleId>
              </a:tblPr>
              <a:tblGrid>
                <a:gridCol w="9274337">
                  <a:extLst>
                    <a:ext uri="{9D8B030D-6E8A-4147-A177-3AD203B41FA5}">
                      <a16:colId xmlns:a16="http://schemas.microsoft.com/office/drawing/2014/main" val="2180616800"/>
                    </a:ext>
                  </a:extLst>
                </a:gridCol>
                <a:gridCol w="326863">
                  <a:extLst>
                    <a:ext uri="{9D8B030D-6E8A-4147-A177-3AD203B41FA5}">
                      <a16:colId xmlns:a16="http://schemas.microsoft.com/office/drawing/2014/main" val="3414485615"/>
                    </a:ext>
                  </a:extLst>
                </a:gridCol>
              </a:tblGrid>
              <a:tr h="378342">
                <a:tc>
                  <a:txBody>
                    <a:bodyPr/>
                    <a:lstStyle/>
                    <a:p>
                      <a:pPr marL="1184910" algn="ctr">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tc>
                  <a:txBody>
                    <a:bodyPr/>
                    <a:lstStyle/>
                    <a:p>
                      <a:pPr algn="l">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extLst>
                  <a:ext uri="{0D108BD9-81ED-4DB2-BD59-A6C34878D82A}">
                    <a16:rowId xmlns:a16="http://schemas.microsoft.com/office/drawing/2014/main" val="1343998695"/>
                  </a:ext>
                </a:extLst>
              </a:tr>
            </a:tbl>
          </a:graphicData>
        </a:graphic>
      </p:graphicFrame>
      <p:sp>
        <p:nvSpPr>
          <p:cNvPr id="9" name="ZoneTexte 8">
            <a:extLst>
              <a:ext uri="{FF2B5EF4-FFF2-40B4-BE49-F238E27FC236}">
                <a16:creationId xmlns:a16="http://schemas.microsoft.com/office/drawing/2014/main" id="{D10C8AC0-95C3-44BB-AC40-C4B9D515BA75}"/>
              </a:ext>
            </a:extLst>
          </p:cNvPr>
          <p:cNvSpPr txBox="1"/>
          <p:nvPr/>
        </p:nvSpPr>
        <p:spPr>
          <a:xfrm>
            <a:off x="3076336" y="104958"/>
            <a:ext cx="6098058" cy="584775"/>
          </a:xfrm>
          <a:prstGeom prst="rect">
            <a:avLst/>
          </a:prstGeom>
          <a:noFill/>
        </p:spPr>
        <p:txBody>
          <a:bodyPr wrap="square">
            <a:spAutoFit/>
          </a:bodyPr>
          <a:lstStyle/>
          <a:p>
            <a:pPr algn="ctr"/>
            <a:r>
              <a:rPr lang="fr-FR" sz="3200" b="1" dirty="0">
                <a:solidFill>
                  <a:srgbClr val="841A14"/>
                </a:solidFill>
                <a:latin typeface="Comic Sans MS" panose="030F0702030302020204" pitchFamily="66" charset="0"/>
              </a:rPr>
              <a:t>Le métier du testeur!</a:t>
            </a:r>
          </a:p>
        </p:txBody>
      </p:sp>
      <p:sp>
        <p:nvSpPr>
          <p:cNvPr id="5" name="Espace réservé du numéro de diapositive 4">
            <a:extLst>
              <a:ext uri="{FF2B5EF4-FFF2-40B4-BE49-F238E27FC236}">
                <a16:creationId xmlns:a16="http://schemas.microsoft.com/office/drawing/2014/main" id="{212A2602-0B3E-4358-B016-A799231FFE2C}"/>
              </a:ext>
            </a:extLst>
          </p:cNvPr>
          <p:cNvSpPr>
            <a:spLocks noGrp="1"/>
          </p:cNvSpPr>
          <p:nvPr>
            <p:ph type="sldNum" sz="quarter" idx="12"/>
          </p:nvPr>
        </p:nvSpPr>
        <p:spPr/>
        <p:txBody>
          <a:bodyPr/>
          <a:lstStyle/>
          <a:p>
            <a:fld id="{69E57DC2-970A-4B3E-BB1C-7A09969E49DF}" type="slidenum">
              <a:rPr lang="en-US" smtClean="0"/>
              <a:t>24</a:t>
            </a:fld>
            <a:endParaRPr lang="en-US" dirty="0"/>
          </a:p>
        </p:txBody>
      </p:sp>
      <p:sp>
        <p:nvSpPr>
          <p:cNvPr id="3" name="Espace réservé du pied de page 2">
            <a:extLst>
              <a:ext uri="{FF2B5EF4-FFF2-40B4-BE49-F238E27FC236}">
                <a16:creationId xmlns:a16="http://schemas.microsoft.com/office/drawing/2014/main" id="{E6AF1248-3A6E-42D2-971B-714971527A3D}"/>
              </a:ext>
            </a:extLst>
          </p:cNvPr>
          <p:cNvSpPr>
            <a:spLocks noGrp="1"/>
          </p:cNvSpPr>
          <p:nvPr>
            <p:ph type="ftr" sz="quarter" idx="11"/>
          </p:nvPr>
        </p:nvSpPr>
        <p:spPr/>
        <p:txBody>
          <a:bodyPr/>
          <a:lstStyle/>
          <a:p>
            <a:r>
              <a:rPr lang="en-US"/>
              <a:t>Introduction aux tests logiciel</a:t>
            </a:r>
            <a:endParaRPr lang="en-US" dirty="0"/>
          </a:p>
        </p:txBody>
      </p:sp>
      <p:sp>
        <p:nvSpPr>
          <p:cNvPr id="28" name="ZoneTexte 27">
            <a:extLst>
              <a:ext uri="{FF2B5EF4-FFF2-40B4-BE49-F238E27FC236}">
                <a16:creationId xmlns:a16="http://schemas.microsoft.com/office/drawing/2014/main" id="{24F3CAA0-1F2D-4893-A0B8-C1B04E6414E0}"/>
              </a:ext>
            </a:extLst>
          </p:cNvPr>
          <p:cNvSpPr txBox="1"/>
          <p:nvPr/>
        </p:nvSpPr>
        <p:spPr>
          <a:xfrm>
            <a:off x="798787" y="1245070"/>
            <a:ext cx="11393213" cy="4275851"/>
          </a:xfrm>
          <a:prstGeom prst="rect">
            <a:avLst/>
          </a:prstGeom>
          <a:noFill/>
        </p:spPr>
        <p:txBody>
          <a:bodyPr wrap="square">
            <a:spAutoFit/>
          </a:bodyPr>
          <a:lstStyle/>
          <a:p>
            <a:pPr marL="27305" indent="-6350">
              <a:lnSpc>
                <a:spcPct val="200000"/>
              </a:lnSpc>
              <a:spcAft>
                <a:spcPts val="575"/>
              </a:spcAft>
            </a:pPr>
            <a:r>
              <a:rPr lang="fr-BF" sz="2300" b="1" i="1" dirty="0">
                <a:solidFill>
                  <a:srgbClr val="FF0000"/>
                </a:solidFill>
                <a:latin typeface="Comic Sans MS" panose="030F0702030302020204" pitchFamily="66" charset="0"/>
              </a:rPr>
              <a:t>Un métier à part entière</a:t>
            </a:r>
          </a:p>
          <a:p>
            <a:pPr marL="1127125" lvl="1" indent="-457200" algn="just">
              <a:lnSpc>
                <a:spcPct val="200000"/>
              </a:lnSpc>
              <a:spcAft>
                <a:spcPts val="560"/>
              </a:spcAft>
              <a:buFont typeface="Courier New" panose="02070309020205020404" pitchFamily="49" charset="0"/>
              <a:buChar char="o"/>
            </a:pPr>
            <a:r>
              <a:rPr lang="fr-BF" sz="2800" dirty="0">
                <a:latin typeface="Comic Sans MS" panose="030F0702030302020204" pitchFamily="66" charset="0"/>
              </a:rPr>
              <a:t>Seule activité dans le cycle de développement où l'on peut voir toutes les fonctionnalités d'un produit.</a:t>
            </a:r>
          </a:p>
          <a:p>
            <a:pPr marL="1127125" marR="1697990" lvl="1" indent="-457200" algn="just">
              <a:lnSpc>
                <a:spcPct val="200000"/>
              </a:lnSpc>
              <a:spcAft>
                <a:spcPts val="25"/>
              </a:spcAft>
              <a:buFont typeface="Courier New" panose="02070309020205020404" pitchFamily="49" charset="0"/>
              <a:buChar char="o"/>
            </a:pPr>
            <a:r>
              <a:rPr lang="fr-BF" sz="2800" dirty="0">
                <a:latin typeface="Comic Sans MS" panose="030F0702030302020204" pitchFamily="66" charset="0"/>
              </a:rPr>
              <a:t>Différent des développeurs spécialisés,  </a:t>
            </a:r>
            <a:endParaRPr lang="fr-FR" sz="2800" dirty="0">
              <a:latin typeface="Comic Sans MS" panose="030F0702030302020204" pitchFamily="66" charset="0"/>
            </a:endParaRPr>
          </a:p>
          <a:p>
            <a:pPr marL="1127125" marR="1697990" lvl="1" indent="-457200" algn="just">
              <a:lnSpc>
                <a:spcPct val="200000"/>
              </a:lnSpc>
              <a:spcAft>
                <a:spcPts val="25"/>
              </a:spcAft>
              <a:buFont typeface="Courier New" panose="02070309020205020404" pitchFamily="49" charset="0"/>
              <a:buChar char="o"/>
            </a:pPr>
            <a:r>
              <a:rPr lang="fr-BF" sz="2800" dirty="0">
                <a:latin typeface="Comic Sans MS" panose="030F0702030302020204" pitchFamily="66" charset="0"/>
              </a:rPr>
              <a:t>demande rigueur et compétence</a:t>
            </a:r>
          </a:p>
        </p:txBody>
      </p:sp>
    </p:spTree>
    <p:extLst>
      <p:ext uri="{BB962C8B-B14F-4D97-AF65-F5344CB8AC3E}">
        <p14:creationId xmlns:p14="http://schemas.microsoft.com/office/powerpoint/2010/main" val="11030203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2DDD56DF-3E5A-480E-A2AA-1BC3A181812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grpSp>
        <p:nvGrpSpPr>
          <p:cNvPr id="6" name="Group 10874">
            <a:extLst>
              <a:ext uri="{FF2B5EF4-FFF2-40B4-BE49-F238E27FC236}">
                <a16:creationId xmlns:a16="http://schemas.microsoft.com/office/drawing/2014/main" id="{DF2223EF-692A-4DAD-9E26-41C37300EFBA}"/>
              </a:ext>
            </a:extLst>
          </p:cNvPr>
          <p:cNvGrpSpPr/>
          <p:nvPr/>
        </p:nvGrpSpPr>
        <p:grpSpPr>
          <a:xfrm>
            <a:off x="2144206" y="690968"/>
            <a:ext cx="8035290" cy="0"/>
            <a:chOff x="0" y="0"/>
            <a:chExt cx="8035862" cy="1"/>
          </a:xfrm>
        </p:grpSpPr>
        <p:sp>
          <p:nvSpPr>
            <p:cNvPr id="7" name="Shape 38">
              <a:extLst>
                <a:ext uri="{FF2B5EF4-FFF2-40B4-BE49-F238E27FC236}">
                  <a16:creationId xmlns:a16="http://schemas.microsoft.com/office/drawing/2014/main" id="{1F2821A6-165A-4180-8F45-0692F4043801}"/>
                </a:ext>
              </a:extLst>
            </p:cNvPr>
            <p:cNvSpPr/>
            <p:nvPr/>
          </p:nvSpPr>
          <p:spPr>
            <a:xfrm>
              <a:off x="0" y="0"/>
              <a:ext cx="8035862" cy="1"/>
            </a:xfrm>
            <a:custGeom>
              <a:avLst/>
              <a:gdLst/>
              <a:ahLst/>
              <a:cxnLst/>
              <a:rect l="0" t="0" r="0" b="0"/>
              <a:pathLst>
                <a:path w="8035862" h="1">
                  <a:moveTo>
                    <a:pt x="0" y="0"/>
                  </a:moveTo>
                  <a:lnTo>
                    <a:pt x="8035862" y="1"/>
                  </a:lnTo>
                </a:path>
              </a:pathLst>
            </a:custGeom>
            <a:ln w="12700" cap="flat">
              <a:round/>
            </a:ln>
          </p:spPr>
          <p:style>
            <a:lnRef idx="1">
              <a:srgbClr val="D34817"/>
            </a:lnRef>
            <a:fillRef idx="0">
              <a:srgbClr val="000000">
                <a:alpha val="0"/>
              </a:srgbClr>
            </a:fillRef>
            <a:effectRef idx="0">
              <a:scrgbClr r="0" g="0" b="0"/>
            </a:effectRef>
            <a:fontRef idx="none"/>
          </p:style>
          <p:txBody>
            <a:bodyPr/>
            <a:lstStyle/>
            <a:p>
              <a:endParaRPr lang="fr-FR"/>
            </a:p>
          </p:txBody>
        </p:sp>
      </p:grpSp>
      <p:graphicFrame>
        <p:nvGraphicFramePr>
          <p:cNvPr id="8" name="Tableau 7">
            <a:extLst>
              <a:ext uri="{FF2B5EF4-FFF2-40B4-BE49-F238E27FC236}">
                <a16:creationId xmlns:a16="http://schemas.microsoft.com/office/drawing/2014/main" id="{0C7C65B0-B555-4899-8EEB-F830590BC84A}"/>
              </a:ext>
            </a:extLst>
          </p:cNvPr>
          <p:cNvGraphicFramePr>
            <a:graphicFrameLocks noGrp="1"/>
          </p:cNvGraphicFramePr>
          <p:nvPr/>
        </p:nvGraphicFramePr>
        <p:xfrm>
          <a:off x="1719943" y="6437022"/>
          <a:ext cx="9601200" cy="378342"/>
        </p:xfrm>
        <a:graphic>
          <a:graphicData uri="http://schemas.openxmlformats.org/drawingml/2006/table">
            <a:tbl>
              <a:tblPr firstRow="1" firstCol="1" bandRow="1">
                <a:tableStyleId>{5C22544A-7EE6-4342-B048-85BDC9FD1C3A}</a:tableStyleId>
              </a:tblPr>
              <a:tblGrid>
                <a:gridCol w="9274337">
                  <a:extLst>
                    <a:ext uri="{9D8B030D-6E8A-4147-A177-3AD203B41FA5}">
                      <a16:colId xmlns:a16="http://schemas.microsoft.com/office/drawing/2014/main" val="2180616800"/>
                    </a:ext>
                  </a:extLst>
                </a:gridCol>
                <a:gridCol w="326863">
                  <a:extLst>
                    <a:ext uri="{9D8B030D-6E8A-4147-A177-3AD203B41FA5}">
                      <a16:colId xmlns:a16="http://schemas.microsoft.com/office/drawing/2014/main" val="3414485615"/>
                    </a:ext>
                  </a:extLst>
                </a:gridCol>
              </a:tblGrid>
              <a:tr h="378342">
                <a:tc>
                  <a:txBody>
                    <a:bodyPr/>
                    <a:lstStyle/>
                    <a:p>
                      <a:pPr marL="1184910" algn="ctr">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tc>
                  <a:txBody>
                    <a:bodyPr/>
                    <a:lstStyle/>
                    <a:p>
                      <a:pPr algn="l">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extLst>
                  <a:ext uri="{0D108BD9-81ED-4DB2-BD59-A6C34878D82A}">
                    <a16:rowId xmlns:a16="http://schemas.microsoft.com/office/drawing/2014/main" val="1343998695"/>
                  </a:ext>
                </a:extLst>
              </a:tr>
            </a:tbl>
          </a:graphicData>
        </a:graphic>
      </p:graphicFrame>
      <p:sp>
        <p:nvSpPr>
          <p:cNvPr id="9" name="ZoneTexte 8">
            <a:extLst>
              <a:ext uri="{FF2B5EF4-FFF2-40B4-BE49-F238E27FC236}">
                <a16:creationId xmlns:a16="http://schemas.microsoft.com/office/drawing/2014/main" id="{D10C8AC0-95C3-44BB-AC40-C4B9D515BA75}"/>
              </a:ext>
            </a:extLst>
          </p:cNvPr>
          <p:cNvSpPr txBox="1"/>
          <p:nvPr/>
        </p:nvSpPr>
        <p:spPr>
          <a:xfrm>
            <a:off x="2893564" y="84976"/>
            <a:ext cx="6098058" cy="584775"/>
          </a:xfrm>
          <a:prstGeom prst="rect">
            <a:avLst/>
          </a:prstGeom>
          <a:noFill/>
        </p:spPr>
        <p:txBody>
          <a:bodyPr wrap="square">
            <a:spAutoFit/>
          </a:bodyPr>
          <a:lstStyle/>
          <a:p>
            <a:pPr algn="ctr"/>
            <a:r>
              <a:rPr lang="fr-FR" sz="3200" b="1" dirty="0">
                <a:solidFill>
                  <a:srgbClr val="841A14"/>
                </a:solidFill>
                <a:latin typeface="Comic Sans MS" panose="030F0702030302020204" pitchFamily="66" charset="0"/>
              </a:rPr>
              <a:t>Le métier du testeur!</a:t>
            </a:r>
          </a:p>
        </p:txBody>
      </p:sp>
      <p:sp>
        <p:nvSpPr>
          <p:cNvPr id="5" name="Espace réservé du numéro de diapositive 4">
            <a:extLst>
              <a:ext uri="{FF2B5EF4-FFF2-40B4-BE49-F238E27FC236}">
                <a16:creationId xmlns:a16="http://schemas.microsoft.com/office/drawing/2014/main" id="{212A2602-0B3E-4358-B016-A799231FFE2C}"/>
              </a:ext>
            </a:extLst>
          </p:cNvPr>
          <p:cNvSpPr>
            <a:spLocks noGrp="1"/>
          </p:cNvSpPr>
          <p:nvPr>
            <p:ph type="sldNum" sz="quarter" idx="12"/>
          </p:nvPr>
        </p:nvSpPr>
        <p:spPr/>
        <p:txBody>
          <a:bodyPr/>
          <a:lstStyle/>
          <a:p>
            <a:fld id="{69E57DC2-970A-4B3E-BB1C-7A09969E49DF}" type="slidenum">
              <a:rPr lang="en-US" smtClean="0"/>
              <a:t>25</a:t>
            </a:fld>
            <a:endParaRPr lang="en-US" dirty="0"/>
          </a:p>
        </p:txBody>
      </p:sp>
      <p:sp>
        <p:nvSpPr>
          <p:cNvPr id="3" name="Espace réservé du pied de page 2">
            <a:extLst>
              <a:ext uri="{FF2B5EF4-FFF2-40B4-BE49-F238E27FC236}">
                <a16:creationId xmlns:a16="http://schemas.microsoft.com/office/drawing/2014/main" id="{E6AF1248-3A6E-42D2-971B-714971527A3D}"/>
              </a:ext>
            </a:extLst>
          </p:cNvPr>
          <p:cNvSpPr>
            <a:spLocks noGrp="1"/>
          </p:cNvSpPr>
          <p:nvPr>
            <p:ph type="ftr" sz="quarter" idx="11"/>
          </p:nvPr>
        </p:nvSpPr>
        <p:spPr/>
        <p:txBody>
          <a:bodyPr/>
          <a:lstStyle/>
          <a:p>
            <a:r>
              <a:rPr lang="en-US"/>
              <a:t>Introduction aux tests logiciel</a:t>
            </a:r>
            <a:endParaRPr lang="en-US" dirty="0"/>
          </a:p>
        </p:txBody>
      </p:sp>
      <p:sp>
        <p:nvSpPr>
          <p:cNvPr id="14" name="ZoneTexte 13">
            <a:extLst>
              <a:ext uri="{FF2B5EF4-FFF2-40B4-BE49-F238E27FC236}">
                <a16:creationId xmlns:a16="http://schemas.microsoft.com/office/drawing/2014/main" id="{4B344D8F-07E2-43E3-90DE-A3F58C8C3407}"/>
              </a:ext>
            </a:extLst>
          </p:cNvPr>
          <p:cNvSpPr txBox="1"/>
          <p:nvPr/>
        </p:nvSpPr>
        <p:spPr>
          <a:xfrm>
            <a:off x="420415" y="754727"/>
            <a:ext cx="12938234" cy="5137625"/>
          </a:xfrm>
          <a:prstGeom prst="rect">
            <a:avLst/>
          </a:prstGeom>
          <a:noFill/>
        </p:spPr>
        <p:txBody>
          <a:bodyPr wrap="square">
            <a:spAutoFit/>
          </a:bodyPr>
          <a:lstStyle/>
          <a:p>
            <a:pPr marL="669925" marR="1697990" indent="-457200" algn="just">
              <a:lnSpc>
                <a:spcPct val="200000"/>
              </a:lnSpc>
              <a:spcAft>
                <a:spcPts val="25"/>
              </a:spcAft>
              <a:buFont typeface="Courier New" panose="02070309020205020404" pitchFamily="49" charset="0"/>
              <a:buChar char="o"/>
            </a:pPr>
            <a:r>
              <a:rPr lang="fr-BF" sz="2800" dirty="0">
                <a:latin typeface="Comic Sans MS" panose="030F0702030302020204" pitchFamily="66" charset="0"/>
              </a:rPr>
              <a:t>C'est une activité créatrice:</a:t>
            </a:r>
            <a:endParaRPr lang="fr-FR" sz="2800" dirty="0">
              <a:latin typeface="Comic Sans MS" panose="030F0702030302020204" pitchFamily="66" charset="0"/>
            </a:endParaRPr>
          </a:p>
          <a:p>
            <a:pPr marL="1584325" marR="1697990" lvl="2" indent="-457200" algn="just">
              <a:lnSpc>
                <a:spcPct val="200000"/>
              </a:lnSpc>
              <a:spcAft>
                <a:spcPts val="25"/>
              </a:spcAft>
              <a:buFont typeface="Arial" panose="020B0604020202020204" pitchFamily="34" charset="0"/>
              <a:buChar char="•"/>
            </a:pPr>
            <a:r>
              <a:rPr lang="fr-BF" sz="2800" dirty="0">
                <a:latin typeface="Comic Sans MS" panose="030F0702030302020204" pitchFamily="66" charset="0"/>
              </a:rPr>
              <a:t>il faut imaginer les scenarii pouvant mettre le</a:t>
            </a:r>
            <a:r>
              <a:rPr lang="fr-FR" sz="2800" dirty="0">
                <a:latin typeface="Comic Sans MS" panose="030F0702030302020204" pitchFamily="66" charset="0"/>
              </a:rPr>
              <a:t> </a:t>
            </a:r>
            <a:r>
              <a:rPr lang="fr-BF" sz="2800" dirty="0">
                <a:latin typeface="Comic Sans MS" panose="030F0702030302020204" pitchFamily="66" charset="0"/>
              </a:rPr>
              <a:t>logiciel en défaut,</a:t>
            </a:r>
            <a:endParaRPr lang="fr-FR" sz="2800" dirty="0">
              <a:latin typeface="Comic Sans MS" panose="030F0702030302020204" pitchFamily="66" charset="0"/>
            </a:endParaRPr>
          </a:p>
          <a:p>
            <a:pPr marL="1584325" marR="1697990" lvl="2" indent="-457200" algn="just">
              <a:lnSpc>
                <a:spcPct val="200000"/>
              </a:lnSpc>
              <a:spcAft>
                <a:spcPts val="25"/>
              </a:spcAft>
              <a:buFont typeface="Arial" panose="020B0604020202020204" pitchFamily="34" charset="0"/>
              <a:buChar char="•"/>
            </a:pPr>
            <a:r>
              <a:rPr lang="fr-BF" sz="2800" dirty="0">
                <a:latin typeface="Comic Sans MS" panose="030F0702030302020204" pitchFamily="66" charset="0"/>
              </a:rPr>
              <a:t>il faut imaginer les bancs de tests, les</a:t>
            </a:r>
            <a:r>
              <a:rPr lang="fr-FR" sz="2800" dirty="0">
                <a:latin typeface="Comic Sans MS" panose="030F0702030302020204" pitchFamily="66" charset="0"/>
              </a:rPr>
              <a:t> </a:t>
            </a:r>
            <a:r>
              <a:rPr lang="fr-BF" sz="2800" dirty="0">
                <a:latin typeface="Comic Sans MS" panose="030F0702030302020204" pitchFamily="66" charset="0"/>
              </a:rPr>
              <a:t>environnements </a:t>
            </a:r>
            <a:r>
              <a:rPr lang="fr-FR" sz="2800" dirty="0">
                <a:latin typeface="Comic Sans MS" panose="030F0702030302020204" pitchFamily="66" charset="0"/>
              </a:rPr>
              <a:t>	</a:t>
            </a:r>
            <a:r>
              <a:rPr lang="fr-BF" sz="2800" dirty="0">
                <a:latin typeface="Comic Sans MS" panose="030F0702030302020204" pitchFamily="66" charset="0"/>
              </a:rPr>
              <a:t>de simulations (logiciel de conduite de train, de contrôle </a:t>
            </a:r>
            <a:r>
              <a:rPr lang="fr-FR" sz="2800" dirty="0">
                <a:latin typeface="Comic Sans MS" panose="030F0702030302020204" pitchFamily="66" charset="0"/>
              </a:rPr>
              <a:t>		</a:t>
            </a:r>
            <a:r>
              <a:rPr lang="fr-BF" sz="2800" dirty="0">
                <a:latin typeface="Comic Sans MS" panose="030F0702030302020204" pitchFamily="66" charset="0"/>
              </a:rPr>
              <a:t>des commandes</a:t>
            </a:r>
            <a:r>
              <a:rPr lang="fr-FR" sz="2800" dirty="0">
                <a:latin typeface="Comic Sans MS" panose="030F0702030302020204" pitchFamily="66" charset="0"/>
              </a:rPr>
              <a:t> </a:t>
            </a:r>
            <a:r>
              <a:rPr lang="fr-BF" sz="2800" dirty="0">
                <a:latin typeface="Comic Sans MS" panose="030F0702030302020204" pitchFamily="66" charset="0"/>
              </a:rPr>
              <a:t>de vol  comment faire ?) </a:t>
            </a:r>
            <a:endParaRPr lang="fr-FR" sz="2800" dirty="0">
              <a:latin typeface="Comic Sans MS" panose="030F0702030302020204" pitchFamily="66" charset="0"/>
            </a:endParaRPr>
          </a:p>
        </p:txBody>
      </p:sp>
    </p:spTree>
    <p:extLst>
      <p:ext uri="{BB962C8B-B14F-4D97-AF65-F5344CB8AC3E}">
        <p14:creationId xmlns:p14="http://schemas.microsoft.com/office/powerpoint/2010/main" val="3705634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2DDD56DF-3E5A-480E-A2AA-1BC3A181812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grpSp>
        <p:nvGrpSpPr>
          <p:cNvPr id="6" name="Group 10874">
            <a:extLst>
              <a:ext uri="{FF2B5EF4-FFF2-40B4-BE49-F238E27FC236}">
                <a16:creationId xmlns:a16="http://schemas.microsoft.com/office/drawing/2014/main" id="{DF2223EF-692A-4DAD-9E26-41C37300EFBA}"/>
              </a:ext>
            </a:extLst>
          </p:cNvPr>
          <p:cNvGrpSpPr/>
          <p:nvPr/>
        </p:nvGrpSpPr>
        <p:grpSpPr>
          <a:xfrm>
            <a:off x="2235592" y="787168"/>
            <a:ext cx="8035290" cy="0"/>
            <a:chOff x="0" y="0"/>
            <a:chExt cx="8035862" cy="1"/>
          </a:xfrm>
        </p:grpSpPr>
        <p:sp>
          <p:nvSpPr>
            <p:cNvPr id="7" name="Shape 38">
              <a:extLst>
                <a:ext uri="{FF2B5EF4-FFF2-40B4-BE49-F238E27FC236}">
                  <a16:creationId xmlns:a16="http://schemas.microsoft.com/office/drawing/2014/main" id="{1F2821A6-165A-4180-8F45-0692F4043801}"/>
                </a:ext>
              </a:extLst>
            </p:cNvPr>
            <p:cNvSpPr/>
            <p:nvPr/>
          </p:nvSpPr>
          <p:spPr>
            <a:xfrm>
              <a:off x="0" y="0"/>
              <a:ext cx="8035862" cy="1"/>
            </a:xfrm>
            <a:custGeom>
              <a:avLst/>
              <a:gdLst/>
              <a:ahLst/>
              <a:cxnLst/>
              <a:rect l="0" t="0" r="0" b="0"/>
              <a:pathLst>
                <a:path w="8035862" h="1">
                  <a:moveTo>
                    <a:pt x="0" y="0"/>
                  </a:moveTo>
                  <a:lnTo>
                    <a:pt x="8035862" y="1"/>
                  </a:lnTo>
                </a:path>
              </a:pathLst>
            </a:custGeom>
            <a:ln w="12700" cap="flat">
              <a:round/>
            </a:ln>
          </p:spPr>
          <p:style>
            <a:lnRef idx="1">
              <a:srgbClr val="D34817"/>
            </a:lnRef>
            <a:fillRef idx="0">
              <a:srgbClr val="000000">
                <a:alpha val="0"/>
              </a:srgbClr>
            </a:fillRef>
            <a:effectRef idx="0">
              <a:scrgbClr r="0" g="0" b="0"/>
            </a:effectRef>
            <a:fontRef idx="none"/>
          </p:style>
          <p:txBody>
            <a:bodyPr/>
            <a:lstStyle/>
            <a:p>
              <a:endParaRPr lang="fr-FR"/>
            </a:p>
          </p:txBody>
        </p:sp>
      </p:grpSp>
      <p:graphicFrame>
        <p:nvGraphicFramePr>
          <p:cNvPr id="8" name="Tableau 7">
            <a:extLst>
              <a:ext uri="{FF2B5EF4-FFF2-40B4-BE49-F238E27FC236}">
                <a16:creationId xmlns:a16="http://schemas.microsoft.com/office/drawing/2014/main" id="{0C7C65B0-B555-4899-8EEB-F830590BC84A}"/>
              </a:ext>
            </a:extLst>
          </p:cNvPr>
          <p:cNvGraphicFramePr>
            <a:graphicFrameLocks noGrp="1"/>
          </p:cNvGraphicFramePr>
          <p:nvPr/>
        </p:nvGraphicFramePr>
        <p:xfrm>
          <a:off x="1719943" y="6437022"/>
          <a:ext cx="9601200" cy="378342"/>
        </p:xfrm>
        <a:graphic>
          <a:graphicData uri="http://schemas.openxmlformats.org/drawingml/2006/table">
            <a:tbl>
              <a:tblPr firstRow="1" firstCol="1" bandRow="1">
                <a:tableStyleId>{5C22544A-7EE6-4342-B048-85BDC9FD1C3A}</a:tableStyleId>
              </a:tblPr>
              <a:tblGrid>
                <a:gridCol w="9274337">
                  <a:extLst>
                    <a:ext uri="{9D8B030D-6E8A-4147-A177-3AD203B41FA5}">
                      <a16:colId xmlns:a16="http://schemas.microsoft.com/office/drawing/2014/main" val="2180616800"/>
                    </a:ext>
                  </a:extLst>
                </a:gridCol>
                <a:gridCol w="326863">
                  <a:extLst>
                    <a:ext uri="{9D8B030D-6E8A-4147-A177-3AD203B41FA5}">
                      <a16:colId xmlns:a16="http://schemas.microsoft.com/office/drawing/2014/main" val="3414485615"/>
                    </a:ext>
                  </a:extLst>
                </a:gridCol>
              </a:tblGrid>
              <a:tr h="378342">
                <a:tc>
                  <a:txBody>
                    <a:bodyPr/>
                    <a:lstStyle/>
                    <a:p>
                      <a:pPr marL="1184910" algn="ctr">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tc>
                  <a:txBody>
                    <a:bodyPr/>
                    <a:lstStyle/>
                    <a:p>
                      <a:pPr algn="l">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extLst>
                  <a:ext uri="{0D108BD9-81ED-4DB2-BD59-A6C34878D82A}">
                    <a16:rowId xmlns:a16="http://schemas.microsoft.com/office/drawing/2014/main" val="1343998695"/>
                  </a:ext>
                </a:extLst>
              </a:tr>
            </a:tbl>
          </a:graphicData>
        </a:graphic>
      </p:graphicFrame>
      <p:sp>
        <p:nvSpPr>
          <p:cNvPr id="9" name="ZoneTexte 8">
            <a:extLst>
              <a:ext uri="{FF2B5EF4-FFF2-40B4-BE49-F238E27FC236}">
                <a16:creationId xmlns:a16="http://schemas.microsoft.com/office/drawing/2014/main" id="{D10C8AC0-95C3-44BB-AC40-C4B9D515BA75}"/>
              </a:ext>
            </a:extLst>
          </p:cNvPr>
          <p:cNvSpPr txBox="1"/>
          <p:nvPr/>
        </p:nvSpPr>
        <p:spPr>
          <a:xfrm>
            <a:off x="2984950" y="181176"/>
            <a:ext cx="6098058" cy="584775"/>
          </a:xfrm>
          <a:prstGeom prst="rect">
            <a:avLst/>
          </a:prstGeom>
          <a:noFill/>
        </p:spPr>
        <p:txBody>
          <a:bodyPr wrap="square">
            <a:spAutoFit/>
          </a:bodyPr>
          <a:lstStyle/>
          <a:p>
            <a:pPr algn="ctr"/>
            <a:r>
              <a:rPr lang="fr-FR" sz="3200" b="1" dirty="0">
                <a:solidFill>
                  <a:srgbClr val="841A14"/>
                </a:solidFill>
                <a:latin typeface="Comic Sans MS" panose="030F0702030302020204" pitchFamily="66" charset="0"/>
              </a:rPr>
              <a:t>Le métier du testeur!</a:t>
            </a:r>
          </a:p>
        </p:txBody>
      </p:sp>
      <p:sp>
        <p:nvSpPr>
          <p:cNvPr id="5" name="Espace réservé du numéro de diapositive 4">
            <a:extLst>
              <a:ext uri="{FF2B5EF4-FFF2-40B4-BE49-F238E27FC236}">
                <a16:creationId xmlns:a16="http://schemas.microsoft.com/office/drawing/2014/main" id="{212A2602-0B3E-4358-B016-A799231FFE2C}"/>
              </a:ext>
            </a:extLst>
          </p:cNvPr>
          <p:cNvSpPr>
            <a:spLocks noGrp="1"/>
          </p:cNvSpPr>
          <p:nvPr>
            <p:ph type="sldNum" sz="quarter" idx="12"/>
          </p:nvPr>
        </p:nvSpPr>
        <p:spPr/>
        <p:txBody>
          <a:bodyPr/>
          <a:lstStyle/>
          <a:p>
            <a:fld id="{69E57DC2-970A-4B3E-BB1C-7A09969E49DF}" type="slidenum">
              <a:rPr lang="en-US" smtClean="0"/>
              <a:t>26</a:t>
            </a:fld>
            <a:endParaRPr lang="en-US" dirty="0"/>
          </a:p>
        </p:txBody>
      </p:sp>
      <p:sp>
        <p:nvSpPr>
          <p:cNvPr id="3" name="Espace réservé du pied de page 2">
            <a:extLst>
              <a:ext uri="{FF2B5EF4-FFF2-40B4-BE49-F238E27FC236}">
                <a16:creationId xmlns:a16="http://schemas.microsoft.com/office/drawing/2014/main" id="{E6AF1248-3A6E-42D2-971B-714971527A3D}"/>
              </a:ext>
            </a:extLst>
          </p:cNvPr>
          <p:cNvSpPr>
            <a:spLocks noGrp="1"/>
          </p:cNvSpPr>
          <p:nvPr>
            <p:ph type="ftr" sz="quarter" idx="11"/>
          </p:nvPr>
        </p:nvSpPr>
        <p:spPr/>
        <p:txBody>
          <a:bodyPr/>
          <a:lstStyle/>
          <a:p>
            <a:r>
              <a:rPr lang="en-US"/>
              <a:t>Introduction aux tests logiciel</a:t>
            </a:r>
            <a:endParaRPr lang="en-US" dirty="0"/>
          </a:p>
        </p:txBody>
      </p:sp>
      <p:sp>
        <p:nvSpPr>
          <p:cNvPr id="53" name="ZoneTexte 52">
            <a:extLst>
              <a:ext uri="{FF2B5EF4-FFF2-40B4-BE49-F238E27FC236}">
                <a16:creationId xmlns:a16="http://schemas.microsoft.com/office/drawing/2014/main" id="{4976A52D-2AC1-472F-9209-AE7DE635AA5E}"/>
              </a:ext>
            </a:extLst>
          </p:cNvPr>
          <p:cNvSpPr txBox="1"/>
          <p:nvPr/>
        </p:nvSpPr>
        <p:spPr>
          <a:xfrm>
            <a:off x="1002611" y="1117137"/>
            <a:ext cx="11035863" cy="4275851"/>
          </a:xfrm>
          <a:prstGeom prst="rect">
            <a:avLst/>
          </a:prstGeom>
          <a:noFill/>
        </p:spPr>
        <p:txBody>
          <a:bodyPr wrap="square">
            <a:spAutoFit/>
          </a:bodyPr>
          <a:lstStyle/>
          <a:p>
            <a:pPr marL="457200" indent="-457200">
              <a:lnSpc>
                <a:spcPct val="200000"/>
              </a:lnSpc>
              <a:buFont typeface="Courier New" panose="02070309020205020404" pitchFamily="49" charset="0"/>
              <a:buChar char="o"/>
            </a:pPr>
            <a:r>
              <a:rPr lang="fr-BF" sz="2800" dirty="0">
                <a:latin typeface="Comic Sans MS" panose="030F0702030302020204" pitchFamily="66" charset="0"/>
              </a:rPr>
              <a:t>Mais c'est une activité mal perçue:</a:t>
            </a:r>
          </a:p>
          <a:p>
            <a:pPr marL="1371600" lvl="2" indent="-457200">
              <a:lnSpc>
                <a:spcPct val="200000"/>
              </a:lnSpc>
              <a:buFont typeface="Arial" panose="020B0604020202020204" pitchFamily="34" charset="0"/>
              <a:buChar char="•"/>
            </a:pPr>
            <a:r>
              <a:rPr lang="fr-BF" sz="2800" dirty="0">
                <a:latin typeface="Comic Sans MS" panose="030F0702030302020204" pitchFamily="66" charset="0"/>
              </a:rPr>
              <a:t>le testeur est en fin de chaîne</a:t>
            </a:r>
            <a:r>
              <a:rPr lang="fr-FR" sz="2800" dirty="0">
                <a:latin typeface="Comic Sans MS" panose="030F0702030302020204" pitchFamily="66" charset="0"/>
              </a:rPr>
              <a:t> =&gt;</a:t>
            </a:r>
            <a:r>
              <a:rPr lang="fr-BF" sz="2800" dirty="0">
                <a:latin typeface="Comic Sans MS" panose="030F0702030302020204" pitchFamily="66" charset="0"/>
              </a:rPr>
              <a:t> retards</a:t>
            </a:r>
            <a:r>
              <a:rPr lang="fr-FR" sz="2800" dirty="0">
                <a:latin typeface="Comic Sans MS" panose="030F0702030302020204" pitchFamily="66" charset="0"/>
              </a:rPr>
              <a:t>,</a:t>
            </a:r>
            <a:r>
              <a:rPr lang="fr-BF" sz="2800" dirty="0">
                <a:latin typeface="Comic Sans MS" panose="030F0702030302020204" pitchFamily="66" charset="0"/>
              </a:rPr>
              <a:t>   </a:t>
            </a:r>
            <a:endParaRPr lang="fr-FR" sz="2800" dirty="0">
              <a:latin typeface="Comic Sans MS" panose="030F0702030302020204" pitchFamily="66" charset="0"/>
            </a:endParaRPr>
          </a:p>
          <a:p>
            <a:pPr marL="1371600" lvl="2" indent="-457200">
              <a:lnSpc>
                <a:spcPct val="200000"/>
              </a:lnSpc>
              <a:buFont typeface="Arial" panose="020B0604020202020204" pitchFamily="34" charset="0"/>
              <a:buChar char="•"/>
            </a:pPr>
            <a:r>
              <a:rPr lang="fr-BF" sz="2800" dirty="0">
                <a:latin typeface="Comic Sans MS" panose="030F0702030302020204" pitchFamily="66" charset="0"/>
              </a:rPr>
              <a:t>certains tests sont répétitifs</a:t>
            </a:r>
            <a:r>
              <a:rPr lang="fr-FR" sz="2800" dirty="0">
                <a:latin typeface="Comic Sans MS" panose="030F0702030302020204" pitchFamily="66" charset="0"/>
              </a:rPr>
              <a:t>,</a:t>
            </a:r>
            <a:r>
              <a:rPr lang="fr-BF" sz="2800" dirty="0">
                <a:latin typeface="Comic Sans MS" panose="030F0702030302020204" pitchFamily="66" charset="0"/>
              </a:rPr>
              <a:t>   </a:t>
            </a:r>
            <a:endParaRPr lang="fr-FR" sz="2800" dirty="0">
              <a:latin typeface="Comic Sans MS" panose="030F0702030302020204" pitchFamily="66" charset="0"/>
            </a:endParaRPr>
          </a:p>
          <a:p>
            <a:pPr marL="1371600" lvl="2" indent="-457200">
              <a:lnSpc>
                <a:spcPct val="200000"/>
              </a:lnSpc>
              <a:buFont typeface="Arial" panose="020B0604020202020204" pitchFamily="34" charset="0"/>
              <a:buChar char="•"/>
            </a:pPr>
            <a:r>
              <a:rPr lang="fr-BF" sz="2800" dirty="0">
                <a:latin typeface="Comic Sans MS" panose="030F0702030302020204" pitchFamily="66" charset="0"/>
              </a:rPr>
              <a:t>mal considères par les développeurs</a:t>
            </a:r>
            <a:r>
              <a:rPr lang="fr-FR" sz="2800" dirty="0">
                <a:latin typeface="Comic Sans MS" panose="030F0702030302020204" pitchFamily="66" charset="0"/>
              </a:rPr>
              <a:t>,</a:t>
            </a:r>
          </a:p>
          <a:p>
            <a:pPr>
              <a:lnSpc>
                <a:spcPct val="200000"/>
              </a:lnSpc>
            </a:pPr>
            <a:r>
              <a:rPr lang="fr-BF" sz="2800" dirty="0">
                <a:latin typeface="Comic Sans MS" panose="030F0702030302020204" pitchFamily="66" charset="0"/>
              </a:rPr>
              <a:t>C'est pourtant une activité essentielle de R&amp;D</a:t>
            </a:r>
          </a:p>
        </p:txBody>
      </p:sp>
    </p:spTree>
    <p:extLst>
      <p:ext uri="{BB962C8B-B14F-4D97-AF65-F5344CB8AC3E}">
        <p14:creationId xmlns:p14="http://schemas.microsoft.com/office/powerpoint/2010/main" val="40411388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2DDD56DF-3E5A-480E-A2AA-1BC3A181812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grpSp>
        <p:nvGrpSpPr>
          <p:cNvPr id="6" name="Group 10874">
            <a:extLst>
              <a:ext uri="{FF2B5EF4-FFF2-40B4-BE49-F238E27FC236}">
                <a16:creationId xmlns:a16="http://schemas.microsoft.com/office/drawing/2014/main" id="{DF2223EF-692A-4DAD-9E26-41C37300EFBA}"/>
              </a:ext>
            </a:extLst>
          </p:cNvPr>
          <p:cNvGrpSpPr/>
          <p:nvPr/>
        </p:nvGrpSpPr>
        <p:grpSpPr>
          <a:xfrm>
            <a:off x="2035356" y="3787821"/>
            <a:ext cx="8035290" cy="0"/>
            <a:chOff x="0" y="0"/>
            <a:chExt cx="8035862" cy="1"/>
          </a:xfrm>
        </p:grpSpPr>
        <p:sp>
          <p:nvSpPr>
            <p:cNvPr id="7" name="Shape 38">
              <a:extLst>
                <a:ext uri="{FF2B5EF4-FFF2-40B4-BE49-F238E27FC236}">
                  <a16:creationId xmlns:a16="http://schemas.microsoft.com/office/drawing/2014/main" id="{1F2821A6-165A-4180-8F45-0692F4043801}"/>
                </a:ext>
              </a:extLst>
            </p:cNvPr>
            <p:cNvSpPr/>
            <p:nvPr/>
          </p:nvSpPr>
          <p:spPr>
            <a:xfrm>
              <a:off x="0" y="0"/>
              <a:ext cx="8035862" cy="1"/>
            </a:xfrm>
            <a:custGeom>
              <a:avLst/>
              <a:gdLst/>
              <a:ahLst/>
              <a:cxnLst/>
              <a:rect l="0" t="0" r="0" b="0"/>
              <a:pathLst>
                <a:path w="8035862" h="1">
                  <a:moveTo>
                    <a:pt x="0" y="0"/>
                  </a:moveTo>
                  <a:lnTo>
                    <a:pt x="8035862" y="1"/>
                  </a:lnTo>
                </a:path>
              </a:pathLst>
            </a:custGeom>
            <a:ln w="12700" cap="flat">
              <a:solidFill>
                <a:schemeClr val="accent1"/>
              </a:solidFill>
              <a:round/>
            </a:ln>
          </p:spPr>
          <p:style>
            <a:lnRef idx="1">
              <a:srgbClr val="D34817"/>
            </a:lnRef>
            <a:fillRef idx="0">
              <a:srgbClr val="000000">
                <a:alpha val="0"/>
              </a:srgbClr>
            </a:fillRef>
            <a:effectRef idx="0">
              <a:scrgbClr r="0" g="0" b="0"/>
            </a:effectRef>
            <a:fontRef idx="none"/>
          </p:style>
          <p:txBody>
            <a:bodyPr/>
            <a:lstStyle/>
            <a:p>
              <a:endParaRPr lang="fr-FR"/>
            </a:p>
          </p:txBody>
        </p:sp>
      </p:grpSp>
      <p:graphicFrame>
        <p:nvGraphicFramePr>
          <p:cNvPr id="8" name="Tableau 7">
            <a:extLst>
              <a:ext uri="{FF2B5EF4-FFF2-40B4-BE49-F238E27FC236}">
                <a16:creationId xmlns:a16="http://schemas.microsoft.com/office/drawing/2014/main" id="{0C7C65B0-B555-4899-8EEB-F830590BC84A}"/>
              </a:ext>
            </a:extLst>
          </p:cNvPr>
          <p:cNvGraphicFramePr>
            <a:graphicFrameLocks noGrp="1"/>
          </p:cNvGraphicFramePr>
          <p:nvPr/>
        </p:nvGraphicFramePr>
        <p:xfrm>
          <a:off x="1719943" y="6437022"/>
          <a:ext cx="9601200" cy="378342"/>
        </p:xfrm>
        <a:graphic>
          <a:graphicData uri="http://schemas.openxmlformats.org/drawingml/2006/table">
            <a:tbl>
              <a:tblPr firstRow="1" firstCol="1" bandRow="1">
                <a:tableStyleId>{5C22544A-7EE6-4342-B048-85BDC9FD1C3A}</a:tableStyleId>
              </a:tblPr>
              <a:tblGrid>
                <a:gridCol w="9274337">
                  <a:extLst>
                    <a:ext uri="{9D8B030D-6E8A-4147-A177-3AD203B41FA5}">
                      <a16:colId xmlns:a16="http://schemas.microsoft.com/office/drawing/2014/main" val="2180616800"/>
                    </a:ext>
                  </a:extLst>
                </a:gridCol>
                <a:gridCol w="326863">
                  <a:extLst>
                    <a:ext uri="{9D8B030D-6E8A-4147-A177-3AD203B41FA5}">
                      <a16:colId xmlns:a16="http://schemas.microsoft.com/office/drawing/2014/main" val="3414485615"/>
                    </a:ext>
                  </a:extLst>
                </a:gridCol>
              </a:tblGrid>
              <a:tr h="378342">
                <a:tc>
                  <a:txBody>
                    <a:bodyPr/>
                    <a:lstStyle/>
                    <a:p>
                      <a:pPr marL="1184910" algn="ctr">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tc>
                  <a:txBody>
                    <a:bodyPr/>
                    <a:lstStyle/>
                    <a:p>
                      <a:pPr algn="l">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extLst>
                  <a:ext uri="{0D108BD9-81ED-4DB2-BD59-A6C34878D82A}">
                    <a16:rowId xmlns:a16="http://schemas.microsoft.com/office/drawing/2014/main" val="1343998695"/>
                  </a:ext>
                </a:extLst>
              </a:tr>
            </a:tbl>
          </a:graphicData>
        </a:graphic>
      </p:graphicFrame>
      <p:sp>
        <p:nvSpPr>
          <p:cNvPr id="15" name="ZoneTexte 14">
            <a:extLst>
              <a:ext uri="{FF2B5EF4-FFF2-40B4-BE49-F238E27FC236}">
                <a16:creationId xmlns:a16="http://schemas.microsoft.com/office/drawing/2014/main" id="{3BA7FB43-B8A8-41A8-BCB4-2900EBC1673A}"/>
              </a:ext>
            </a:extLst>
          </p:cNvPr>
          <p:cNvSpPr txBox="1"/>
          <p:nvPr/>
        </p:nvSpPr>
        <p:spPr>
          <a:xfrm>
            <a:off x="2035357" y="2249097"/>
            <a:ext cx="7489644" cy="1446550"/>
          </a:xfrm>
          <a:prstGeom prst="rect">
            <a:avLst/>
          </a:prstGeom>
          <a:noFill/>
        </p:spPr>
        <p:txBody>
          <a:bodyPr wrap="square">
            <a:spAutoFit/>
          </a:bodyPr>
          <a:lstStyle/>
          <a:p>
            <a:pPr algn="ctr"/>
            <a:r>
              <a:rPr lang="fr-FR" sz="4400" b="1" dirty="0">
                <a:solidFill>
                  <a:srgbClr val="841A14"/>
                </a:solidFill>
                <a:latin typeface="Comic Sans MS" panose="030F0702030302020204" pitchFamily="66" charset="0"/>
              </a:rPr>
              <a:t>Quelques principes de base</a:t>
            </a:r>
          </a:p>
        </p:txBody>
      </p:sp>
      <p:sp>
        <p:nvSpPr>
          <p:cNvPr id="5" name="Espace réservé du numéro de diapositive 4">
            <a:extLst>
              <a:ext uri="{FF2B5EF4-FFF2-40B4-BE49-F238E27FC236}">
                <a16:creationId xmlns:a16="http://schemas.microsoft.com/office/drawing/2014/main" id="{CA53AEC5-5874-4EC1-9E7B-AAF490906E7B}"/>
              </a:ext>
            </a:extLst>
          </p:cNvPr>
          <p:cNvSpPr>
            <a:spLocks noGrp="1"/>
          </p:cNvSpPr>
          <p:nvPr>
            <p:ph type="sldNum" sz="quarter" idx="12"/>
          </p:nvPr>
        </p:nvSpPr>
        <p:spPr/>
        <p:txBody>
          <a:bodyPr/>
          <a:lstStyle/>
          <a:p>
            <a:fld id="{69E57DC2-970A-4B3E-BB1C-7A09969E49DF}" type="slidenum">
              <a:rPr lang="en-US" smtClean="0"/>
              <a:t>27</a:t>
            </a:fld>
            <a:endParaRPr lang="en-US" dirty="0"/>
          </a:p>
        </p:txBody>
      </p:sp>
      <p:sp>
        <p:nvSpPr>
          <p:cNvPr id="3" name="Espace réservé du pied de page 2">
            <a:extLst>
              <a:ext uri="{FF2B5EF4-FFF2-40B4-BE49-F238E27FC236}">
                <a16:creationId xmlns:a16="http://schemas.microsoft.com/office/drawing/2014/main" id="{C8FB54C7-9A53-43A7-BFBD-C90691D2ED38}"/>
              </a:ext>
            </a:extLst>
          </p:cNvPr>
          <p:cNvSpPr>
            <a:spLocks noGrp="1"/>
          </p:cNvSpPr>
          <p:nvPr>
            <p:ph type="ftr" sz="quarter" idx="11"/>
          </p:nvPr>
        </p:nvSpPr>
        <p:spPr/>
        <p:txBody>
          <a:bodyPr/>
          <a:lstStyle/>
          <a:p>
            <a:r>
              <a:rPr lang="en-US"/>
              <a:t>Introduction aux tests logiciel</a:t>
            </a:r>
            <a:endParaRPr lang="en-US" dirty="0"/>
          </a:p>
        </p:txBody>
      </p:sp>
    </p:spTree>
    <p:extLst>
      <p:ext uri="{BB962C8B-B14F-4D97-AF65-F5344CB8AC3E}">
        <p14:creationId xmlns:p14="http://schemas.microsoft.com/office/powerpoint/2010/main" val="9723850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2DDD56DF-3E5A-480E-A2AA-1BC3A181812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grpSp>
        <p:nvGrpSpPr>
          <p:cNvPr id="6" name="Group 10874">
            <a:extLst>
              <a:ext uri="{FF2B5EF4-FFF2-40B4-BE49-F238E27FC236}">
                <a16:creationId xmlns:a16="http://schemas.microsoft.com/office/drawing/2014/main" id="{DF2223EF-692A-4DAD-9E26-41C37300EFBA}"/>
              </a:ext>
            </a:extLst>
          </p:cNvPr>
          <p:cNvGrpSpPr/>
          <p:nvPr/>
        </p:nvGrpSpPr>
        <p:grpSpPr>
          <a:xfrm>
            <a:off x="2195332" y="1366541"/>
            <a:ext cx="8035290" cy="0"/>
            <a:chOff x="0" y="0"/>
            <a:chExt cx="8035862" cy="1"/>
          </a:xfrm>
        </p:grpSpPr>
        <p:sp>
          <p:nvSpPr>
            <p:cNvPr id="7" name="Shape 38">
              <a:extLst>
                <a:ext uri="{FF2B5EF4-FFF2-40B4-BE49-F238E27FC236}">
                  <a16:creationId xmlns:a16="http://schemas.microsoft.com/office/drawing/2014/main" id="{1F2821A6-165A-4180-8F45-0692F4043801}"/>
                </a:ext>
              </a:extLst>
            </p:cNvPr>
            <p:cNvSpPr/>
            <p:nvPr/>
          </p:nvSpPr>
          <p:spPr>
            <a:xfrm>
              <a:off x="0" y="0"/>
              <a:ext cx="8035862" cy="1"/>
            </a:xfrm>
            <a:custGeom>
              <a:avLst/>
              <a:gdLst/>
              <a:ahLst/>
              <a:cxnLst/>
              <a:rect l="0" t="0" r="0" b="0"/>
              <a:pathLst>
                <a:path w="8035862" h="1">
                  <a:moveTo>
                    <a:pt x="0" y="0"/>
                  </a:moveTo>
                  <a:lnTo>
                    <a:pt x="8035862" y="1"/>
                  </a:lnTo>
                </a:path>
              </a:pathLst>
            </a:custGeom>
            <a:ln w="12700" cap="flat">
              <a:round/>
            </a:ln>
          </p:spPr>
          <p:style>
            <a:lnRef idx="1">
              <a:srgbClr val="D34817"/>
            </a:lnRef>
            <a:fillRef idx="0">
              <a:srgbClr val="000000">
                <a:alpha val="0"/>
              </a:srgbClr>
            </a:fillRef>
            <a:effectRef idx="0">
              <a:scrgbClr r="0" g="0" b="0"/>
            </a:effectRef>
            <a:fontRef idx="none"/>
          </p:style>
          <p:txBody>
            <a:bodyPr/>
            <a:lstStyle/>
            <a:p>
              <a:endParaRPr lang="fr-FR"/>
            </a:p>
          </p:txBody>
        </p:sp>
      </p:grpSp>
      <p:graphicFrame>
        <p:nvGraphicFramePr>
          <p:cNvPr id="8" name="Tableau 7">
            <a:extLst>
              <a:ext uri="{FF2B5EF4-FFF2-40B4-BE49-F238E27FC236}">
                <a16:creationId xmlns:a16="http://schemas.microsoft.com/office/drawing/2014/main" id="{0C7C65B0-B555-4899-8EEB-F830590BC84A}"/>
              </a:ext>
            </a:extLst>
          </p:cNvPr>
          <p:cNvGraphicFramePr>
            <a:graphicFrameLocks noGrp="1"/>
          </p:cNvGraphicFramePr>
          <p:nvPr/>
        </p:nvGraphicFramePr>
        <p:xfrm>
          <a:off x="1719943" y="6437022"/>
          <a:ext cx="9601200" cy="378342"/>
        </p:xfrm>
        <a:graphic>
          <a:graphicData uri="http://schemas.openxmlformats.org/drawingml/2006/table">
            <a:tbl>
              <a:tblPr firstRow="1" firstCol="1" bandRow="1">
                <a:tableStyleId>{5C22544A-7EE6-4342-B048-85BDC9FD1C3A}</a:tableStyleId>
              </a:tblPr>
              <a:tblGrid>
                <a:gridCol w="9274337">
                  <a:extLst>
                    <a:ext uri="{9D8B030D-6E8A-4147-A177-3AD203B41FA5}">
                      <a16:colId xmlns:a16="http://schemas.microsoft.com/office/drawing/2014/main" val="2180616800"/>
                    </a:ext>
                  </a:extLst>
                </a:gridCol>
                <a:gridCol w="326863">
                  <a:extLst>
                    <a:ext uri="{9D8B030D-6E8A-4147-A177-3AD203B41FA5}">
                      <a16:colId xmlns:a16="http://schemas.microsoft.com/office/drawing/2014/main" val="3414485615"/>
                    </a:ext>
                  </a:extLst>
                </a:gridCol>
              </a:tblGrid>
              <a:tr h="378342">
                <a:tc>
                  <a:txBody>
                    <a:bodyPr/>
                    <a:lstStyle/>
                    <a:p>
                      <a:pPr marL="1184910" algn="ctr">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tc>
                  <a:txBody>
                    <a:bodyPr/>
                    <a:lstStyle/>
                    <a:p>
                      <a:pPr algn="l">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extLst>
                  <a:ext uri="{0D108BD9-81ED-4DB2-BD59-A6C34878D82A}">
                    <a16:rowId xmlns:a16="http://schemas.microsoft.com/office/drawing/2014/main" val="1343998695"/>
                  </a:ext>
                </a:extLst>
              </a:tr>
            </a:tbl>
          </a:graphicData>
        </a:graphic>
      </p:graphicFrame>
      <p:sp>
        <p:nvSpPr>
          <p:cNvPr id="9" name="ZoneTexte 8">
            <a:extLst>
              <a:ext uri="{FF2B5EF4-FFF2-40B4-BE49-F238E27FC236}">
                <a16:creationId xmlns:a16="http://schemas.microsoft.com/office/drawing/2014/main" id="{D10C8AC0-95C3-44BB-AC40-C4B9D515BA75}"/>
              </a:ext>
            </a:extLst>
          </p:cNvPr>
          <p:cNvSpPr txBox="1"/>
          <p:nvPr/>
        </p:nvSpPr>
        <p:spPr>
          <a:xfrm>
            <a:off x="3046971" y="660144"/>
            <a:ext cx="6098058" cy="584775"/>
          </a:xfrm>
          <a:prstGeom prst="rect">
            <a:avLst/>
          </a:prstGeom>
          <a:noFill/>
        </p:spPr>
        <p:txBody>
          <a:bodyPr wrap="square">
            <a:spAutoFit/>
          </a:bodyPr>
          <a:lstStyle/>
          <a:p>
            <a:pPr algn="ctr"/>
            <a:r>
              <a:rPr lang="fr-FR" sz="3200" b="1" dirty="0">
                <a:solidFill>
                  <a:srgbClr val="841A14"/>
                </a:solidFill>
                <a:latin typeface="Comic Sans MS" panose="030F0702030302020204" pitchFamily="66" charset="0"/>
              </a:rPr>
              <a:t>Quelques principes de base</a:t>
            </a:r>
          </a:p>
        </p:txBody>
      </p:sp>
      <p:sp>
        <p:nvSpPr>
          <p:cNvPr id="12" name="ZoneTexte 11">
            <a:extLst>
              <a:ext uri="{FF2B5EF4-FFF2-40B4-BE49-F238E27FC236}">
                <a16:creationId xmlns:a16="http://schemas.microsoft.com/office/drawing/2014/main" id="{CA437462-EFA8-4C85-80F2-94AD3BACA3F2}"/>
              </a:ext>
            </a:extLst>
          </p:cNvPr>
          <p:cNvSpPr txBox="1"/>
          <p:nvPr/>
        </p:nvSpPr>
        <p:spPr>
          <a:xfrm>
            <a:off x="1569720" y="1822550"/>
            <a:ext cx="9235440" cy="1154162"/>
          </a:xfrm>
          <a:prstGeom prst="rect">
            <a:avLst/>
          </a:prstGeom>
          <a:noFill/>
        </p:spPr>
        <p:txBody>
          <a:bodyPr wrap="square">
            <a:spAutoFit/>
          </a:bodyPr>
          <a:lstStyle/>
          <a:p>
            <a:pPr algn="ctr"/>
            <a:r>
              <a:rPr lang="fr-FR" sz="2300" b="0" i="0" u="none" strike="noStrike" baseline="0" dirty="0">
                <a:latin typeface="Comic Sans MS" panose="030F0702030302020204" pitchFamily="66" charset="0"/>
              </a:rPr>
              <a:t>Principe 1 : Un programmeur ne doit pas tester ses propres programmes.</a:t>
            </a:r>
          </a:p>
          <a:p>
            <a:pPr algn="ctr"/>
            <a:r>
              <a:rPr lang="fr-FR" sz="2300" b="0" i="0" u="none" strike="noStrike" baseline="0" dirty="0">
                <a:latin typeface="Comic Sans MS" panose="030F0702030302020204" pitchFamily="66" charset="0"/>
              </a:rPr>
              <a:t>Tout simplement pour ne pas </a:t>
            </a:r>
            <a:r>
              <a:rPr lang="fr-FR" sz="2300" dirty="0">
                <a:latin typeface="Comic Sans MS" panose="030F0702030302020204" pitchFamily="66" charset="0"/>
              </a:rPr>
              <a:t>ê</a:t>
            </a:r>
            <a:r>
              <a:rPr lang="fr-FR" sz="2300" b="0" i="0" u="none" strike="noStrike" baseline="0" dirty="0">
                <a:latin typeface="Comic Sans MS" panose="030F0702030302020204" pitchFamily="66" charset="0"/>
              </a:rPr>
              <a:t>tre juge et partie.</a:t>
            </a:r>
            <a:endParaRPr lang="fr-FR" sz="2300" dirty="0">
              <a:latin typeface="Comic Sans MS" panose="030F0702030302020204" pitchFamily="66" charset="0"/>
            </a:endParaRPr>
          </a:p>
        </p:txBody>
      </p:sp>
      <p:sp>
        <p:nvSpPr>
          <p:cNvPr id="14" name="ZoneTexte 13">
            <a:extLst>
              <a:ext uri="{FF2B5EF4-FFF2-40B4-BE49-F238E27FC236}">
                <a16:creationId xmlns:a16="http://schemas.microsoft.com/office/drawing/2014/main" id="{FC8F1399-1529-48D3-ACB7-48ACE0703B73}"/>
              </a:ext>
            </a:extLst>
          </p:cNvPr>
          <p:cNvSpPr txBox="1"/>
          <p:nvPr/>
        </p:nvSpPr>
        <p:spPr>
          <a:xfrm>
            <a:off x="1569720" y="3347932"/>
            <a:ext cx="8153400" cy="800219"/>
          </a:xfrm>
          <a:prstGeom prst="rect">
            <a:avLst/>
          </a:prstGeom>
          <a:noFill/>
        </p:spPr>
        <p:txBody>
          <a:bodyPr wrap="square">
            <a:spAutoFit/>
          </a:bodyPr>
          <a:lstStyle/>
          <a:p>
            <a:pPr algn="ctr"/>
            <a:r>
              <a:rPr lang="fr-FR" sz="2300" b="0" i="0" u="none" strike="noStrike" baseline="0" dirty="0">
                <a:latin typeface="Comic Sans MS" panose="030F0702030302020204" pitchFamily="66" charset="0"/>
              </a:rPr>
              <a:t>Principe 2 : Ne pas effectuer des tests avec l’hypoth</a:t>
            </a:r>
            <a:r>
              <a:rPr lang="fr-FR" sz="2300" dirty="0">
                <a:latin typeface="Comic Sans MS" panose="030F0702030302020204" pitchFamily="66" charset="0"/>
              </a:rPr>
              <a:t>è</a:t>
            </a:r>
            <a:r>
              <a:rPr lang="fr-FR" sz="2300" b="0" i="0" u="none" strike="noStrike" baseline="0" dirty="0">
                <a:latin typeface="Comic Sans MS" panose="030F0702030302020204" pitchFamily="66" charset="0"/>
              </a:rPr>
              <a:t>se de base qu’aucune erreur ne va </a:t>
            </a:r>
            <a:r>
              <a:rPr lang="fr-FR" sz="2300" dirty="0">
                <a:latin typeface="Comic Sans MS" panose="030F0702030302020204" pitchFamily="66" charset="0"/>
              </a:rPr>
              <a:t>ê</a:t>
            </a:r>
            <a:r>
              <a:rPr lang="fr-FR" sz="2300" b="0" i="0" u="none" strike="noStrike" baseline="0" dirty="0">
                <a:latin typeface="Comic Sans MS" panose="030F0702030302020204" pitchFamily="66" charset="0"/>
              </a:rPr>
              <a:t>tre trouv</a:t>
            </a:r>
            <a:r>
              <a:rPr lang="fr-FR" sz="2300" dirty="0">
                <a:latin typeface="Comic Sans MS" panose="030F0702030302020204" pitchFamily="66" charset="0"/>
              </a:rPr>
              <a:t>é</a:t>
            </a:r>
            <a:r>
              <a:rPr lang="fr-FR" sz="2300" b="0" i="0" u="none" strike="noStrike" baseline="0" dirty="0">
                <a:latin typeface="Comic Sans MS" panose="030F0702030302020204" pitchFamily="66" charset="0"/>
              </a:rPr>
              <a:t>e.</a:t>
            </a:r>
            <a:endParaRPr lang="fr-FR" sz="2300" dirty="0">
              <a:latin typeface="Comic Sans MS" panose="030F0702030302020204" pitchFamily="66" charset="0"/>
            </a:endParaRPr>
          </a:p>
        </p:txBody>
      </p:sp>
      <p:sp>
        <p:nvSpPr>
          <p:cNvPr id="18" name="ZoneTexte 17">
            <a:extLst>
              <a:ext uri="{FF2B5EF4-FFF2-40B4-BE49-F238E27FC236}">
                <a16:creationId xmlns:a16="http://schemas.microsoft.com/office/drawing/2014/main" id="{DCC8B465-09BB-4048-BF38-CAB1BA287C7C}"/>
              </a:ext>
            </a:extLst>
          </p:cNvPr>
          <p:cNvSpPr txBox="1"/>
          <p:nvPr/>
        </p:nvSpPr>
        <p:spPr>
          <a:xfrm>
            <a:off x="1719943" y="5030582"/>
            <a:ext cx="9601200" cy="800219"/>
          </a:xfrm>
          <a:prstGeom prst="rect">
            <a:avLst/>
          </a:prstGeom>
          <a:noFill/>
        </p:spPr>
        <p:txBody>
          <a:bodyPr wrap="square">
            <a:spAutoFit/>
          </a:bodyPr>
          <a:lstStyle/>
          <a:p>
            <a:pPr algn="ctr"/>
            <a:r>
              <a:rPr lang="fr-FR" sz="2300" b="0" i="0" u="none" strike="noStrike" baseline="0" dirty="0">
                <a:latin typeface="Comic Sans MS" panose="030F0702030302020204" pitchFamily="66" charset="0"/>
              </a:rPr>
              <a:t>Principe 3 : La d</a:t>
            </a:r>
            <a:r>
              <a:rPr lang="fr-FR" sz="2300" dirty="0">
                <a:latin typeface="Comic Sans MS" panose="030F0702030302020204" pitchFamily="66" charset="0"/>
              </a:rPr>
              <a:t>é</a:t>
            </a:r>
            <a:r>
              <a:rPr lang="fr-FR" sz="2300" b="0" i="0" u="none" strike="noStrike" baseline="0" dirty="0">
                <a:latin typeface="Comic Sans MS" panose="030F0702030302020204" pitchFamily="66" charset="0"/>
              </a:rPr>
              <a:t>finition des sortie ou r</a:t>
            </a:r>
            <a:r>
              <a:rPr lang="fr-FR" sz="2300" dirty="0">
                <a:latin typeface="Comic Sans MS" panose="030F0702030302020204" pitchFamily="66" charset="0"/>
              </a:rPr>
              <a:t>é</a:t>
            </a:r>
            <a:r>
              <a:rPr lang="fr-FR" sz="2300" b="0" i="0" u="none" strike="noStrike" baseline="0" dirty="0">
                <a:latin typeface="Comic Sans MS" panose="030F0702030302020204" pitchFamily="66" charset="0"/>
              </a:rPr>
              <a:t>sultats attendus doit </a:t>
            </a:r>
            <a:r>
              <a:rPr lang="fr-FR" sz="2300" dirty="0">
                <a:latin typeface="Comic Sans MS" panose="030F0702030302020204" pitchFamily="66" charset="0"/>
              </a:rPr>
              <a:t>ê</a:t>
            </a:r>
            <a:r>
              <a:rPr lang="fr-FR" sz="2300" b="0" i="0" u="none" strike="noStrike" baseline="0" dirty="0">
                <a:latin typeface="Comic Sans MS" panose="030F0702030302020204" pitchFamily="66" charset="0"/>
              </a:rPr>
              <a:t>tre effectu</a:t>
            </a:r>
            <a:r>
              <a:rPr lang="fr-FR" sz="2300" dirty="0">
                <a:latin typeface="Comic Sans MS" panose="030F0702030302020204" pitchFamily="66" charset="0"/>
              </a:rPr>
              <a:t>ée</a:t>
            </a:r>
            <a:r>
              <a:rPr lang="fr-FR" sz="2300" b="0" i="0" u="none" strike="noStrike" baseline="0" dirty="0">
                <a:latin typeface="Comic Sans MS" panose="030F0702030302020204" pitchFamily="66" charset="0"/>
              </a:rPr>
              <a:t> avant l’ex</a:t>
            </a:r>
            <a:r>
              <a:rPr lang="fr-FR" sz="2300" dirty="0">
                <a:latin typeface="Comic Sans MS" panose="030F0702030302020204" pitchFamily="66" charset="0"/>
              </a:rPr>
              <a:t>é</a:t>
            </a:r>
            <a:r>
              <a:rPr lang="fr-FR" sz="2300" b="0" i="0" u="none" strike="noStrike" baseline="0" dirty="0">
                <a:latin typeface="Comic Sans MS" panose="030F0702030302020204" pitchFamily="66" charset="0"/>
              </a:rPr>
              <a:t>cution d’un test.</a:t>
            </a:r>
          </a:p>
        </p:txBody>
      </p:sp>
      <p:sp>
        <p:nvSpPr>
          <p:cNvPr id="5" name="Espace réservé du numéro de diapositive 4">
            <a:extLst>
              <a:ext uri="{FF2B5EF4-FFF2-40B4-BE49-F238E27FC236}">
                <a16:creationId xmlns:a16="http://schemas.microsoft.com/office/drawing/2014/main" id="{31A23588-586B-4BB2-8F84-3908A9B26A9E}"/>
              </a:ext>
            </a:extLst>
          </p:cNvPr>
          <p:cNvSpPr>
            <a:spLocks noGrp="1"/>
          </p:cNvSpPr>
          <p:nvPr>
            <p:ph type="sldNum" sz="quarter" idx="12"/>
          </p:nvPr>
        </p:nvSpPr>
        <p:spPr/>
        <p:txBody>
          <a:bodyPr/>
          <a:lstStyle/>
          <a:p>
            <a:fld id="{69E57DC2-970A-4B3E-BB1C-7A09969E49DF}" type="slidenum">
              <a:rPr lang="en-US" smtClean="0"/>
              <a:t>28</a:t>
            </a:fld>
            <a:endParaRPr lang="en-US" dirty="0"/>
          </a:p>
        </p:txBody>
      </p:sp>
      <p:sp>
        <p:nvSpPr>
          <p:cNvPr id="3" name="Espace réservé du pied de page 2">
            <a:extLst>
              <a:ext uri="{FF2B5EF4-FFF2-40B4-BE49-F238E27FC236}">
                <a16:creationId xmlns:a16="http://schemas.microsoft.com/office/drawing/2014/main" id="{CD883327-9D1F-4216-9C2A-53A1F657F78C}"/>
              </a:ext>
            </a:extLst>
          </p:cNvPr>
          <p:cNvSpPr>
            <a:spLocks noGrp="1"/>
          </p:cNvSpPr>
          <p:nvPr>
            <p:ph type="ftr" sz="quarter" idx="11"/>
          </p:nvPr>
        </p:nvSpPr>
        <p:spPr/>
        <p:txBody>
          <a:bodyPr/>
          <a:lstStyle/>
          <a:p>
            <a:r>
              <a:rPr lang="en-US"/>
              <a:t>Introduction aux tests logiciel</a:t>
            </a:r>
            <a:endParaRPr lang="en-US" dirty="0"/>
          </a:p>
        </p:txBody>
      </p:sp>
    </p:spTree>
    <p:extLst>
      <p:ext uri="{BB962C8B-B14F-4D97-AF65-F5344CB8AC3E}">
        <p14:creationId xmlns:p14="http://schemas.microsoft.com/office/powerpoint/2010/main" val="5759144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2DDD56DF-3E5A-480E-A2AA-1BC3A181812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grpSp>
        <p:nvGrpSpPr>
          <p:cNvPr id="6" name="Group 10874">
            <a:extLst>
              <a:ext uri="{FF2B5EF4-FFF2-40B4-BE49-F238E27FC236}">
                <a16:creationId xmlns:a16="http://schemas.microsoft.com/office/drawing/2014/main" id="{DF2223EF-692A-4DAD-9E26-41C37300EFBA}"/>
              </a:ext>
            </a:extLst>
          </p:cNvPr>
          <p:cNvGrpSpPr/>
          <p:nvPr/>
        </p:nvGrpSpPr>
        <p:grpSpPr>
          <a:xfrm>
            <a:off x="2195332" y="1366541"/>
            <a:ext cx="8035290" cy="0"/>
            <a:chOff x="0" y="0"/>
            <a:chExt cx="8035862" cy="1"/>
          </a:xfrm>
        </p:grpSpPr>
        <p:sp>
          <p:nvSpPr>
            <p:cNvPr id="7" name="Shape 38">
              <a:extLst>
                <a:ext uri="{FF2B5EF4-FFF2-40B4-BE49-F238E27FC236}">
                  <a16:creationId xmlns:a16="http://schemas.microsoft.com/office/drawing/2014/main" id="{1F2821A6-165A-4180-8F45-0692F4043801}"/>
                </a:ext>
              </a:extLst>
            </p:cNvPr>
            <p:cNvSpPr/>
            <p:nvPr/>
          </p:nvSpPr>
          <p:spPr>
            <a:xfrm>
              <a:off x="0" y="0"/>
              <a:ext cx="8035862" cy="1"/>
            </a:xfrm>
            <a:custGeom>
              <a:avLst/>
              <a:gdLst/>
              <a:ahLst/>
              <a:cxnLst/>
              <a:rect l="0" t="0" r="0" b="0"/>
              <a:pathLst>
                <a:path w="8035862" h="1">
                  <a:moveTo>
                    <a:pt x="0" y="0"/>
                  </a:moveTo>
                  <a:lnTo>
                    <a:pt x="8035862" y="1"/>
                  </a:lnTo>
                </a:path>
              </a:pathLst>
            </a:custGeom>
            <a:ln w="12700" cap="flat">
              <a:round/>
            </a:ln>
          </p:spPr>
          <p:style>
            <a:lnRef idx="1">
              <a:srgbClr val="D34817"/>
            </a:lnRef>
            <a:fillRef idx="0">
              <a:srgbClr val="000000">
                <a:alpha val="0"/>
              </a:srgbClr>
            </a:fillRef>
            <a:effectRef idx="0">
              <a:scrgbClr r="0" g="0" b="0"/>
            </a:effectRef>
            <a:fontRef idx="none"/>
          </p:style>
          <p:txBody>
            <a:bodyPr/>
            <a:lstStyle/>
            <a:p>
              <a:endParaRPr lang="fr-FR"/>
            </a:p>
          </p:txBody>
        </p:sp>
      </p:grpSp>
      <p:graphicFrame>
        <p:nvGraphicFramePr>
          <p:cNvPr id="8" name="Tableau 7">
            <a:extLst>
              <a:ext uri="{FF2B5EF4-FFF2-40B4-BE49-F238E27FC236}">
                <a16:creationId xmlns:a16="http://schemas.microsoft.com/office/drawing/2014/main" id="{0C7C65B0-B555-4899-8EEB-F830590BC84A}"/>
              </a:ext>
            </a:extLst>
          </p:cNvPr>
          <p:cNvGraphicFramePr>
            <a:graphicFrameLocks noGrp="1"/>
          </p:cNvGraphicFramePr>
          <p:nvPr/>
        </p:nvGraphicFramePr>
        <p:xfrm>
          <a:off x="1719943" y="6437022"/>
          <a:ext cx="9601200" cy="378342"/>
        </p:xfrm>
        <a:graphic>
          <a:graphicData uri="http://schemas.openxmlformats.org/drawingml/2006/table">
            <a:tbl>
              <a:tblPr firstRow="1" firstCol="1" bandRow="1">
                <a:tableStyleId>{5C22544A-7EE6-4342-B048-85BDC9FD1C3A}</a:tableStyleId>
              </a:tblPr>
              <a:tblGrid>
                <a:gridCol w="9274337">
                  <a:extLst>
                    <a:ext uri="{9D8B030D-6E8A-4147-A177-3AD203B41FA5}">
                      <a16:colId xmlns:a16="http://schemas.microsoft.com/office/drawing/2014/main" val="2180616800"/>
                    </a:ext>
                  </a:extLst>
                </a:gridCol>
                <a:gridCol w="326863">
                  <a:extLst>
                    <a:ext uri="{9D8B030D-6E8A-4147-A177-3AD203B41FA5}">
                      <a16:colId xmlns:a16="http://schemas.microsoft.com/office/drawing/2014/main" val="3414485615"/>
                    </a:ext>
                  </a:extLst>
                </a:gridCol>
              </a:tblGrid>
              <a:tr h="378342">
                <a:tc>
                  <a:txBody>
                    <a:bodyPr/>
                    <a:lstStyle/>
                    <a:p>
                      <a:pPr marL="1184910" algn="ctr">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tc>
                  <a:txBody>
                    <a:bodyPr/>
                    <a:lstStyle/>
                    <a:p>
                      <a:pPr algn="l">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extLst>
                  <a:ext uri="{0D108BD9-81ED-4DB2-BD59-A6C34878D82A}">
                    <a16:rowId xmlns:a16="http://schemas.microsoft.com/office/drawing/2014/main" val="1343998695"/>
                  </a:ext>
                </a:extLst>
              </a:tr>
            </a:tbl>
          </a:graphicData>
        </a:graphic>
      </p:graphicFrame>
      <p:sp>
        <p:nvSpPr>
          <p:cNvPr id="9" name="ZoneTexte 8">
            <a:extLst>
              <a:ext uri="{FF2B5EF4-FFF2-40B4-BE49-F238E27FC236}">
                <a16:creationId xmlns:a16="http://schemas.microsoft.com/office/drawing/2014/main" id="{D10C8AC0-95C3-44BB-AC40-C4B9D515BA75}"/>
              </a:ext>
            </a:extLst>
          </p:cNvPr>
          <p:cNvSpPr txBox="1"/>
          <p:nvPr/>
        </p:nvSpPr>
        <p:spPr>
          <a:xfrm>
            <a:off x="3046971" y="660144"/>
            <a:ext cx="6098058" cy="584775"/>
          </a:xfrm>
          <a:prstGeom prst="rect">
            <a:avLst/>
          </a:prstGeom>
          <a:noFill/>
        </p:spPr>
        <p:txBody>
          <a:bodyPr wrap="square">
            <a:spAutoFit/>
          </a:bodyPr>
          <a:lstStyle/>
          <a:p>
            <a:pPr algn="ctr"/>
            <a:r>
              <a:rPr lang="fr-FR" sz="3200" b="1" dirty="0">
                <a:solidFill>
                  <a:srgbClr val="841A14"/>
                </a:solidFill>
                <a:latin typeface="Comic Sans MS" panose="030F0702030302020204" pitchFamily="66" charset="0"/>
              </a:rPr>
              <a:t>Quelques principes de base</a:t>
            </a:r>
          </a:p>
        </p:txBody>
      </p:sp>
      <p:sp>
        <p:nvSpPr>
          <p:cNvPr id="14" name="ZoneTexte 13">
            <a:extLst>
              <a:ext uri="{FF2B5EF4-FFF2-40B4-BE49-F238E27FC236}">
                <a16:creationId xmlns:a16="http://schemas.microsoft.com/office/drawing/2014/main" id="{FC8F1399-1529-48D3-ACB7-48ACE0703B73}"/>
              </a:ext>
            </a:extLst>
          </p:cNvPr>
          <p:cNvSpPr txBox="1"/>
          <p:nvPr/>
        </p:nvSpPr>
        <p:spPr>
          <a:xfrm>
            <a:off x="871357" y="3572415"/>
            <a:ext cx="11003280" cy="1154162"/>
          </a:xfrm>
          <a:prstGeom prst="rect">
            <a:avLst/>
          </a:prstGeom>
          <a:noFill/>
        </p:spPr>
        <p:txBody>
          <a:bodyPr wrap="square">
            <a:spAutoFit/>
          </a:bodyPr>
          <a:lstStyle/>
          <a:p>
            <a:pPr algn="ctr"/>
            <a:r>
              <a:rPr lang="fr-FR" sz="2300" b="0" i="0" u="none" strike="noStrike" baseline="0" dirty="0">
                <a:latin typeface="Comic Sans MS" panose="030F0702030302020204" pitchFamily="66" charset="0"/>
              </a:rPr>
              <a:t>Principe 5 : Les jeux de tests doivent être écrits pour des entr</a:t>
            </a:r>
            <a:r>
              <a:rPr lang="fr-FR" sz="2300" dirty="0">
                <a:latin typeface="Comic Sans MS" panose="030F0702030302020204" pitchFamily="66" charset="0"/>
              </a:rPr>
              <a:t>é</a:t>
            </a:r>
            <a:r>
              <a:rPr lang="fr-FR" sz="2300" b="0" i="0" u="none" strike="noStrike" baseline="0" dirty="0">
                <a:latin typeface="Comic Sans MS" panose="030F0702030302020204" pitchFamily="66" charset="0"/>
              </a:rPr>
              <a:t>es invalides ou incoh</a:t>
            </a:r>
            <a:r>
              <a:rPr lang="fr-FR" sz="2300" dirty="0">
                <a:latin typeface="Comic Sans MS" panose="030F0702030302020204" pitchFamily="66" charset="0"/>
              </a:rPr>
              <a:t>é</a:t>
            </a:r>
            <a:r>
              <a:rPr lang="fr-FR" sz="2300" b="0" i="0" u="none" strike="noStrike" baseline="0" dirty="0">
                <a:latin typeface="Comic Sans MS" panose="030F0702030302020204" pitchFamily="66" charset="0"/>
              </a:rPr>
              <a:t>rentes aussi bien que pour des entr</a:t>
            </a:r>
            <a:r>
              <a:rPr lang="fr-FR" sz="2300" dirty="0">
                <a:latin typeface="Comic Sans MS" panose="030F0702030302020204" pitchFamily="66" charset="0"/>
              </a:rPr>
              <a:t>é</a:t>
            </a:r>
            <a:r>
              <a:rPr lang="fr-FR" sz="2300" b="0" i="0" u="none" strike="noStrike" baseline="0" dirty="0">
                <a:latin typeface="Comic Sans MS" panose="030F0702030302020204" pitchFamily="66" charset="0"/>
              </a:rPr>
              <a:t>es valides. </a:t>
            </a:r>
          </a:p>
          <a:p>
            <a:pPr algn="ctr"/>
            <a:r>
              <a:rPr lang="fr-FR" sz="2300" b="0" i="0" u="none" strike="noStrike" baseline="0" dirty="0">
                <a:latin typeface="Comic Sans MS" panose="030F0702030302020204" pitchFamily="66" charset="0"/>
              </a:rPr>
              <a:t>Simplement afin de découvrir les anomalies.</a:t>
            </a:r>
            <a:endParaRPr lang="fr-FR" sz="2300" dirty="0">
              <a:latin typeface="Comic Sans MS" panose="030F0702030302020204" pitchFamily="66" charset="0"/>
            </a:endParaRPr>
          </a:p>
        </p:txBody>
      </p:sp>
      <p:sp>
        <p:nvSpPr>
          <p:cNvPr id="11" name="ZoneTexte 10">
            <a:extLst>
              <a:ext uri="{FF2B5EF4-FFF2-40B4-BE49-F238E27FC236}">
                <a16:creationId xmlns:a16="http://schemas.microsoft.com/office/drawing/2014/main" id="{FBE93FA6-ED1C-439D-9FB7-60707718DDBA}"/>
              </a:ext>
            </a:extLst>
          </p:cNvPr>
          <p:cNvSpPr txBox="1"/>
          <p:nvPr/>
        </p:nvSpPr>
        <p:spPr>
          <a:xfrm>
            <a:off x="871357" y="1726267"/>
            <a:ext cx="10683240" cy="1154162"/>
          </a:xfrm>
          <a:prstGeom prst="rect">
            <a:avLst/>
          </a:prstGeom>
          <a:noFill/>
        </p:spPr>
        <p:txBody>
          <a:bodyPr wrap="square">
            <a:spAutoFit/>
          </a:bodyPr>
          <a:lstStyle/>
          <a:p>
            <a:pPr algn="ctr"/>
            <a:r>
              <a:rPr lang="fr-FR" sz="2300" b="0" i="0" u="none" strike="noStrike" baseline="0" dirty="0">
                <a:latin typeface="Comic Sans MS" panose="030F0702030302020204" pitchFamily="66" charset="0"/>
              </a:rPr>
              <a:t>Principe 4 : Inspecter minutieusement les r</a:t>
            </a:r>
            <a:r>
              <a:rPr lang="fr-FR" sz="2300" dirty="0">
                <a:latin typeface="Comic Sans MS" panose="030F0702030302020204" pitchFamily="66" charset="0"/>
              </a:rPr>
              <a:t>é</a:t>
            </a:r>
            <a:r>
              <a:rPr lang="fr-FR" sz="2300" b="0" i="0" u="none" strike="noStrike" baseline="0" dirty="0">
                <a:latin typeface="Comic Sans MS" panose="030F0702030302020204" pitchFamily="66" charset="0"/>
              </a:rPr>
              <a:t>sultats (trace) de chaque test.</a:t>
            </a:r>
          </a:p>
          <a:p>
            <a:pPr algn="ctr"/>
            <a:r>
              <a:rPr lang="fr-FR" sz="2300" b="0" i="0" u="none" strike="noStrike" baseline="0" dirty="0">
                <a:latin typeface="Comic Sans MS" panose="030F0702030302020204" pitchFamily="66" charset="0"/>
              </a:rPr>
              <a:t>Pour une raison similaire au principe 2, il faut s</a:t>
            </a:r>
            <a:r>
              <a:rPr lang="fr-FR" sz="2300" dirty="0">
                <a:latin typeface="Comic Sans MS" panose="030F0702030302020204" pitchFamily="66" charset="0"/>
              </a:rPr>
              <a:t>é</a:t>
            </a:r>
            <a:r>
              <a:rPr lang="fr-FR" sz="2300" b="0" i="0" u="none" strike="noStrike" baseline="0" dirty="0">
                <a:latin typeface="Comic Sans MS" panose="030F0702030302020204" pitchFamily="66" charset="0"/>
              </a:rPr>
              <a:t>parer l’ex</a:t>
            </a:r>
            <a:r>
              <a:rPr lang="fr-FR" sz="2300" dirty="0">
                <a:latin typeface="Comic Sans MS" panose="030F0702030302020204" pitchFamily="66" charset="0"/>
              </a:rPr>
              <a:t>é</a:t>
            </a:r>
            <a:r>
              <a:rPr lang="fr-FR" sz="2300" b="0" i="0" u="none" strike="noStrike" baseline="0" dirty="0">
                <a:latin typeface="Comic Sans MS" panose="030F0702030302020204" pitchFamily="66" charset="0"/>
              </a:rPr>
              <a:t>cution (action) et l’analyse des r</a:t>
            </a:r>
            <a:r>
              <a:rPr lang="fr-FR" sz="2300" dirty="0">
                <a:latin typeface="Comic Sans MS" panose="030F0702030302020204" pitchFamily="66" charset="0"/>
              </a:rPr>
              <a:t>é</a:t>
            </a:r>
            <a:r>
              <a:rPr lang="fr-FR" sz="2300" b="0" i="0" u="none" strike="noStrike" baseline="0" dirty="0">
                <a:latin typeface="Comic Sans MS" panose="030F0702030302020204" pitchFamily="66" charset="0"/>
              </a:rPr>
              <a:t>sultats.</a:t>
            </a:r>
            <a:endParaRPr lang="fr-FR" sz="2300" dirty="0">
              <a:latin typeface="Comic Sans MS" panose="030F0702030302020204" pitchFamily="66" charset="0"/>
            </a:endParaRPr>
          </a:p>
        </p:txBody>
      </p:sp>
      <p:sp>
        <p:nvSpPr>
          <p:cNvPr id="13" name="ZoneTexte 12">
            <a:extLst>
              <a:ext uri="{FF2B5EF4-FFF2-40B4-BE49-F238E27FC236}">
                <a16:creationId xmlns:a16="http://schemas.microsoft.com/office/drawing/2014/main" id="{ED2AF3F5-6ED1-45CC-A7FD-0CB995D41EE5}"/>
              </a:ext>
            </a:extLst>
          </p:cNvPr>
          <p:cNvSpPr txBox="1"/>
          <p:nvPr/>
        </p:nvSpPr>
        <p:spPr>
          <a:xfrm>
            <a:off x="401594" y="5181690"/>
            <a:ext cx="11153003" cy="800219"/>
          </a:xfrm>
          <a:prstGeom prst="rect">
            <a:avLst/>
          </a:prstGeom>
          <a:noFill/>
        </p:spPr>
        <p:txBody>
          <a:bodyPr wrap="square">
            <a:spAutoFit/>
          </a:bodyPr>
          <a:lstStyle/>
          <a:p>
            <a:pPr algn="ctr"/>
            <a:r>
              <a:rPr lang="fr-FR" sz="2300" b="0" i="0" u="none" strike="noStrike" baseline="0" dirty="0">
                <a:latin typeface="Comic Sans MS" panose="030F0702030302020204" pitchFamily="66" charset="0"/>
              </a:rPr>
              <a:t>Principe 6 : V</a:t>
            </a:r>
            <a:r>
              <a:rPr lang="fr-FR" sz="2300" dirty="0">
                <a:latin typeface="Comic Sans MS" panose="030F0702030302020204" pitchFamily="66" charset="0"/>
              </a:rPr>
              <a:t>é</a:t>
            </a:r>
            <a:r>
              <a:rPr lang="fr-FR" sz="2300" b="0" i="0" u="none" strike="noStrike" baseline="0" dirty="0">
                <a:latin typeface="Comic Sans MS" panose="030F0702030302020204" pitchFamily="66" charset="0"/>
              </a:rPr>
              <a:t>rifier un logiciel pour d</a:t>
            </a:r>
            <a:r>
              <a:rPr lang="fr-FR" sz="2300" dirty="0">
                <a:latin typeface="Comic Sans MS" panose="030F0702030302020204" pitchFamily="66" charset="0"/>
              </a:rPr>
              <a:t>é</a:t>
            </a:r>
            <a:r>
              <a:rPr lang="fr-FR" sz="2300" b="0" i="0" u="none" strike="noStrike" baseline="0" dirty="0">
                <a:latin typeface="Comic Sans MS" panose="030F0702030302020204" pitchFamily="66" charset="0"/>
              </a:rPr>
              <a:t>tecter qu’il ne r</a:t>
            </a:r>
            <a:r>
              <a:rPr lang="fr-FR" sz="2300" dirty="0">
                <a:latin typeface="Comic Sans MS" panose="030F0702030302020204" pitchFamily="66" charset="0"/>
              </a:rPr>
              <a:t>é</a:t>
            </a:r>
            <a:r>
              <a:rPr lang="fr-FR" sz="2300" b="0" i="0" u="none" strike="noStrike" baseline="0" dirty="0">
                <a:latin typeface="Comic Sans MS" panose="030F0702030302020204" pitchFamily="66" charset="0"/>
              </a:rPr>
              <a:t>alise pas ce qu’il est suppos</a:t>
            </a:r>
            <a:r>
              <a:rPr lang="fr-FR" sz="2300" dirty="0">
                <a:latin typeface="Comic Sans MS" panose="030F0702030302020204" pitchFamily="66" charset="0"/>
              </a:rPr>
              <a:t>é</a:t>
            </a:r>
            <a:r>
              <a:rPr lang="fr-FR" sz="2300" b="0" i="0" u="none" strike="noStrike" baseline="0" dirty="0">
                <a:latin typeface="Comic Sans MS" panose="030F0702030302020204" pitchFamily="66" charset="0"/>
              </a:rPr>
              <a:t> faire n’est que la moiti</a:t>
            </a:r>
            <a:r>
              <a:rPr lang="fr-FR" sz="2300" dirty="0">
                <a:latin typeface="Comic Sans MS" panose="030F0702030302020204" pitchFamily="66" charset="0"/>
              </a:rPr>
              <a:t>é</a:t>
            </a:r>
            <a:r>
              <a:rPr lang="fr-FR" sz="2300" b="0" i="0" u="none" strike="noStrike" baseline="0" dirty="0">
                <a:latin typeface="Comic Sans MS" panose="030F0702030302020204" pitchFamily="66" charset="0"/>
              </a:rPr>
              <a:t> du travail. </a:t>
            </a:r>
            <a:endParaRPr lang="fr-FR" sz="2300" dirty="0">
              <a:latin typeface="Comic Sans MS" panose="030F0702030302020204" pitchFamily="66" charset="0"/>
            </a:endParaRPr>
          </a:p>
        </p:txBody>
      </p:sp>
      <p:sp>
        <p:nvSpPr>
          <p:cNvPr id="5" name="Espace réservé du numéro de diapositive 4">
            <a:extLst>
              <a:ext uri="{FF2B5EF4-FFF2-40B4-BE49-F238E27FC236}">
                <a16:creationId xmlns:a16="http://schemas.microsoft.com/office/drawing/2014/main" id="{212A2602-0B3E-4358-B016-A799231FFE2C}"/>
              </a:ext>
            </a:extLst>
          </p:cNvPr>
          <p:cNvSpPr>
            <a:spLocks noGrp="1"/>
          </p:cNvSpPr>
          <p:nvPr>
            <p:ph type="sldNum" sz="quarter" idx="12"/>
          </p:nvPr>
        </p:nvSpPr>
        <p:spPr/>
        <p:txBody>
          <a:bodyPr/>
          <a:lstStyle/>
          <a:p>
            <a:fld id="{69E57DC2-970A-4B3E-BB1C-7A09969E49DF}" type="slidenum">
              <a:rPr lang="en-US" smtClean="0"/>
              <a:t>29</a:t>
            </a:fld>
            <a:endParaRPr lang="en-US" dirty="0"/>
          </a:p>
        </p:txBody>
      </p:sp>
      <p:sp>
        <p:nvSpPr>
          <p:cNvPr id="3" name="Espace réservé du pied de page 2">
            <a:extLst>
              <a:ext uri="{FF2B5EF4-FFF2-40B4-BE49-F238E27FC236}">
                <a16:creationId xmlns:a16="http://schemas.microsoft.com/office/drawing/2014/main" id="{E6AF1248-3A6E-42D2-971B-714971527A3D}"/>
              </a:ext>
            </a:extLst>
          </p:cNvPr>
          <p:cNvSpPr>
            <a:spLocks noGrp="1"/>
          </p:cNvSpPr>
          <p:nvPr>
            <p:ph type="ftr" sz="quarter" idx="11"/>
          </p:nvPr>
        </p:nvSpPr>
        <p:spPr/>
        <p:txBody>
          <a:bodyPr/>
          <a:lstStyle/>
          <a:p>
            <a:r>
              <a:rPr lang="en-US"/>
              <a:t>Introduction aux tests logiciel</a:t>
            </a:r>
            <a:endParaRPr lang="en-US" dirty="0"/>
          </a:p>
        </p:txBody>
      </p:sp>
    </p:spTree>
    <p:extLst>
      <p:ext uri="{BB962C8B-B14F-4D97-AF65-F5344CB8AC3E}">
        <p14:creationId xmlns:p14="http://schemas.microsoft.com/office/powerpoint/2010/main" val="3133332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2DDD56DF-3E5A-480E-A2AA-1BC3A181812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grpSp>
        <p:nvGrpSpPr>
          <p:cNvPr id="6" name="Group 10874">
            <a:extLst>
              <a:ext uri="{FF2B5EF4-FFF2-40B4-BE49-F238E27FC236}">
                <a16:creationId xmlns:a16="http://schemas.microsoft.com/office/drawing/2014/main" id="{DF2223EF-692A-4DAD-9E26-41C37300EFBA}"/>
              </a:ext>
            </a:extLst>
          </p:cNvPr>
          <p:cNvGrpSpPr/>
          <p:nvPr/>
        </p:nvGrpSpPr>
        <p:grpSpPr>
          <a:xfrm>
            <a:off x="2035356" y="3787821"/>
            <a:ext cx="8035290" cy="0"/>
            <a:chOff x="0" y="0"/>
            <a:chExt cx="8035862" cy="1"/>
          </a:xfrm>
        </p:grpSpPr>
        <p:sp>
          <p:nvSpPr>
            <p:cNvPr id="7" name="Shape 38">
              <a:extLst>
                <a:ext uri="{FF2B5EF4-FFF2-40B4-BE49-F238E27FC236}">
                  <a16:creationId xmlns:a16="http://schemas.microsoft.com/office/drawing/2014/main" id="{1F2821A6-165A-4180-8F45-0692F4043801}"/>
                </a:ext>
              </a:extLst>
            </p:cNvPr>
            <p:cNvSpPr/>
            <p:nvPr/>
          </p:nvSpPr>
          <p:spPr>
            <a:xfrm>
              <a:off x="0" y="0"/>
              <a:ext cx="8035862" cy="1"/>
            </a:xfrm>
            <a:custGeom>
              <a:avLst/>
              <a:gdLst/>
              <a:ahLst/>
              <a:cxnLst/>
              <a:rect l="0" t="0" r="0" b="0"/>
              <a:pathLst>
                <a:path w="8035862" h="1">
                  <a:moveTo>
                    <a:pt x="0" y="0"/>
                  </a:moveTo>
                  <a:lnTo>
                    <a:pt x="8035862" y="1"/>
                  </a:lnTo>
                </a:path>
              </a:pathLst>
            </a:custGeom>
            <a:ln w="12700" cap="flat">
              <a:solidFill>
                <a:schemeClr val="accent1"/>
              </a:solidFill>
              <a:round/>
            </a:ln>
          </p:spPr>
          <p:style>
            <a:lnRef idx="1">
              <a:srgbClr val="D34817"/>
            </a:lnRef>
            <a:fillRef idx="0">
              <a:srgbClr val="000000">
                <a:alpha val="0"/>
              </a:srgbClr>
            </a:fillRef>
            <a:effectRef idx="0">
              <a:scrgbClr r="0" g="0" b="0"/>
            </a:effectRef>
            <a:fontRef idx="none"/>
          </p:style>
          <p:txBody>
            <a:bodyPr/>
            <a:lstStyle/>
            <a:p>
              <a:endParaRPr lang="fr-FR"/>
            </a:p>
          </p:txBody>
        </p:sp>
      </p:grpSp>
      <p:graphicFrame>
        <p:nvGraphicFramePr>
          <p:cNvPr id="8" name="Tableau 7">
            <a:extLst>
              <a:ext uri="{FF2B5EF4-FFF2-40B4-BE49-F238E27FC236}">
                <a16:creationId xmlns:a16="http://schemas.microsoft.com/office/drawing/2014/main" id="{0C7C65B0-B555-4899-8EEB-F830590BC84A}"/>
              </a:ext>
            </a:extLst>
          </p:cNvPr>
          <p:cNvGraphicFramePr>
            <a:graphicFrameLocks noGrp="1"/>
          </p:cNvGraphicFramePr>
          <p:nvPr/>
        </p:nvGraphicFramePr>
        <p:xfrm>
          <a:off x="1719943" y="6437022"/>
          <a:ext cx="9601200" cy="378342"/>
        </p:xfrm>
        <a:graphic>
          <a:graphicData uri="http://schemas.openxmlformats.org/drawingml/2006/table">
            <a:tbl>
              <a:tblPr firstRow="1" firstCol="1" bandRow="1">
                <a:tableStyleId>{5C22544A-7EE6-4342-B048-85BDC9FD1C3A}</a:tableStyleId>
              </a:tblPr>
              <a:tblGrid>
                <a:gridCol w="9274337">
                  <a:extLst>
                    <a:ext uri="{9D8B030D-6E8A-4147-A177-3AD203B41FA5}">
                      <a16:colId xmlns:a16="http://schemas.microsoft.com/office/drawing/2014/main" val="2180616800"/>
                    </a:ext>
                  </a:extLst>
                </a:gridCol>
                <a:gridCol w="326863">
                  <a:extLst>
                    <a:ext uri="{9D8B030D-6E8A-4147-A177-3AD203B41FA5}">
                      <a16:colId xmlns:a16="http://schemas.microsoft.com/office/drawing/2014/main" val="3414485615"/>
                    </a:ext>
                  </a:extLst>
                </a:gridCol>
              </a:tblGrid>
              <a:tr h="378342">
                <a:tc>
                  <a:txBody>
                    <a:bodyPr/>
                    <a:lstStyle/>
                    <a:p>
                      <a:pPr marL="1184910" algn="ctr">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tc>
                  <a:txBody>
                    <a:bodyPr/>
                    <a:lstStyle/>
                    <a:p>
                      <a:pPr algn="l">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extLst>
                  <a:ext uri="{0D108BD9-81ED-4DB2-BD59-A6C34878D82A}">
                    <a16:rowId xmlns:a16="http://schemas.microsoft.com/office/drawing/2014/main" val="1343998695"/>
                  </a:ext>
                </a:extLst>
              </a:tr>
            </a:tbl>
          </a:graphicData>
        </a:graphic>
      </p:graphicFrame>
      <p:sp>
        <p:nvSpPr>
          <p:cNvPr id="15" name="ZoneTexte 14">
            <a:extLst>
              <a:ext uri="{FF2B5EF4-FFF2-40B4-BE49-F238E27FC236}">
                <a16:creationId xmlns:a16="http://schemas.microsoft.com/office/drawing/2014/main" id="{3BA7FB43-B8A8-41A8-BCB4-2900EBC1673A}"/>
              </a:ext>
            </a:extLst>
          </p:cNvPr>
          <p:cNvSpPr txBox="1"/>
          <p:nvPr/>
        </p:nvSpPr>
        <p:spPr>
          <a:xfrm>
            <a:off x="2035357" y="2249097"/>
            <a:ext cx="7489644" cy="1446550"/>
          </a:xfrm>
          <a:prstGeom prst="rect">
            <a:avLst/>
          </a:prstGeom>
          <a:noFill/>
        </p:spPr>
        <p:txBody>
          <a:bodyPr wrap="square">
            <a:spAutoFit/>
          </a:bodyPr>
          <a:lstStyle/>
          <a:p>
            <a:pPr algn="ctr"/>
            <a:r>
              <a:rPr lang="fr-FR" sz="4400" b="1" dirty="0">
                <a:solidFill>
                  <a:srgbClr val="841A14"/>
                </a:solidFill>
                <a:latin typeface="Comic Sans MS" panose="030F0702030302020204" pitchFamily="66" charset="0"/>
              </a:rPr>
              <a:t>Les diffèrent types de testes</a:t>
            </a:r>
          </a:p>
        </p:txBody>
      </p:sp>
      <p:sp>
        <p:nvSpPr>
          <p:cNvPr id="5" name="Espace réservé du numéro de diapositive 4">
            <a:extLst>
              <a:ext uri="{FF2B5EF4-FFF2-40B4-BE49-F238E27FC236}">
                <a16:creationId xmlns:a16="http://schemas.microsoft.com/office/drawing/2014/main" id="{CA53AEC5-5874-4EC1-9E7B-AAF490906E7B}"/>
              </a:ext>
            </a:extLst>
          </p:cNvPr>
          <p:cNvSpPr>
            <a:spLocks noGrp="1"/>
          </p:cNvSpPr>
          <p:nvPr>
            <p:ph type="sldNum" sz="quarter" idx="12"/>
          </p:nvPr>
        </p:nvSpPr>
        <p:spPr/>
        <p:txBody>
          <a:bodyPr/>
          <a:lstStyle/>
          <a:p>
            <a:fld id="{69E57DC2-970A-4B3E-BB1C-7A09969E49DF}" type="slidenum">
              <a:rPr lang="en-US" smtClean="0"/>
              <a:t>30</a:t>
            </a:fld>
            <a:endParaRPr lang="en-US" dirty="0"/>
          </a:p>
        </p:txBody>
      </p:sp>
      <p:sp>
        <p:nvSpPr>
          <p:cNvPr id="3" name="Espace réservé du pied de page 2">
            <a:extLst>
              <a:ext uri="{FF2B5EF4-FFF2-40B4-BE49-F238E27FC236}">
                <a16:creationId xmlns:a16="http://schemas.microsoft.com/office/drawing/2014/main" id="{C8FB54C7-9A53-43A7-BFBD-C90691D2ED38}"/>
              </a:ext>
            </a:extLst>
          </p:cNvPr>
          <p:cNvSpPr>
            <a:spLocks noGrp="1"/>
          </p:cNvSpPr>
          <p:nvPr>
            <p:ph type="ftr" sz="quarter" idx="11"/>
          </p:nvPr>
        </p:nvSpPr>
        <p:spPr/>
        <p:txBody>
          <a:bodyPr/>
          <a:lstStyle/>
          <a:p>
            <a:r>
              <a:rPr lang="en-US"/>
              <a:t>Introduction aux tests logiciel</a:t>
            </a:r>
            <a:endParaRPr lang="en-US" dirty="0"/>
          </a:p>
        </p:txBody>
      </p:sp>
    </p:spTree>
    <p:extLst>
      <p:ext uri="{BB962C8B-B14F-4D97-AF65-F5344CB8AC3E}">
        <p14:creationId xmlns:p14="http://schemas.microsoft.com/office/powerpoint/2010/main" val="34559792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A25E7-BE24-8333-57EF-9F02F7E1BC4E}"/>
            </a:ext>
          </a:extLst>
        </p:cNvPr>
        <p:cNvGrpSpPr/>
        <p:nvPr/>
      </p:nvGrpSpPr>
      <p:grpSpPr>
        <a:xfrm>
          <a:off x="0" y="0"/>
          <a:ext cx="0" cy="0"/>
          <a:chOff x="0" y="0"/>
          <a:chExt cx="0" cy="0"/>
        </a:xfrm>
      </p:grpSpPr>
      <p:sp>
        <p:nvSpPr>
          <p:cNvPr id="2" name="Rectangle 3">
            <a:extLst>
              <a:ext uri="{FF2B5EF4-FFF2-40B4-BE49-F238E27FC236}">
                <a16:creationId xmlns:a16="http://schemas.microsoft.com/office/drawing/2014/main" id="{D01A5F8B-919C-9E3D-1B4F-092F21296A88}"/>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grpSp>
        <p:nvGrpSpPr>
          <p:cNvPr id="6" name="Group 10874">
            <a:extLst>
              <a:ext uri="{FF2B5EF4-FFF2-40B4-BE49-F238E27FC236}">
                <a16:creationId xmlns:a16="http://schemas.microsoft.com/office/drawing/2014/main" id="{523B262F-4D31-27F8-0D0F-AFE531224E44}"/>
              </a:ext>
            </a:extLst>
          </p:cNvPr>
          <p:cNvGrpSpPr/>
          <p:nvPr/>
        </p:nvGrpSpPr>
        <p:grpSpPr>
          <a:xfrm>
            <a:off x="2195332" y="1366541"/>
            <a:ext cx="8035290" cy="0"/>
            <a:chOff x="0" y="0"/>
            <a:chExt cx="8035862" cy="1"/>
          </a:xfrm>
        </p:grpSpPr>
        <p:sp>
          <p:nvSpPr>
            <p:cNvPr id="7" name="Shape 38">
              <a:extLst>
                <a:ext uri="{FF2B5EF4-FFF2-40B4-BE49-F238E27FC236}">
                  <a16:creationId xmlns:a16="http://schemas.microsoft.com/office/drawing/2014/main" id="{43F3CD9B-4BCA-44BE-1E20-2009FAFFEF41}"/>
                </a:ext>
              </a:extLst>
            </p:cNvPr>
            <p:cNvSpPr/>
            <p:nvPr/>
          </p:nvSpPr>
          <p:spPr>
            <a:xfrm>
              <a:off x="0" y="0"/>
              <a:ext cx="8035862" cy="1"/>
            </a:xfrm>
            <a:custGeom>
              <a:avLst/>
              <a:gdLst/>
              <a:ahLst/>
              <a:cxnLst/>
              <a:rect l="0" t="0" r="0" b="0"/>
              <a:pathLst>
                <a:path w="8035862" h="1">
                  <a:moveTo>
                    <a:pt x="0" y="0"/>
                  </a:moveTo>
                  <a:lnTo>
                    <a:pt x="8035862" y="1"/>
                  </a:lnTo>
                </a:path>
              </a:pathLst>
            </a:custGeom>
            <a:ln w="12700" cap="flat">
              <a:round/>
            </a:ln>
          </p:spPr>
          <p:style>
            <a:lnRef idx="1">
              <a:srgbClr val="D34817"/>
            </a:lnRef>
            <a:fillRef idx="0">
              <a:srgbClr val="000000">
                <a:alpha val="0"/>
              </a:srgbClr>
            </a:fillRef>
            <a:effectRef idx="0">
              <a:scrgbClr r="0" g="0" b="0"/>
            </a:effectRef>
            <a:fontRef idx="none"/>
          </p:style>
          <p:txBody>
            <a:bodyPr/>
            <a:lstStyle/>
            <a:p>
              <a:endParaRPr lang="fr-FR"/>
            </a:p>
          </p:txBody>
        </p:sp>
      </p:grpSp>
      <p:graphicFrame>
        <p:nvGraphicFramePr>
          <p:cNvPr id="8" name="Tableau 7">
            <a:extLst>
              <a:ext uri="{FF2B5EF4-FFF2-40B4-BE49-F238E27FC236}">
                <a16:creationId xmlns:a16="http://schemas.microsoft.com/office/drawing/2014/main" id="{971FEA8E-1D7A-E27B-C9C3-E3CBDA62B05D}"/>
              </a:ext>
            </a:extLst>
          </p:cNvPr>
          <p:cNvGraphicFramePr>
            <a:graphicFrameLocks noGrp="1"/>
          </p:cNvGraphicFramePr>
          <p:nvPr/>
        </p:nvGraphicFramePr>
        <p:xfrm>
          <a:off x="1719943" y="6437022"/>
          <a:ext cx="9601200" cy="378342"/>
        </p:xfrm>
        <a:graphic>
          <a:graphicData uri="http://schemas.openxmlformats.org/drawingml/2006/table">
            <a:tbl>
              <a:tblPr firstRow="1" firstCol="1" bandRow="1">
                <a:tableStyleId>{5C22544A-7EE6-4342-B048-85BDC9FD1C3A}</a:tableStyleId>
              </a:tblPr>
              <a:tblGrid>
                <a:gridCol w="9274337">
                  <a:extLst>
                    <a:ext uri="{9D8B030D-6E8A-4147-A177-3AD203B41FA5}">
                      <a16:colId xmlns:a16="http://schemas.microsoft.com/office/drawing/2014/main" val="2180616800"/>
                    </a:ext>
                  </a:extLst>
                </a:gridCol>
                <a:gridCol w="326863">
                  <a:extLst>
                    <a:ext uri="{9D8B030D-6E8A-4147-A177-3AD203B41FA5}">
                      <a16:colId xmlns:a16="http://schemas.microsoft.com/office/drawing/2014/main" val="3414485615"/>
                    </a:ext>
                  </a:extLst>
                </a:gridCol>
              </a:tblGrid>
              <a:tr h="378342">
                <a:tc>
                  <a:txBody>
                    <a:bodyPr/>
                    <a:lstStyle/>
                    <a:p>
                      <a:pPr marL="1184910" algn="ctr">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tc>
                  <a:txBody>
                    <a:bodyPr/>
                    <a:lstStyle/>
                    <a:p>
                      <a:pPr algn="l">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extLst>
                  <a:ext uri="{0D108BD9-81ED-4DB2-BD59-A6C34878D82A}">
                    <a16:rowId xmlns:a16="http://schemas.microsoft.com/office/drawing/2014/main" val="1343998695"/>
                  </a:ext>
                </a:extLst>
              </a:tr>
            </a:tbl>
          </a:graphicData>
        </a:graphic>
      </p:graphicFrame>
      <p:sp>
        <p:nvSpPr>
          <p:cNvPr id="9" name="ZoneTexte 8">
            <a:extLst>
              <a:ext uri="{FF2B5EF4-FFF2-40B4-BE49-F238E27FC236}">
                <a16:creationId xmlns:a16="http://schemas.microsoft.com/office/drawing/2014/main" id="{1AF763C3-AFB8-B9EE-ACAC-3A0D8DBDFB6F}"/>
              </a:ext>
            </a:extLst>
          </p:cNvPr>
          <p:cNvSpPr txBox="1"/>
          <p:nvPr/>
        </p:nvSpPr>
        <p:spPr>
          <a:xfrm>
            <a:off x="3046971" y="660144"/>
            <a:ext cx="6098058" cy="584775"/>
          </a:xfrm>
          <a:prstGeom prst="rect">
            <a:avLst/>
          </a:prstGeom>
          <a:noFill/>
        </p:spPr>
        <p:txBody>
          <a:bodyPr wrap="square">
            <a:spAutoFit/>
          </a:bodyPr>
          <a:lstStyle/>
          <a:p>
            <a:pPr algn="ctr"/>
            <a:r>
              <a:rPr lang="fr-FR" sz="3200" b="1" dirty="0">
                <a:solidFill>
                  <a:srgbClr val="841A14"/>
                </a:solidFill>
                <a:latin typeface="Comic Sans MS" panose="030F0702030302020204" pitchFamily="66" charset="0"/>
              </a:rPr>
              <a:t>Les tests Boite Noire</a:t>
            </a:r>
          </a:p>
        </p:txBody>
      </p:sp>
      <p:sp>
        <p:nvSpPr>
          <p:cNvPr id="5" name="Espace réservé du numéro de diapositive 4">
            <a:extLst>
              <a:ext uri="{FF2B5EF4-FFF2-40B4-BE49-F238E27FC236}">
                <a16:creationId xmlns:a16="http://schemas.microsoft.com/office/drawing/2014/main" id="{CA97424C-239C-56B5-CD59-FFEC2FC13BC6}"/>
              </a:ext>
            </a:extLst>
          </p:cNvPr>
          <p:cNvSpPr>
            <a:spLocks noGrp="1"/>
          </p:cNvSpPr>
          <p:nvPr>
            <p:ph type="sldNum" sz="quarter" idx="12"/>
          </p:nvPr>
        </p:nvSpPr>
        <p:spPr/>
        <p:txBody>
          <a:bodyPr/>
          <a:lstStyle/>
          <a:p>
            <a:fld id="{69E57DC2-970A-4B3E-BB1C-7A09969E49DF}" type="slidenum">
              <a:rPr lang="en-US" smtClean="0"/>
              <a:t>31</a:t>
            </a:fld>
            <a:endParaRPr lang="en-US" dirty="0"/>
          </a:p>
        </p:txBody>
      </p:sp>
      <p:sp>
        <p:nvSpPr>
          <p:cNvPr id="3" name="Espace réservé du pied de page 2">
            <a:extLst>
              <a:ext uri="{FF2B5EF4-FFF2-40B4-BE49-F238E27FC236}">
                <a16:creationId xmlns:a16="http://schemas.microsoft.com/office/drawing/2014/main" id="{51C3274F-A697-B787-6AAC-1E205F0D4A87}"/>
              </a:ext>
            </a:extLst>
          </p:cNvPr>
          <p:cNvSpPr>
            <a:spLocks noGrp="1"/>
          </p:cNvSpPr>
          <p:nvPr>
            <p:ph type="ftr" sz="quarter" idx="11"/>
          </p:nvPr>
        </p:nvSpPr>
        <p:spPr/>
        <p:txBody>
          <a:bodyPr/>
          <a:lstStyle/>
          <a:p>
            <a:r>
              <a:rPr lang="en-US"/>
              <a:t>Introduction aux tests logiciel</a:t>
            </a:r>
            <a:endParaRPr lang="en-US" dirty="0"/>
          </a:p>
        </p:txBody>
      </p:sp>
      <p:sp>
        <p:nvSpPr>
          <p:cNvPr id="10" name="ZoneTexte 9">
            <a:extLst>
              <a:ext uri="{FF2B5EF4-FFF2-40B4-BE49-F238E27FC236}">
                <a16:creationId xmlns:a16="http://schemas.microsoft.com/office/drawing/2014/main" id="{E4765580-9D9D-92CC-D324-CBF3731B1A21}"/>
              </a:ext>
            </a:extLst>
          </p:cNvPr>
          <p:cNvSpPr txBox="1"/>
          <p:nvPr/>
        </p:nvSpPr>
        <p:spPr>
          <a:xfrm>
            <a:off x="1191985" y="1544365"/>
            <a:ext cx="10891157" cy="646331"/>
          </a:xfrm>
          <a:prstGeom prst="rect">
            <a:avLst/>
          </a:prstGeom>
          <a:noFill/>
        </p:spPr>
        <p:txBody>
          <a:bodyPr wrap="square">
            <a:spAutoFit/>
          </a:bodyPr>
          <a:lstStyle>
            <a:defPPr>
              <a:defRPr lang="en-US"/>
            </a:defPPr>
            <a:lvl1pPr algn="ctr">
              <a:defRPr sz="2300" b="0" i="0" u="none" strike="noStrike" baseline="0">
                <a:latin typeface="Comic Sans MS" panose="030F0702030302020204" pitchFamily="66" charset="0"/>
              </a:defRPr>
            </a:lvl1pPr>
          </a:lstStyle>
          <a:p>
            <a:r>
              <a:rPr lang="fr-FR" dirty="0"/>
              <a:t>L'expression « boîte noire » vient du fait que les composants et les processus du dispositif de traitement ne sont pas visibles ou transparents et que le programme testé n'est pas étudié.</a:t>
            </a:r>
          </a:p>
        </p:txBody>
      </p:sp>
      <p:grpSp>
        <p:nvGrpSpPr>
          <p:cNvPr id="12" name="Group 85507">
            <a:extLst>
              <a:ext uri="{FF2B5EF4-FFF2-40B4-BE49-F238E27FC236}">
                <a16:creationId xmlns:a16="http://schemas.microsoft.com/office/drawing/2014/main" id="{4A88E354-18A7-3C88-58B2-91A241F66ECB}"/>
              </a:ext>
            </a:extLst>
          </p:cNvPr>
          <p:cNvGrpSpPr/>
          <p:nvPr/>
        </p:nvGrpSpPr>
        <p:grpSpPr>
          <a:xfrm>
            <a:off x="1719943" y="3794632"/>
            <a:ext cx="9469211" cy="1676101"/>
            <a:chOff x="0" y="0"/>
            <a:chExt cx="5995372" cy="1388226"/>
          </a:xfrm>
        </p:grpSpPr>
        <p:pic>
          <p:nvPicPr>
            <p:cNvPr id="15" name="Picture 2657">
              <a:extLst>
                <a:ext uri="{FF2B5EF4-FFF2-40B4-BE49-F238E27FC236}">
                  <a16:creationId xmlns:a16="http://schemas.microsoft.com/office/drawing/2014/main" id="{6EE0B4BD-C884-82B2-32DF-F0CF442D9D32}"/>
                </a:ext>
              </a:extLst>
            </p:cNvPr>
            <p:cNvPicPr/>
            <p:nvPr/>
          </p:nvPicPr>
          <p:blipFill>
            <a:blip r:embed="rId3"/>
            <a:stretch>
              <a:fillRect/>
            </a:stretch>
          </p:blipFill>
          <p:spPr>
            <a:xfrm>
              <a:off x="1500707" y="0"/>
              <a:ext cx="2531225" cy="1388226"/>
            </a:xfrm>
            <a:prstGeom prst="rect">
              <a:avLst/>
            </a:prstGeom>
          </p:spPr>
        </p:pic>
        <p:pic>
          <p:nvPicPr>
            <p:cNvPr id="16" name="Picture 2659">
              <a:extLst>
                <a:ext uri="{FF2B5EF4-FFF2-40B4-BE49-F238E27FC236}">
                  <a16:creationId xmlns:a16="http://schemas.microsoft.com/office/drawing/2014/main" id="{8C4D2902-CD57-F8F9-EDDC-B31DBDFC7909}"/>
                </a:ext>
              </a:extLst>
            </p:cNvPr>
            <p:cNvPicPr/>
            <p:nvPr/>
          </p:nvPicPr>
          <p:blipFill>
            <a:blip r:embed="rId4"/>
            <a:stretch>
              <a:fillRect/>
            </a:stretch>
          </p:blipFill>
          <p:spPr>
            <a:xfrm>
              <a:off x="2244696" y="486294"/>
              <a:ext cx="1030778" cy="419793"/>
            </a:xfrm>
            <a:prstGeom prst="rect">
              <a:avLst/>
            </a:prstGeom>
          </p:spPr>
        </p:pic>
        <p:pic>
          <p:nvPicPr>
            <p:cNvPr id="17" name="Picture 100952">
              <a:extLst>
                <a:ext uri="{FF2B5EF4-FFF2-40B4-BE49-F238E27FC236}">
                  <a16:creationId xmlns:a16="http://schemas.microsoft.com/office/drawing/2014/main" id="{E1E1136D-C297-BCCA-DAF6-78F4C55F41C7}"/>
                </a:ext>
              </a:extLst>
            </p:cNvPr>
            <p:cNvPicPr/>
            <p:nvPr/>
          </p:nvPicPr>
          <p:blipFill>
            <a:blip r:embed="rId5"/>
            <a:stretch>
              <a:fillRect/>
            </a:stretch>
          </p:blipFill>
          <p:spPr>
            <a:xfrm>
              <a:off x="1546797" y="27802"/>
              <a:ext cx="2435352" cy="1289304"/>
            </a:xfrm>
            <a:prstGeom prst="rect">
              <a:avLst/>
            </a:prstGeom>
          </p:spPr>
        </p:pic>
        <p:sp>
          <p:nvSpPr>
            <p:cNvPr id="18" name="Shape 2662">
              <a:extLst>
                <a:ext uri="{FF2B5EF4-FFF2-40B4-BE49-F238E27FC236}">
                  <a16:creationId xmlns:a16="http://schemas.microsoft.com/office/drawing/2014/main" id="{D8787687-26DD-A8D3-09F8-F0A76983E0DD}"/>
                </a:ext>
              </a:extLst>
            </p:cNvPr>
            <p:cNvSpPr/>
            <p:nvPr/>
          </p:nvSpPr>
          <p:spPr>
            <a:xfrm>
              <a:off x="1551622" y="30914"/>
              <a:ext cx="2428875" cy="1285875"/>
            </a:xfrm>
            <a:custGeom>
              <a:avLst/>
              <a:gdLst/>
              <a:ahLst/>
              <a:cxnLst/>
              <a:rect l="0" t="0" r="0" b="0"/>
              <a:pathLst>
                <a:path w="2428875" h="1285875">
                  <a:moveTo>
                    <a:pt x="0" y="214317"/>
                  </a:moveTo>
                  <a:cubicBezTo>
                    <a:pt x="0" y="95953"/>
                    <a:pt x="95953" y="0"/>
                    <a:pt x="214317" y="0"/>
                  </a:cubicBezTo>
                  <a:lnTo>
                    <a:pt x="2214558" y="0"/>
                  </a:lnTo>
                  <a:cubicBezTo>
                    <a:pt x="2332922" y="0"/>
                    <a:pt x="2428875" y="95953"/>
                    <a:pt x="2428875" y="214317"/>
                  </a:cubicBezTo>
                  <a:lnTo>
                    <a:pt x="2428875" y="1071558"/>
                  </a:lnTo>
                  <a:cubicBezTo>
                    <a:pt x="2428875" y="1189922"/>
                    <a:pt x="2332922" y="1285875"/>
                    <a:pt x="2214558" y="1285875"/>
                  </a:cubicBezTo>
                  <a:lnTo>
                    <a:pt x="214317" y="1285875"/>
                  </a:lnTo>
                  <a:cubicBezTo>
                    <a:pt x="95953" y="1285875"/>
                    <a:pt x="0" y="1189922"/>
                    <a:pt x="0" y="1071558"/>
                  </a:cubicBezTo>
                  <a:close/>
                </a:path>
              </a:pathLst>
            </a:custGeom>
            <a:ln w="9525" cap="flat">
              <a:round/>
            </a:ln>
          </p:spPr>
          <p:style>
            <a:lnRef idx="1">
              <a:srgbClr val="000000"/>
            </a:lnRef>
            <a:fillRef idx="0">
              <a:srgbClr val="000000">
                <a:alpha val="0"/>
              </a:srgbClr>
            </a:fillRef>
            <a:effectRef idx="0">
              <a:scrgbClr r="0" g="0" b="0"/>
            </a:effectRef>
            <a:fontRef idx="none"/>
          </p:style>
          <p:txBody>
            <a:bodyPr/>
            <a:lstStyle/>
            <a:p>
              <a:endParaRPr lang="fr-FR" sz="2300">
                <a:latin typeface="Comic Sans MS" panose="030F0702030302020204" pitchFamily="66" charset="0"/>
              </a:endParaRPr>
            </a:p>
          </p:txBody>
        </p:sp>
        <p:sp>
          <p:nvSpPr>
            <p:cNvPr id="19" name="Rectangle 18">
              <a:extLst>
                <a:ext uri="{FF2B5EF4-FFF2-40B4-BE49-F238E27FC236}">
                  <a16:creationId xmlns:a16="http://schemas.microsoft.com/office/drawing/2014/main" id="{E94A84D9-C9B7-B39B-ED31-41E31A184E00}"/>
                </a:ext>
              </a:extLst>
            </p:cNvPr>
            <p:cNvSpPr/>
            <p:nvPr/>
          </p:nvSpPr>
          <p:spPr>
            <a:xfrm>
              <a:off x="2324020" y="558346"/>
              <a:ext cx="1267291" cy="339667"/>
            </a:xfrm>
            <a:prstGeom prst="rect">
              <a:avLst/>
            </a:prstGeom>
            <a:ln>
              <a:noFill/>
            </a:ln>
          </p:spPr>
          <p:txBody>
            <a:bodyPr vert="horz" lIns="0" tIns="0" rIns="0" bIns="0" rtlCol="0">
              <a:noAutofit/>
            </a:bodyPr>
            <a:lstStyle/>
            <a:p>
              <a:pPr>
                <a:lnSpc>
                  <a:spcPct val="107000"/>
                </a:lnSpc>
                <a:spcAft>
                  <a:spcPts val="800"/>
                </a:spcAft>
              </a:pPr>
              <a:r>
                <a:rPr lang="fr-FR" sz="2300" dirty="0">
                  <a:solidFill>
                    <a:srgbClr val="000000"/>
                  </a:solidFill>
                  <a:effectLst/>
                  <a:latin typeface="Comic Sans MS" panose="030F0702030302020204" pitchFamily="66" charset="0"/>
                  <a:ea typeface="Arial" panose="020B0604020202020204" pitchFamily="34" charset="0"/>
                </a:rPr>
                <a:t>Système </a:t>
              </a:r>
              <a:endParaRPr lang="fr-FR" sz="2300" dirty="0">
                <a:solidFill>
                  <a:srgbClr val="000000"/>
                </a:solidFill>
                <a:effectLst/>
                <a:latin typeface="Comic Sans MS" panose="030F0702030302020204" pitchFamily="66" charset="0"/>
                <a:ea typeface="Calibri" panose="020F0502020204030204" pitchFamily="34" charset="0"/>
              </a:endParaRPr>
            </a:p>
          </p:txBody>
        </p:sp>
        <p:sp>
          <p:nvSpPr>
            <p:cNvPr id="20" name="Shape 2664">
              <a:extLst>
                <a:ext uri="{FF2B5EF4-FFF2-40B4-BE49-F238E27FC236}">
                  <a16:creationId xmlns:a16="http://schemas.microsoft.com/office/drawing/2014/main" id="{AD1760C5-D1D3-D17B-F478-20D2EC3F8D6F}"/>
                </a:ext>
              </a:extLst>
            </p:cNvPr>
            <p:cNvSpPr/>
            <p:nvPr/>
          </p:nvSpPr>
          <p:spPr>
            <a:xfrm>
              <a:off x="908685" y="673851"/>
              <a:ext cx="617733" cy="1525"/>
            </a:xfrm>
            <a:custGeom>
              <a:avLst/>
              <a:gdLst/>
              <a:ahLst/>
              <a:cxnLst/>
              <a:rect l="0" t="0" r="0" b="0"/>
              <a:pathLst>
                <a:path w="617733" h="1525">
                  <a:moveTo>
                    <a:pt x="0" y="0"/>
                  </a:moveTo>
                  <a:lnTo>
                    <a:pt x="617733" y="1525"/>
                  </a:lnTo>
                </a:path>
              </a:pathLst>
            </a:custGeom>
            <a:ln w="9525" cap="flat">
              <a:round/>
            </a:ln>
          </p:spPr>
          <p:style>
            <a:lnRef idx="1">
              <a:srgbClr val="000000"/>
            </a:lnRef>
            <a:fillRef idx="0">
              <a:srgbClr val="000000">
                <a:alpha val="0"/>
              </a:srgbClr>
            </a:fillRef>
            <a:effectRef idx="0">
              <a:scrgbClr r="0" g="0" b="0"/>
            </a:effectRef>
            <a:fontRef idx="none"/>
          </p:style>
          <p:txBody>
            <a:bodyPr/>
            <a:lstStyle/>
            <a:p>
              <a:endParaRPr lang="fr-FR" sz="2300">
                <a:latin typeface="Comic Sans MS" panose="030F0702030302020204" pitchFamily="66" charset="0"/>
              </a:endParaRPr>
            </a:p>
          </p:txBody>
        </p:sp>
        <p:sp>
          <p:nvSpPr>
            <p:cNvPr id="21" name="Shape 2665">
              <a:extLst>
                <a:ext uri="{FF2B5EF4-FFF2-40B4-BE49-F238E27FC236}">
                  <a16:creationId xmlns:a16="http://schemas.microsoft.com/office/drawing/2014/main" id="{30E30288-A53E-0868-F716-78413844AFED}"/>
                </a:ext>
              </a:extLst>
            </p:cNvPr>
            <p:cNvSpPr/>
            <p:nvPr/>
          </p:nvSpPr>
          <p:spPr>
            <a:xfrm>
              <a:off x="1435603" y="617629"/>
              <a:ext cx="116020" cy="116514"/>
            </a:xfrm>
            <a:custGeom>
              <a:avLst/>
              <a:gdLst/>
              <a:ahLst/>
              <a:cxnLst/>
              <a:rect l="0" t="0" r="0" b="0"/>
              <a:pathLst>
                <a:path w="116020" h="116514">
                  <a:moveTo>
                    <a:pt x="11523" y="820"/>
                  </a:moveTo>
                  <a:cubicBezTo>
                    <a:pt x="14668" y="0"/>
                    <a:pt x="18126" y="380"/>
                    <a:pt x="21151" y="2155"/>
                  </a:cubicBezTo>
                  <a:lnTo>
                    <a:pt x="116020" y="57809"/>
                  </a:lnTo>
                  <a:lnTo>
                    <a:pt x="20878" y="112995"/>
                  </a:lnTo>
                  <a:cubicBezTo>
                    <a:pt x="14811" y="116514"/>
                    <a:pt x="7038" y="114449"/>
                    <a:pt x="3519" y="108381"/>
                  </a:cubicBezTo>
                  <a:cubicBezTo>
                    <a:pt x="0" y="102314"/>
                    <a:pt x="2066" y="94543"/>
                    <a:pt x="8133" y="91024"/>
                  </a:cubicBezTo>
                  <a:lnTo>
                    <a:pt x="65610" y="57685"/>
                  </a:lnTo>
                  <a:lnTo>
                    <a:pt x="8298" y="24063"/>
                  </a:lnTo>
                  <a:cubicBezTo>
                    <a:pt x="2249" y="20514"/>
                    <a:pt x="221" y="12733"/>
                    <a:pt x="3771" y="6683"/>
                  </a:cubicBezTo>
                  <a:cubicBezTo>
                    <a:pt x="5545" y="3658"/>
                    <a:pt x="8378" y="1639"/>
                    <a:pt x="11523" y="820"/>
                  </a:cubicBezTo>
                  <a:close/>
                </a:path>
              </a:pathLst>
            </a:custGeom>
            <a:ln w="0" cap="flat">
              <a:round/>
            </a:ln>
          </p:spPr>
          <p:style>
            <a:lnRef idx="0">
              <a:srgbClr val="000000">
                <a:alpha val="0"/>
              </a:srgbClr>
            </a:lnRef>
            <a:fillRef idx="1">
              <a:srgbClr val="000000"/>
            </a:fillRef>
            <a:effectRef idx="0">
              <a:scrgbClr r="0" g="0" b="0"/>
            </a:effectRef>
            <a:fontRef idx="none"/>
          </p:style>
          <p:txBody>
            <a:bodyPr/>
            <a:lstStyle/>
            <a:p>
              <a:endParaRPr lang="fr-FR" sz="2300">
                <a:latin typeface="Comic Sans MS" panose="030F0702030302020204" pitchFamily="66" charset="0"/>
              </a:endParaRPr>
            </a:p>
          </p:txBody>
        </p:sp>
        <p:sp>
          <p:nvSpPr>
            <p:cNvPr id="22" name="Rectangle 21">
              <a:extLst>
                <a:ext uri="{FF2B5EF4-FFF2-40B4-BE49-F238E27FC236}">
                  <a16:creationId xmlns:a16="http://schemas.microsoft.com/office/drawing/2014/main" id="{6CFD3682-45F3-470E-299E-ABC9BBFFD2B6}"/>
                </a:ext>
              </a:extLst>
            </p:cNvPr>
            <p:cNvSpPr/>
            <p:nvPr/>
          </p:nvSpPr>
          <p:spPr>
            <a:xfrm>
              <a:off x="0" y="384039"/>
              <a:ext cx="1301648" cy="339667"/>
            </a:xfrm>
            <a:prstGeom prst="rect">
              <a:avLst/>
            </a:prstGeom>
            <a:ln>
              <a:noFill/>
            </a:ln>
          </p:spPr>
          <p:txBody>
            <a:bodyPr vert="horz" lIns="0" tIns="0" rIns="0" bIns="0" rtlCol="0">
              <a:noAutofit/>
            </a:bodyPr>
            <a:lstStyle/>
            <a:p>
              <a:pPr>
                <a:lnSpc>
                  <a:spcPct val="107000"/>
                </a:lnSpc>
                <a:spcAft>
                  <a:spcPts val="800"/>
                </a:spcAft>
              </a:pPr>
              <a:r>
                <a:rPr lang="fr-FR" sz="2300">
                  <a:solidFill>
                    <a:srgbClr val="000000"/>
                  </a:solidFill>
                  <a:effectLst/>
                  <a:latin typeface="Comic Sans MS" panose="030F0702030302020204" pitchFamily="66" charset="0"/>
                  <a:ea typeface="Arial" panose="020B0604020202020204" pitchFamily="34" charset="0"/>
                </a:rPr>
                <a:t>Données </a:t>
              </a:r>
              <a:endParaRPr lang="fr-FR" sz="2300">
                <a:solidFill>
                  <a:srgbClr val="000000"/>
                </a:solidFill>
                <a:effectLst/>
                <a:latin typeface="Comic Sans MS" panose="030F0702030302020204" pitchFamily="66" charset="0"/>
                <a:ea typeface="Calibri" panose="020F0502020204030204" pitchFamily="34" charset="0"/>
              </a:endParaRPr>
            </a:p>
          </p:txBody>
        </p:sp>
        <p:sp>
          <p:nvSpPr>
            <p:cNvPr id="23" name="Rectangle 22">
              <a:extLst>
                <a:ext uri="{FF2B5EF4-FFF2-40B4-BE49-F238E27FC236}">
                  <a16:creationId xmlns:a16="http://schemas.microsoft.com/office/drawing/2014/main" id="{EECFD44C-00C7-EDA0-90A5-CCEEC32AE677}"/>
                </a:ext>
              </a:extLst>
            </p:cNvPr>
            <p:cNvSpPr/>
            <p:nvPr/>
          </p:nvSpPr>
          <p:spPr>
            <a:xfrm>
              <a:off x="0" y="650739"/>
              <a:ext cx="997245" cy="339667"/>
            </a:xfrm>
            <a:prstGeom prst="rect">
              <a:avLst/>
            </a:prstGeom>
            <a:ln>
              <a:noFill/>
            </a:ln>
          </p:spPr>
          <p:txBody>
            <a:bodyPr vert="horz" lIns="0" tIns="0" rIns="0" bIns="0" rtlCol="0">
              <a:noAutofit/>
            </a:bodyPr>
            <a:lstStyle/>
            <a:p>
              <a:pPr>
                <a:lnSpc>
                  <a:spcPct val="107000"/>
                </a:lnSpc>
                <a:spcAft>
                  <a:spcPts val="800"/>
                </a:spcAft>
              </a:pPr>
              <a:r>
                <a:rPr lang="fr-FR" sz="2300">
                  <a:solidFill>
                    <a:srgbClr val="000000"/>
                  </a:solidFill>
                  <a:effectLst/>
                  <a:latin typeface="Comic Sans MS" panose="030F0702030302020204" pitchFamily="66" charset="0"/>
                  <a:ea typeface="Arial" panose="020B0604020202020204" pitchFamily="34" charset="0"/>
                </a:rPr>
                <a:t>de test </a:t>
              </a:r>
              <a:endParaRPr lang="fr-FR" sz="2300">
                <a:solidFill>
                  <a:srgbClr val="000000"/>
                </a:solidFill>
                <a:effectLst/>
                <a:latin typeface="Comic Sans MS" panose="030F0702030302020204" pitchFamily="66" charset="0"/>
                <a:ea typeface="Calibri" panose="020F0502020204030204" pitchFamily="34" charset="0"/>
              </a:endParaRPr>
            </a:p>
          </p:txBody>
        </p:sp>
        <p:sp>
          <p:nvSpPr>
            <p:cNvPr id="24" name="Shape 2668">
              <a:extLst>
                <a:ext uri="{FF2B5EF4-FFF2-40B4-BE49-F238E27FC236}">
                  <a16:creationId xmlns:a16="http://schemas.microsoft.com/office/drawing/2014/main" id="{385483D8-3AA5-CC47-B8F6-15BDDBCE6CA2}"/>
                </a:ext>
              </a:extLst>
            </p:cNvPr>
            <p:cNvSpPr/>
            <p:nvPr/>
          </p:nvSpPr>
          <p:spPr>
            <a:xfrm>
              <a:off x="3980497" y="673851"/>
              <a:ext cx="546295" cy="0"/>
            </a:xfrm>
            <a:custGeom>
              <a:avLst/>
              <a:gdLst/>
              <a:ahLst/>
              <a:cxnLst/>
              <a:rect l="0" t="0" r="0" b="0"/>
              <a:pathLst>
                <a:path w="546295">
                  <a:moveTo>
                    <a:pt x="0" y="0"/>
                  </a:moveTo>
                  <a:lnTo>
                    <a:pt x="546295" y="0"/>
                  </a:lnTo>
                </a:path>
              </a:pathLst>
            </a:custGeom>
            <a:ln w="9525" cap="flat">
              <a:round/>
            </a:ln>
          </p:spPr>
          <p:style>
            <a:lnRef idx="1">
              <a:srgbClr val="000000"/>
            </a:lnRef>
            <a:fillRef idx="0">
              <a:srgbClr val="000000">
                <a:alpha val="0"/>
              </a:srgbClr>
            </a:fillRef>
            <a:effectRef idx="0">
              <a:scrgbClr r="0" g="0" b="0"/>
            </a:effectRef>
            <a:fontRef idx="none"/>
          </p:style>
          <p:txBody>
            <a:bodyPr/>
            <a:lstStyle/>
            <a:p>
              <a:endParaRPr lang="fr-FR" sz="2300">
                <a:latin typeface="Comic Sans MS" panose="030F0702030302020204" pitchFamily="66" charset="0"/>
              </a:endParaRPr>
            </a:p>
          </p:txBody>
        </p:sp>
        <p:sp>
          <p:nvSpPr>
            <p:cNvPr id="25" name="Shape 2669">
              <a:extLst>
                <a:ext uri="{FF2B5EF4-FFF2-40B4-BE49-F238E27FC236}">
                  <a16:creationId xmlns:a16="http://schemas.microsoft.com/office/drawing/2014/main" id="{987EA6BC-7F7D-B39E-C3F0-9DF7E0A0AFFF}"/>
                </a:ext>
              </a:extLst>
            </p:cNvPr>
            <p:cNvSpPr/>
            <p:nvPr/>
          </p:nvSpPr>
          <p:spPr>
            <a:xfrm>
              <a:off x="4436088" y="616292"/>
              <a:ext cx="115909" cy="116513"/>
            </a:xfrm>
            <a:custGeom>
              <a:avLst/>
              <a:gdLst/>
              <a:ahLst/>
              <a:cxnLst/>
              <a:rect l="0" t="0" r="0" b="0"/>
              <a:pathLst>
                <a:path w="115909" h="116513">
                  <a:moveTo>
                    <a:pt x="11273" y="827"/>
                  </a:moveTo>
                  <a:cubicBezTo>
                    <a:pt x="14416" y="0"/>
                    <a:pt x="17874" y="372"/>
                    <a:pt x="20904" y="2139"/>
                  </a:cubicBezTo>
                  <a:lnTo>
                    <a:pt x="115909" y="57558"/>
                  </a:lnTo>
                  <a:lnTo>
                    <a:pt x="20904" y="112979"/>
                  </a:lnTo>
                  <a:cubicBezTo>
                    <a:pt x="14845" y="116513"/>
                    <a:pt x="7069" y="114467"/>
                    <a:pt x="3534" y="108408"/>
                  </a:cubicBezTo>
                  <a:cubicBezTo>
                    <a:pt x="0" y="102350"/>
                    <a:pt x="2047" y="94572"/>
                    <a:pt x="8105" y="91039"/>
                  </a:cubicBezTo>
                  <a:lnTo>
                    <a:pt x="65499" y="57558"/>
                  </a:lnTo>
                  <a:lnTo>
                    <a:pt x="8105" y="24079"/>
                  </a:lnTo>
                  <a:cubicBezTo>
                    <a:pt x="2047" y="20544"/>
                    <a:pt x="0" y="12768"/>
                    <a:pt x="3534" y="6710"/>
                  </a:cubicBezTo>
                  <a:cubicBezTo>
                    <a:pt x="5302" y="3680"/>
                    <a:pt x="8129" y="1654"/>
                    <a:pt x="11273" y="827"/>
                  </a:cubicBezTo>
                  <a:close/>
                </a:path>
              </a:pathLst>
            </a:custGeom>
            <a:ln w="0" cap="flat">
              <a:round/>
            </a:ln>
          </p:spPr>
          <p:style>
            <a:lnRef idx="0">
              <a:srgbClr val="000000">
                <a:alpha val="0"/>
              </a:srgbClr>
            </a:lnRef>
            <a:fillRef idx="1">
              <a:srgbClr val="000000"/>
            </a:fillRef>
            <a:effectRef idx="0">
              <a:scrgbClr r="0" g="0" b="0"/>
            </a:effectRef>
            <a:fontRef idx="none"/>
          </p:style>
          <p:txBody>
            <a:bodyPr/>
            <a:lstStyle/>
            <a:p>
              <a:endParaRPr lang="fr-FR" sz="2300">
                <a:latin typeface="Comic Sans MS" panose="030F0702030302020204" pitchFamily="66" charset="0"/>
              </a:endParaRPr>
            </a:p>
          </p:txBody>
        </p:sp>
        <p:sp>
          <p:nvSpPr>
            <p:cNvPr id="26" name="Rectangle 25">
              <a:extLst>
                <a:ext uri="{FF2B5EF4-FFF2-40B4-BE49-F238E27FC236}">
                  <a16:creationId xmlns:a16="http://schemas.microsoft.com/office/drawing/2014/main" id="{A3398096-A438-A6F2-AC91-106DC9BC3BAF}"/>
                </a:ext>
              </a:extLst>
            </p:cNvPr>
            <p:cNvSpPr/>
            <p:nvPr/>
          </p:nvSpPr>
          <p:spPr>
            <a:xfrm>
              <a:off x="4643436" y="384039"/>
              <a:ext cx="1351936" cy="339667"/>
            </a:xfrm>
            <a:prstGeom prst="rect">
              <a:avLst/>
            </a:prstGeom>
            <a:ln>
              <a:noFill/>
            </a:ln>
          </p:spPr>
          <p:txBody>
            <a:bodyPr vert="horz" lIns="0" tIns="0" rIns="0" bIns="0" rtlCol="0">
              <a:noAutofit/>
            </a:bodyPr>
            <a:lstStyle/>
            <a:p>
              <a:pPr>
                <a:lnSpc>
                  <a:spcPct val="107000"/>
                </a:lnSpc>
                <a:spcAft>
                  <a:spcPts val="800"/>
                </a:spcAft>
              </a:pPr>
              <a:r>
                <a:rPr lang="fr-FR" sz="2300">
                  <a:solidFill>
                    <a:srgbClr val="000000"/>
                  </a:solidFill>
                  <a:effectLst/>
                  <a:latin typeface="Comic Sans MS" panose="030F0702030302020204" pitchFamily="66" charset="0"/>
                  <a:ea typeface="Arial" panose="020B0604020202020204" pitchFamily="34" charset="0"/>
                </a:rPr>
                <a:t>Résultats </a:t>
              </a:r>
              <a:endParaRPr lang="fr-FR" sz="2300">
                <a:solidFill>
                  <a:srgbClr val="000000"/>
                </a:solidFill>
                <a:effectLst/>
                <a:latin typeface="Comic Sans MS" panose="030F0702030302020204" pitchFamily="66" charset="0"/>
                <a:ea typeface="Calibri" panose="020F0502020204030204" pitchFamily="34" charset="0"/>
              </a:endParaRPr>
            </a:p>
          </p:txBody>
        </p:sp>
        <p:sp>
          <p:nvSpPr>
            <p:cNvPr id="27" name="Rectangle 26">
              <a:extLst>
                <a:ext uri="{FF2B5EF4-FFF2-40B4-BE49-F238E27FC236}">
                  <a16:creationId xmlns:a16="http://schemas.microsoft.com/office/drawing/2014/main" id="{A09BAC73-B1E8-378C-3B2A-DD582C91AC1C}"/>
                </a:ext>
              </a:extLst>
            </p:cNvPr>
            <p:cNvSpPr/>
            <p:nvPr/>
          </p:nvSpPr>
          <p:spPr>
            <a:xfrm>
              <a:off x="4643436" y="650739"/>
              <a:ext cx="997244" cy="339667"/>
            </a:xfrm>
            <a:prstGeom prst="rect">
              <a:avLst/>
            </a:prstGeom>
            <a:ln>
              <a:noFill/>
            </a:ln>
          </p:spPr>
          <p:txBody>
            <a:bodyPr vert="horz" lIns="0" tIns="0" rIns="0" bIns="0" rtlCol="0">
              <a:noAutofit/>
            </a:bodyPr>
            <a:lstStyle/>
            <a:p>
              <a:pPr>
                <a:lnSpc>
                  <a:spcPct val="107000"/>
                </a:lnSpc>
                <a:spcAft>
                  <a:spcPts val="800"/>
                </a:spcAft>
              </a:pPr>
              <a:r>
                <a:rPr lang="fr-FR" sz="2300">
                  <a:solidFill>
                    <a:srgbClr val="000000"/>
                  </a:solidFill>
                  <a:effectLst/>
                  <a:latin typeface="Comic Sans MS" panose="030F0702030302020204" pitchFamily="66" charset="0"/>
                  <a:ea typeface="Arial" panose="020B0604020202020204" pitchFamily="34" charset="0"/>
                </a:rPr>
                <a:t>du test </a:t>
              </a:r>
              <a:endParaRPr lang="fr-FR" sz="2300">
                <a:solidFill>
                  <a:srgbClr val="000000"/>
                </a:solidFill>
                <a:effectLst/>
                <a:latin typeface="Comic Sans MS" panose="030F0702030302020204" pitchFamily="66" charset="0"/>
                <a:ea typeface="Calibri" panose="020F0502020204030204" pitchFamily="34" charset="0"/>
              </a:endParaRPr>
            </a:p>
          </p:txBody>
        </p:sp>
      </p:grpSp>
    </p:spTree>
    <p:extLst>
      <p:ext uri="{BB962C8B-B14F-4D97-AF65-F5344CB8AC3E}">
        <p14:creationId xmlns:p14="http://schemas.microsoft.com/office/powerpoint/2010/main" val="12191000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25733" y="1238882"/>
            <a:ext cx="3324785" cy="540254"/>
          </a:xfrm>
          <a:prstGeom prst="rect">
            <a:avLst/>
          </a:prstGeom>
        </p:spPr>
        <p:txBody>
          <a:bodyPr vert="horz" wrap="square" lIns="0" tIns="10646" rIns="0" bIns="0" rtlCol="0">
            <a:spAutoFit/>
          </a:bodyPr>
          <a:lstStyle/>
          <a:p>
            <a:pPr marL="11206">
              <a:spcBef>
                <a:spcPts val="84"/>
              </a:spcBef>
            </a:pPr>
            <a:r>
              <a:rPr spc="35" dirty="0">
                <a:solidFill>
                  <a:srgbClr val="9B2D1F"/>
                </a:solidFill>
                <a:latin typeface="Palatino Linotype"/>
                <a:cs typeface="Palatino Linotype"/>
              </a:rPr>
              <a:t>P</a:t>
            </a:r>
            <a:r>
              <a:rPr spc="-40" dirty="0">
                <a:solidFill>
                  <a:srgbClr val="9B2D1F"/>
                </a:solidFill>
                <a:latin typeface="Palatino Linotype"/>
                <a:cs typeface="Palatino Linotype"/>
              </a:rPr>
              <a:t>r</a:t>
            </a:r>
            <a:r>
              <a:rPr spc="-31" dirty="0">
                <a:solidFill>
                  <a:srgbClr val="9B2D1F"/>
                </a:solidFill>
                <a:latin typeface="Palatino Linotype"/>
                <a:cs typeface="Palatino Linotype"/>
              </a:rPr>
              <a:t>i</a:t>
            </a:r>
            <a:r>
              <a:rPr spc="22" dirty="0">
                <a:solidFill>
                  <a:srgbClr val="9B2D1F"/>
                </a:solidFill>
                <a:latin typeface="Palatino Linotype"/>
                <a:cs typeface="Palatino Linotype"/>
              </a:rPr>
              <a:t>n</a:t>
            </a:r>
            <a:r>
              <a:rPr spc="-31" dirty="0">
                <a:solidFill>
                  <a:srgbClr val="9B2D1F"/>
                </a:solidFill>
                <a:latin typeface="Palatino Linotype"/>
                <a:cs typeface="Palatino Linotype"/>
              </a:rPr>
              <a:t>ci</a:t>
            </a:r>
            <a:r>
              <a:rPr spc="-44" dirty="0">
                <a:solidFill>
                  <a:srgbClr val="9B2D1F"/>
                </a:solidFill>
                <a:latin typeface="Palatino Linotype"/>
                <a:cs typeface="Palatino Linotype"/>
              </a:rPr>
              <a:t>p</a:t>
            </a:r>
            <a:r>
              <a:rPr spc="-62" dirty="0">
                <a:solidFill>
                  <a:srgbClr val="9B2D1F"/>
                </a:solidFill>
                <a:latin typeface="Palatino Linotype"/>
                <a:cs typeface="Palatino Linotype"/>
              </a:rPr>
              <a:t>e</a:t>
            </a:r>
            <a:r>
              <a:rPr dirty="0">
                <a:solidFill>
                  <a:srgbClr val="9B2D1F"/>
                </a:solidFill>
                <a:latin typeface="Palatino Linotype"/>
                <a:cs typeface="Palatino Linotype"/>
              </a:rPr>
              <a:t>s</a:t>
            </a:r>
            <a:r>
              <a:rPr spc="-287" dirty="0">
                <a:solidFill>
                  <a:srgbClr val="9B2D1F"/>
                </a:solidFill>
                <a:latin typeface="Palatino Linotype"/>
                <a:cs typeface="Palatino Linotype"/>
              </a:rPr>
              <a:t> </a:t>
            </a:r>
            <a:r>
              <a:rPr spc="13" dirty="0">
                <a:solidFill>
                  <a:srgbClr val="9B2D1F"/>
                </a:solidFill>
                <a:latin typeface="Palatino Linotype"/>
                <a:cs typeface="Palatino Linotype"/>
              </a:rPr>
              <a:t>d</a:t>
            </a:r>
            <a:r>
              <a:rPr dirty="0">
                <a:solidFill>
                  <a:srgbClr val="9B2D1F"/>
                </a:solidFill>
                <a:latin typeface="Palatino Linotype"/>
                <a:cs typeface="Palatino Linotype"/>
              </a:rPr>
              <a:t>e</a:t>
            </a:r>
            <a:r>
              <a:rPr spc="-216" dirty="0">
                <a:solidFill>
                  <a:srgbClr val="9B2D1F"/>
                </a:solidFill>
                <a:latin typeface="Palatino Linotype"/>
                <a:cs typeface="Palatino Linotype"/>
              </a:rPr>
              <a:t> </a:t>
            </a:r>
            <a:r>
              <a:rPr spc="13" dirty="0">
                <a:solidFill>
                  <a:srgbClr val="9B2D1F"/>
                </a:solidFill>
                <a:latin typeface="Palatino Linotype"/>
                <a:cs typeface="Palatino Linotype"/>
              </a:rPr>
              <a:t>B</a:t>
            </a:r>
            <a:r>
              <a:rPr spc="40" dirty="0">
                <a:solidFill>
                  <a:srgbClr val="9B2D1F"/>
                </a:solidFill>
                <a:latin typeface="Palatino Linotype"/>
                <a:cs typeface="Palatino Linotype"/>
              </a:rPr>
              <a:t>as</a:t>
            </a:r>
            <a:r>
              <a:rPr dirty="0">
                <a:solidFill>
                  <a:srgbClr val="9B2D1F"/>
                </a:solidFill>
                <a:latin typeface="Palatino Linotype"/>
                <a:cs typeface="Palatino Linotype"/>
              </a:rPr>
              <a:t>e</a:t>
            </a:r>
          </a:p>
        </p:txBody>
      </p:sp>
      <p:sp>
        <p:nvSpPr>
          <p:cNvPr id="4" name="object 4"/>
          <p:cNvSpPr txBox="1">
            <a:spLocks noGrp="1"/>
          </p:cNvSpPr>
          <p:nvPr>
            <p:ph type="sldNum" sz="quarter" idx="7"/>
          </p:nvPr>
        </p:nvSpPr>
        <p:spPr>
          <a:xfrm>
            <a:off x="7326673" y="4928126"/>
            <a:ext cx="272336" cy="180483"/>
          </a:xfrm>
          <a:prstGeom prst="rect">
            <a:avLst/>
          </a:prstGeom>
        </p:spPr>
        <p:txBody>
          <a:bodyPr vert="horz" wrap="square" lIns="0" tIns="3922" rIns="0" bIns="0" rtlCol="0">
            <a:spAutoFit/>
          </a:bodyPr>
          <a:lstStyle/>
          <a:p>
            <a:pPr marL="33619" defTabSz="806867">
              <a:spcBef>
                <a:spcPts val="31"/>
              </a:spcBef>
            </a:pPr>
            <a:fld id="{81D60167-4931-47E6-BA6A-407CBD079E47}" type="slidenum">
              <a:rPr dirty="0">
                <a:solidFill>
                  <a:prstClr val="white"/>
                </a:solidFill>
              </a:rPr>
              <a:pPr marL="33619" defTabSz="806867">
                <a:spcBef>
                  <a:spcPts val="31"/>
                </a:spcBef>
              </a:pPr>
              <a:t>32</a:t>
            </a:fld>
            <a:endParaRPr dirty="0">
              <a:solidFill>
                <a:prstClr val="white"/>
              </a:solidFill>
            </a:endParaRPr>
          </a:p>
        </p:txBody>
      </p:sp>
      <p:sp>
        <p:nvSpPr>
          <p:cNvPr id="5" name="object 5"/>
          <p:cNvSpPr txBox="1"/>
          <p:nvPr/>
        </p:nvSpPr>
        <p:spPr>
          <a:xfrm>
            <a:off x="10081339" y="5625783"/>
            <a:ext cx="112059" cy="115409"/>
          </a:xfrm>
          <a:prstGeom prst="rect">
            <a:avLst/>
          </a:prstGeom>
        </p:spPr>
        <p:txBody>
          <a:bodyPr vert="horz" wrap="square" lIns="0" tIns="6724" rIns="0" bIns="0" rtlCol="0">
            <a:spAutoFit/>
          </a:bodyPr>
          <a:lstStyle/>
          <a:p>
            <a:pPr marL="11206" defTabSz="806867">
              <a:spcBef>
                <a:spcPts val="53"/>
              </a:spcBef>
            </a:pPr>
            <a:r>
              <a:rPr sz="706" spc="-9" dirty="0">
                <a:solidFill>
                  <a:srgbClr val="FFFFFF"/>
                </a:solidFill>
                <a:latin typeface="Calibri"/>
                <a:cs typeface="Calibri"/>
              </a:rPr>
              <a:t>10</a:t>
            </a:r>
            <a:endParaRPr sz="706">
              <a:solidFill>
                <a:prstClr val="black"/>
              </a:solidFill>
              <a:latin typeface="Calibri"/>
              <a:cs typeface="Calibri"/>
            </a:endParaRPr>
          </a:p>
        </p:txBody>
      </p:sp>
      <p:sp>
        <p:nvSpPr>
          <p:cNvPr id="3" name="object 3"/>
          <p:cNvSpPr txBox="1"/>
          <p:nvPr/>
        </p:nvSpPr>
        <p:spPr>
          <a:xfrm>
            <a:off x="2119476" y="2253923"/>
            <a:ext cx="8970889" cy="2774957"/>
          </a:xfrm>
          <a:prstGeom prst="rect">
            <a:avLst/>
          </a:prstGeom>
        </p:spPr>
        <p:txBody>
          <a:bodyPr vert="horz" wrap="square" lIns="0" tIns="11206" rIns="0" bIns="0" rtlCol="0">
            <a:spAutoFit/>
          </a:bodyPr>
          <a:lstStyle/>
          <a:p>
            <a:pPr marL="11206" marR="364770" indent="11206" defTabSz="806867">
              <a:lnSpc>
                <a:spcPct val="150000"/>
              </a:lnSpc>
              <a:spcBef>
                <a:spcPts val="88"/>
              </a:spcBef>
            </a:pPr>
            <a:r>
              <a:rPr sz="2030" spc="-4" dirty="0">
                <a:solidFill>
                  <a:srgbClr val="404040"/>
                </a:solidFill>
                <a:latin typeface="Comic Sans MS"/>
                <a:cs typeface="Comic Sans MS"/>
              </a:rPr>
              <a:t>Basés</a:t>
            </a:r>
            <a:r>
              <a:rPr sz="2030" spc="-97" dirty="0">
                <a:solidFill>
                  <a:srgbClr val="404040"/>
                </a:solidFill>
                <a:latin typeface="Comic Sans MS"/>
                <a:cs typeface="Comic Sans MS"/>
              </a:rPr>
              <a:t> </a:t>
            </a:r>
            <a:r>
              <a:rPr sz="2030" spc="-9" dirty="0">
                <a:solidFill>
                  <a:srgbClr val="404040"/>
                </a:solidFill>
                <a:latin typeface="Comic Sans MS"/>
                <a:cs typeface="Comic Sans MS"/>
              </a:rPr>
              <a:t>sur</a:t>
            </a:r>
            <a:r>
              <a:rPr sz="2030" spc="-79" dirty="0">
                <a:solidFill>
                  <a:srgbClr val="404040"/>
                </a:solidFill>
                <a:latin typeface="Comic Sans MS"/>
                <a:cs typeface="Comic Sans MS"/>
              </a:rPr>
              <a:t> </a:t>
            </a:r>
            <a:r>
              <a:rPr sz="2030" spc="-13" dirty="0">
                <a:solidFill>
                  <a:srgbClr val="404040"/>
                </a:solidFill>
                <a:latin typeface="Comic Sans MS"/>
                <a:cs typeface="Comic Sans MS"/>
              </a:rPr>
              <a:t>la</a:t>
            </a:r>
            <a:r>
              <a:rPr sz="2030" spc="26" dirty="0">
                <a:solidFill>
                  <a:srgbClr val="404040"/>
                </a:solidFill>
                <a:latin typeface="Comic Sans MS"/>
                <a:cs typeface="Comic Sans MS"/>
              </a:rPr>
              <a:t> </a:t>
            </a:r>
            <a:r>
              <a:rPr sz="2030" spc="-4" dirty="0">
                <a:solidFill>
                  <a:srgbClr val="404040"/>
                </a:solidFill>
                <a:latin typeface="Comic Sans MS"/>
                <a:cs typeface="Comic Sans MS"/>
              </a:rPr>
              <a:t>définition</a:t>
            </a:r>
            <a:r>
              <a:rPr sz="2030" spc="-168" dirty="0">
                <a:solidFill>
                  <a:srgbClr val="404040"/>
                </a:solidFill>
                <a:latin typeface="Comic Sans MS"/>
                <a:cs typeface="Comic Sans MS"/>
              </a:rPr>
              <a:t> </a:t>
            </a:r>
            <a:r>
              <a:rPr sz="2030" spc="18" dirty="0">
                <a:solidFill>
                  <a:srgbClr val="404040"/>
                </a:solidFill>
                <a:latin typeface="Comic Sans MS"/>
                <a:cs typeface="Comic Sans MS"/>
              </a:rPr>
              <a:t>de</a:t>
            </a:r>
            <a:r>
              <a:rPr sz="2030" spc="-132" dirty="0">
                <a:solidFill>
                  <a:srgbClr val="404040"/>
                </a:solidFill>
                <a:latin typeface="Comic Sans MS"/>
                <a:cs typeface="Comic Sans MS"/>
              </a:rPr>
              <a:t> </a:t>
            </a:r>
            <a:r>
              <a:rPr sz="2030" spc="4" dirty="0">
                <a:solidFill>
                  <a:srgbClr val="404040"/>
                </a:solidFill>
                <a:latin typeface="Comic Sans MS"/>
                <a:cs typeface="Comic Sans MS"/>
              </a:rPr>
              <a:t>ce</a:t>
            </a:r>
            <a:r>
              <a:rPr sz="2030" spc="-40" dirty="0">
                <a:solidFill>
                  <a:srgbClr val="404040"/>
                </a:solidFill>
                <a:latin typeface="Comic Sans MS"/>
                <a:cs typeface="Comic Sans MS"/>
              </a:rPr>
              <a:t> </a:t>
            </a:r>
            <a:r>
              <a:rPr sz="2030" dirty="0">
                <a:solidFill>
                  <a:srgbClr val="404040"/>
                </a:solidFill>
                <a:latin typeface="Comic Sans MS"/>
                <a:cs typeface="Comic Sans MS"/>
              </a:rPr>
              <a:t>qu’est</a:t>
            </a:r>
            <a:r>
              <a:rPr sz="2030" spc="-154" dirty="0">
                <a:solidFill>
                  <a:srgbClr val="404040"/>
                </a:solidFill>
                <a:latin typeface="Comic Sans MS"/>
                <a:cs typeface="Comic Sans MS"/>
              </a:rPr>
              <a:t> </a:t>
            </a:r>
            <a:r>
              <a:rPr sz="2030" spc="-13" dirty="0">
                <a:solidFill>
                  <a:srgbClr val="404040"/>
                </a:solidFill>
                <a:latin typeface="Comic Sans MS"/>
                <a:cs typeface="Comic Sans MS"/>
              </a:rPr>
              <a:t>la</a:t>
            </a:r>
            <a:r>
              <a:rPr sz="2030" spc="-53" dirty="0">
                <a:solidFill>
                  <a:srgbClr val="404040"/>
                </a:solidFill>
                <a:latin typeface="Comic Sans MS"/>
                <a:cs typeface="Comic Sans MS"/>
              </a:rPr>
              <a:t> </a:t>
            </a:r>
            <a:r>
              <a:rPr sz="2030" spc="-9" dirty="0">
                <a:solidFill>
                  <a:srgbClr val="404040"/>
                </a:solidFill>
                <a:latin typeface="Comic Sans MS"/>
                <a:cs typeface="Comic Sans MS"/>
              </a:rPr>
              <a:t>spécification</a:t>
            </a:r>
            <a:r>
              <a:rPr sz="2030" spc="-172" dirty="0">
                <a:solidFill>
                  <a:srgbClr val="404040"/>
                </a:solidFill>
                <a:latin typeface="Comic Sans MS"/>
                <a:cs typeface="Comic Sans MS"/>
              </a:rPr>
              <a:t> </a:t>
            </a:r>
            <a:r>
              <a:rPr sz="2030" spc="4" dirty="0">
                <a:solidFill>
                  <a:srgbClr val="404040"/>
                </a:solidFill>
                <a:latin typeface="Comic Sans MS"/>
                <a:cs typeface="Comic Sans MS"/>
              </a:rPr>
              <a:t>d’un </a:t>
            </a:r>
            <a:r>
              <a:rPr sz="2030" spc="-591" dirty="0">
                <a:solidFill>
                  <a:srgbClr val="404040"/>
                </a:solidFill>
                <a:latin typeface="Comic Sans MS"/>
                <a:cs typeface="Comic Sans MS"/>
              </a:rPr>
              <a:t> </a:t>
            </a:r>
            <a:r>
              <a:rPr sz="2030" spc="-26" dirty="0">
                <a:solidFill>
                  <a:srgbClr val="404040"/>
                </a:solidFill>
                <a:latin typeface="Comic Sans MS"/>
                <a:cs typeface="Comic Sans MS"/>
              </a:rPr>
              <a:t>p</a:t>
            </a:r>
            <a:r>
              <a:rPr sz="2030" spc="-4" dirty="0">
                <a:solidFill>
                  <a:srgbClr val="404040"/>
                </a:solidFill>
                <a:latin typeface="Comic Sans MS"/>
                <a:cs typeface="Comic Sans MS"/>
              </a:rPr>
              <a:t>r</a:t>
            </a:r>
            <a:r>
              <a:rPr sz="2030" spc="-9" dirty="0">
                <a:solidFill>
                  <a:srgbClr val="404040"/>
                </a:solidFill>
                <a:latin typeface="Comic Sans MS"/>
                <a:cs typeface="Comic Sans MS"/>
              </a:rPr>
              <a:t>o</a:t>
            </a:r>
            <a:r>
              <a:rPr sz="2030" spc="-22" dirty="0">
                <a:solidFill>
                  <a:srgbClr val="404040"/>
                </a:solidFill>
                <a:latin typeface="Comic Sans MS"/>
                <a:cs typeface="Comic Sans MS"/>
              </a:rPr>
              <a:t>g</a:t>
            </a:r>
            <a:r>
              <a:rPr sz="2030" spc="-4" dirty="0">
                <a:solidFill>
                  <a:srgbClr val="404040"/>
                </a:solidFill>
                <a:latin typeface="Comic Sans MS"/>
                <a:cs typeface="Comic Sans MS"/>
              </a:rPr>
              <a:t>r</a:t>
            </a:r>
            <a:r>
              <a:rPr sz="2030" spc="18" dirty="0">
                <a:solidFill>
                  <a:srgbClr val="404040"/>
                </a:solidFill>
                <a:latin typeface="Comic Sans MS"/>
                <a:cs typeface="Comic Sans MS"/>
              </a:rPr>
              <a:t>a</a:t>
            </a:r>
            <a:r>
              <a:rPr sz="2030" spc="9" dirty="0">
                <a:solidFill>
                  <a:srgbClr val="404040"/>
                </a:solidFill>
                <a:latin typeface="Comic Sans MS"/>
                <a:cs typeface="Comic Sans MS"/>
              </a:rPr>
              <a:t>mm</a:t>
            </a:r>
            <a:r>
              <a:rPr sz="2030" dirty="0">
                <a:solidFill>
                  <a:srgbClr val="404040"/>
                </a:solidFill>
                <a:latin typeface="Comic Sans MS"/>
                <a:cs typeface="Comic Sans MS"/>
              </a:rPr>
              <a:t>e</a:t>
            </a:r>
            <a:r>
              <a:rPr sz="2030" spc="-221" dirty="0">
                <a:solidFill>
                  <a:srgbClr val="404040"/>
                </a:solidFill>
                <a:latin typeface="Comic Sans MS"/>
                <a:cs typeface="Comic Sans MS"/>
              </a:rPr>
              <a:t> </a:t>
            </a:r>
            <a:r>
              <a:rPr sz="2030" spc="35" dirty="0">
                <a:solidFill>
                  <a:srgbClr val="404040"/>
                </a:solidFill>
                <a:latin typeface="Comic Sans MS"/>
                <a:cs typeface="Comic Sans MS"/>
              </a:rPr>
              <a:t>e</a:t>
            </a:r>
            <a:r>
              <a:rPr sz="2030" dirty="0">
                <a:solidFill>
                  <a:srgbClr val="404040"/>
                </a:solidFill>
                <a:latin typeface="Comic Sans MS"/>
                <a:cs typeface="Comic Sans MS"/>
              </a:rPr>
              <a:t>n</a:t>
            </a:r>
            <a:r>
              <a:rPr sz="2030" spc="-84" dirty="0">
                <a:solidFill>
                  <a:srgbClr val="404040"/>
                </a:solidFill>
                <a:latin typeface="Comic Sans MS"/>
                <a:cs typeface="Comic Sans MS"/>
              </a:rPr>
              <a:t> </a:t>
            </a:r>
            <a:r>
              <a:rPr sz="2030" spc="-9" dirty="0">
                <a:solidFill>
                  <a:srgbClr val="404040"/>
                </a:solidFill>
                <a:latin typeface="Comic Sans MS"/>
                <a:cs typeface="Comic Sans MS"/>
              </a:rPr>
              <a:t>o</a:t>
            </a:r>
            <a:r>
              <a:rPr sz="2030" spc="-26" dirty="0">
                <a:solidFill>
                  <a:srgbClr val="404040"/>
                </a:solidFill>
                <a:latin typeface="Comic Sans MS"/>
                <a:cs typeface="Comic Sans MS"/>
              </a:rPr>
              <a:t>pp</a:t>
            </a:r>
            <a:r>
              <a:rPr sz="2030" spc="-9" dirty="0">
                <a:solidFill>
                  <a:srgbClr val="404040"/>
                </a:solidFill>
                <a:latin typeface="Comic Sans MS"/>
                <a:cs typeface="Comic Sans MS"/>
              </a:rPr>
              <a:t>o</a:t>
            </a:r>
            <a:r>
              <a:rPr sz="2030" spc="-18" dirty="0">
                <a:solidFill>
                  <a:srgbClr val="404040"/>
                </a:solidFill>
                <a:latin typeface="Comic Sans MS"/>
                <a:cs typeface="Comic Sans MS"/>
              </a:rPr>
              <a:t>s</a:t>
            </a:r>
            <a:r>
              <a:rPr sz="2030" spc="-40" dirty="0">
                <a:solidFill>
                  <a:srgbClr val="404040"/>
                </a:solidFill>
                <a:latin typeface="Comic Sans MS"/>
                <a:cs typeface="Comic Sans MS"/>
              </a:rPr>
              <a:t>i</a:t>
            </a:r>
            <a:r>
              <a:rPr sz="2030" spc="13" dirty="0">
                <a:solidFill>
                  <a:srgbClr val="404040"/>
                </a:solidFill>
                <a:latin typeface="Comic Sans MS"/>
                <a:cs typeface="Comic Sans MS"/>
              </a:rPr>
              <a:t>t</a:t>
            </a:r>
            <a:r>
              <a:rPr sz="2030" spc="-40" dirty="0">
                <a:solidFill>
                  <a:srgbClr val="404040"/>
                </a:solidFill>
                <a:latin typeface="Comic Sans MS"/>
                <a:cs typeface="Comic Sans MS"/>
              </a:rPr>
              <a:t>i</a:t>
            </a:r>
            <a:r>
              <a:rPr sz="2030" spc="-9" dirty="0">
                <a:solidFill>
                  <a:srgbClr val="404040"/>
                </a:solidFill>
                <a:latin typeface="Comic Sans MS"/>
                <a:cs typeface="Comic Sans MS"/>
              </a:rPr>
              <a:t>o</a:t>
            </a:r>
            <a:r>
              <a:rPr sz="2030" dirty="0">
                <a:solidFill>
                  <a:srgbClr val="404040"/>
                </a:solidFill>
                <a:latin typeface="Comic Sans MS"/>
                <a:cs typeface="Comic Sans MS"/>
              </a:rPr>
              <a:t>n</a:t>
            </a:r>
            <a:r>
              <a:rPr sz="2030" spc="4" dirty="0">
                <a:solidFill>
                  <a:srgbClr val="404040"/>
                </a:solidFill>
                <a:latin typeface="Comic Sans MS"/>
                <a:cs typeface="Comic Sans MS"/>
              </a:rPr>
              <a:t> </a:t>
            </a:r>
            <a:r>
              <a:rPr sz="2030" dirty="0">
                <a:solidFill>
                  <a:srgbClr val="404040"/>
                </a:solidFill>
                <a:latin typeface="Comic Sans MS"/>
                <a:cs typeface="Comic Sans MS"/>
              </a:rPr>
              <a:t>à</a:t>
            </a:r>
            <a:r>
              <a:rPr sz="2030" spc="-57" dirty="0">
                <a:solidFill>
                  <a:srgbClr val="404040"/>
                </a:solidFill>
                <a:latin typeface="Comic Sans MS"/>
                <a:cs typeface="Comic Sans MS"/>
              </a:rPr>
              <a:t> </a:t>
            </a:r>
            <a:r>
              <a:rPr sz="2030" spc="-18" dirty="0">
                <a:solidFill>
                  <a:srgbClr val="404040"/>
                </a:solidFill>
                <a:latin typeface="Comic Sans MS"/>
                <a:cs typeface="Comic Sans MS"/>
              </a:rPr>
              <a:t>s</a:t>
            </a:r>
            <a:r>
              <a:rPr sz="2030" dirty="0">
                <a:solidFill>
                  <a:srgbClr val="404040"/>
                </a:solidFill>
                <a:latin typeface="Comic Sans MS"/>
                <a:cs typeface="Comic Sans MS"/>
              </a:rPr>
              <a:t>a</a:t>
            </a:r>
            <a:r>
              <a:rPr sz="2030" spc="22" dirty="0">
                <a:solidFill>
                  <a:srgbClr val="404040"/>
                </a:solidFill>
                <a:latin typeface="Comic Sans MS"/>
                <a:cs typeface="Comic Sans MS"/>
              </a:rPr>
              <a:t> </a:t>
            </a:r>
            <a:r>
              <a:rPr sz="2030" spc="-18" dirty="0">
                <a:solidFill>
                  <a:srgbClr val="404040"/>
                </a:solidFill>
                <a:latin typeface="Comic Sans MS"/>
                <a:cs typeface="Comic Sans MS"/>
              </a:rPr>
              <a:t>s</a:t>
            </a:r>
            <a:r>
              <a:rPr sz="2030" spc="13" dirty="0">
                <a:solidFill>
                  <a:srgbClr val="404040"/>
                </a:solidFill>
                <a:latin typeface="Comic Sans MS"/>
                <a:cs typeface="Comic Sans MS"/>
              </a:rPr>
              <a:t>t</a:t>
            </a:r>
            <a:r>
              <a:rPr sz="2030" spc="-4" dirty="0">
                <a:solidFill>
                  <a:srgbClr val="404040"/>
                </a:solidFill>
                <a:latin typeface="Comic Sans MS"/>
                <a:cs typeface="Comic Sans MS"/>
              </a:rPr>
              <a:t>r</a:t>
            </a:r>
            <a:r>
              <a:rPr sz="2030" dirty="0">
                <a:solidFill>
                  <a:srgbClr val="404040"/>
                </a:solidFill>
                <a:latin typeface="Comic Sans MS"/>
                <a:cs typeface="Comic Sans MS"/>
              </a:rPr>
              <a:t>u</a:t>
            </a:r>
            <a:r>
              <a:rPr sz="2030" spc="13" dirty="0">
                <a:solidFill>
                  <a:srgbClr val="404040"/>
                </a:solidFill>
                <a:latin typeface="Comic Sans MS"/>
                <a:cs typeface="Comic Sans MS"/>
              </a:rPr>
              <a:t>ct</a:t>
            </a:r>
            <a:r>
              <a:rPr sz="2030" dirty="0">
                <a:solidFill>
                  <a:srgbClr val="404040"/>
                </a:solidFill>
                <a:latin typeface="Comic Sans MS"/>
                <a:cs typeface="Comic Sans MS"/>
              </a:rPr>
              <a:t>u</a:t>
            </a:r>
            <a:r>
              <a:rPr sz="2030" spc="-4" dirty="0">
                <a:solidFill>
                  <a:srgbClr val="404040"/>
                </a:solidFill>
                <a:latin typeface="Comic Sans MS"/>
                <a:cs typeface="Comic Sans MS"/>
              </a:rPr>
              <a:t>r</a:t>
            </a:r>
            <a:r>
              <a:rPr sz="2030" dirty="0">
                <a:solidFill>
                  <a:srgbClr val="404040"/>
                </a:solidFill>
                <a:latin typeface="Comic Sans MS"/>
                <a:cs typeface="Comic Sans MS"/>
              </a:rPr>
              <a:t>e</a:t>
            </a:r>
            <a:r>
              <a:rPr sz="2030" spc="-221" dirty="0">
                <a:solidFill>
                  <a:srgbClr val="404040"/>
                </a:solidFill>
                <a:latin typeface="Comic Sans MS"/>
                <a:cs typeface="Comic Sans MS"/>
              </a:rPr>
              <a:t> </a:t>
            </a:r>
            <a:r>
              <a:rPr sz="2030" dirty="0">
                <a:solidFill>
                  <a:srgbClr val="404040"/>
                </a:solidFill>
                <a:latin typeface="Comic Sans MS"/>
                <a:cs typeface="Comic Sans MS"/>
              </a:rPr>
              <a:t>:</a:t>
            </a:r>
            <a:endParaRPr sz="2030">
              <a:solidFill>
                <a:prstClr val="black"/>
              </a:solidFill>
              <a:latin typeface="Comic Sans MS"/>
              <a:cs typeface="Comic Sans MS"/>
            </a:endParaRPr>
          </a:p>
          <a:p>
            <a:pPr marL="212363" marR="135598" indent="-123271" defTabSz="806867">
              <a:lnSpc>
                <a:spcPct val="150000"/>
              </a:lnSpc>
              <a:spcBef>
                <a:spcPts val="1209"/>
              </a:spcBef>
              <a:buClr>
                <a:srgbClr val="D34817"/>
              </a:buClr>
              <a:buFont typeface="Calibri"/>
              <a:buChar char="◦"/>
              <a:tabLst>
                <a:tab pos="212923" algn="l"/>
                <a:tab pos="2330388" algn="l"/>
              </a:tabLst>
            </a:pPr>
            <a:r>
              <a:rPr sz="1677" spc="-9" dirty="0">
                <a:solidFill>
                  <a:srgbClr val="404040"/>
                </a:solidFill>
                <a:latin typeface="Comic Sans MS"/>
                <a:cs typeface="Comic Sans MS"/>
              </a:rPr>
              <a:t>On</a:t>
            </a:r>
            <a:r>
              <a:rPr sz="1677" spc="26" dirty="0">
                <a:solidFill>
                  <a:srgbClr val="404040"/>
                </a:solidFill>
                <a:latin typeface="Comic Sans MS"/>
                <a:cs typeface="Comic Sans MS"/>
              </a:rPr>
              <a:t> </a:t>
            </a:r>
            <a:r>
              <a:rPr sz="1677" spc="-13" dirty="0">
                <a:solidFill>
                  <a:srgbClr val="404040"/>
                </a:solidFill>
                <a:latin typeface="Comic Sans MS"/>
                <a:cs typeface="Comic Sans MS"/>
              </a:rPr>
              <a:t>considère</a:t>
            </a:r>
            <a:r>
              <a:rPr sz="1677" spc="251" dirty="0">
                <a:solidFill>
                  <a:srgbClr val="404040"/>
                </a:solidFill>
                <a:latin typeface="Comic Sans MS"/>
                <a:cs typeface="Comic Sans MS"/>
              </a:rPr>
              <a:t> </a:t>
            </a:r>
            <a:r>
              <a:rPr sz="1677" spc="-9" dirty="0">
                <a:solidFill>
                  <a:srgbClr val="404040"/>
                </a:solidFill>
                <a:latin typeface="Comic Sans MS"/>
                <a:cs typeface="Comic Sans MS"/>
              </a:rPr>
              <a:t>le</a:t>
            </a:r>
            <a:r>
              <a:rPr sz="1677" spc="79" dirty="0">
                <a:solidFill>
                  <a:srgbClr val="404040"/>
                </a:solidFill>
                <a:latin typeface="Comic Sans MS"/>
                <a:cs typeface="Comic Sans MS"/>
              </a:rPr>
              <a:t> </a:t>
            </a:r>
            <a:r>
              <a:rPr sz="1677" spc="-18" dirty="0">
                <a:solidFill>
                  <a:srgbClr val="404040"/>
                </a:solidFill>
                <a:latin typeface="Comic Sans MS"/>
                <a:cs typeface="Comic Sans MS"/>
              </a:rPr>
              <a:t>logiciel</a:t>
            </a:r>
            <a:r>
              <a:rPr sz="1677" spc="180" dirty="0">
                <a:solidFill>
                  <a:srgbClr val="404040"/>
                </a:solidFill>
                <a:latin typeface="Comic Sans MS"/>
                <a:cs typeface="Comic Sans MS"/>
              </a:rPr>
              <a:t> </a:t>
            </a:r>
            <a:r>
              <a:rPr sz="1677" spc="9" dirty="0">
                <a:solidFill>
                  <a:srgbClr val="404040"/>
                </a:solidFill>
                <a:latin typeface="Comic Sans MS"/>
                <a:cs typeface="Comic Sans MS"/>
              </a:rPr>
              <a:t>comme</a:t>
            </a:r>
            <a:r>
              <a:rPr sz="1677" spc="-9" dirty="0">
                <a:solidFill>
                  <a:srgbClr val="404040"/>
                </a:solidFill>
                <a:latin typeface="Comic Sans MS"/>
                <a:cs typeface="Comic Sans MS"/>
              </a:rPr>
              <a:t> </a:t>
            </a:r>
            <a:r>
              <a:rPr sz="1677" spc="4" dirty="0">
                <a:solidFill>
                  <a:srgbClr val="404040"/>
                </a:solidFill>
                <a:latin typeface="Comic Sans MS"/>
                <a:cs typeface="Comic Sans MS"/>
              </a:rPr>
              <a:t>une</a:t>
            </a:r>
            <a:r>
              <a:rPr sz="1677" spc="75" dirty="0">
                <a:solidFill>
                  <a:srgbClr val="404040"/>
                </a:solidFill>
                <a:latin typeface="Comic Sans MS"/>
                <a:cs typeface="Comic Sans MS"/>
              </a:rPr>
              <a:t> </a:t>
            </a:r>
            <a:r>
              <a:rPr sz="1677" spc="-13" dirty="0">
                <a:solidFill>
                  <a:srgbClr val="404040"/>
                </a:solidFill>
                <a:latin typeface="Comic Sans MS"/>
                <a:cs typeface="Comic Sans MS"/>
              </a:rPr>
              <a:t>boite</a:t>
            </a:r>
            <a:r>
              <a:rPr sz="1677" spc="71" dirty="0">
                <a:solidFill>
                  <a:srgbClr val="404040"/>
                </a:solidFill>
                <a:latin typeface="Comic Sans MS"/>
                <a:cs typeface="Comic Sans MS"/>
              </a:rPr>
              <a:t> </a:t>
            </a:r>
            <a:r>
              <a:rPr sz="1677" spc="-9" dirty="0">
                <a:solidFill>
                  <a:srgbClr val="404040"/>
                </a:solidFill>
                <a:latin typeface="Comic Sans MS"/>
                <a:cs typeface="Comic Sans MS"/>
              </a:rPr>
              <a:t>noire</a:t>
            </a:r>
            <a:r>
              <a:rPr sz="1677" spc="163" dirty="0">
                <a:solidFill>
                  <a:srgbClr val="404040"/>
                </a:solidFill>
                <a:latin typeface="Comic Sans MS"/>
                <a:cs typeface="Comic Sans MS"/>
              </a:rPr>
              <a:t> </a:t>
            </a:r>
            <a:r>
              <a:rPr sz="1677" spc="-9" dirty="0">
                <a:solidFill>
                  <a:srgbClr val="404040"/>
                </a:solidFill>
                <a:latin typeface="Comic Sans MS"/>
                <a:cs typeface="Comic Sans MS"/>
              </a:rPr>
              <a:t>du</a:t>
            </a:r>
            <a:r>
              <a:rPr sz="1677" spc="35" dirty="0">
                <a:solidFill>
                  <a:srgbClr val="404040"/>
                </a:solidFill>
                <a:latin typeface="Comic Sans MS"/>
                <a:cs typeface="Comic Sans MS"/>
              </a:rPr>
              <a:t> </a:t>
            </a:r>
            <a:r>
              <a:rPr sz="1677" spc="-9" dirty="0">
                <a:solidFill>
                  <a:srgbClr val="404040"/>
                </a:solidFill>
                <a:latin typeface="Comic Sans MS"/>
                <a:cs typeface="Comic Sans MS"/>
              </a:rPr>
              <a:t>point</a:t>
            </a:r>
            <a:r>
              <a:rPr sz="1677" spc="115" dirty="0">
                <a:solidFill>
                  <a:srgbClr val="404040"/>
                </a:solidFill>
                <a:latin typeface="Comic Sans MS"/>
                <a:cs typeface="Comic Sans MS"/>
              </a:rPr>
              <a:t> </a:t>
            </a:r>
            <a:r>
              <a:rPr sz="1677" spc="-9" dirty="0">
                <a:solidFill>
                  <a:srgbClr val="404040"/>
                </a:solidFill>
                <a:latin typeface="Comic Sans MS"/>
                <a:cs typeface="Comic Sans MS"/>
              </a:rPr>
              <a:t>de</a:t>
            </a:r>
            <a:r>
              <a:rPr sz="1677" spc="79" dirty="0">
                <a:solidFill>
                  <a:srgbClr val="404040"/>
                </a:solidFill>
                <a:latin typeface="Comic Sans MS"/>
                <a:cs typeface="Comic Sans MS"/>
              </a:rPr>
              <a:t> </a:t>
            </a:r>
            <a:r>
              <a:rPr sz="1677" spc="-4" dirty="0">
                <a:solidFill>
                  <a:srgbClr val="404040"/>
                </a:solidFill>
                <a:latin typeface="Comic Sans MS"/>
                <a:cs typeface="Comic Sans MS"/>
              </a:rPr>
              <a:t>vue</a:t>
            </a:r>
            <a:r>
              <a:rPr sz="1677" spc="-13" dirty="0">
                <a:solidFill>
                  <a:srgbClr val="404040"/>
                </a:solidFill>
                <a:latin typeface="Comic Sans MS"/>
                <a:cs typeface="Comic Sans MS"/>
              </a:rPr>
              <a:t> </a:t>
            </a:r>
            <a:r>
              <a:rPr sz="1677" spc="-9" dirty="0">
                <a:solidFill>
                  <a:srgbClr val="404040"/>
                </a:solidFill>
                <a:latin typeface="Comic Sans MS"/>
                <a:cs typeface="Comic Sans MS"/>
              </a:rPr>
              <a:t>de </a:t>
            </a:r>
            <a:r>
              <a:rPr sz="1677" spc="-485" dirty="0">
                <a:solidFill>
                  <a:srgbClr val="404040"/>
                </a:solidFill>
                <a:latin typeface="Comic Sans MS"/>
                <a:cs typeface="Comic Sans MS"/>
              </a:rPr>
              <a:t> </a:t>
            </a:r>
            <a:r>
              <a:rPr sz="1677" spc="-22" dirty="0">
                <a:solidFill>
                  <a:srgbClr val="404040"/>
                </a:solidFill>
                <a:latin typeface="Comic Sans MS"/>
                <a:cs typeface="Comic Sans MS"/>
              </a:rPr>
              <a:t>ses</a:t>
            </a:r>
            <a:r>
              <a:rPr sz="1677" spc="97" dirty="0">
                <a:solidFill>
                  <a:srgbClr val="404040"/>
                </a:solidFill>
                <a:latin typeface="Comic Sans MS"/>
                <a:cs typeface="Comic Sans MS"/>
              </a:rPr>
              <a:t> </a:t>
            </a:r>
            <a:r>
              <a:rPr sz="1677" spc="-18" dirty="0">
                <a:solidFill>
                  <a:srgbClr val="404040"/>
                </a:solidFill>
                <a:latin typeface="Comic Sans MS"/>
                <a:cs typeface="Comic Sans MS"/>
              </a:rPr>
              <a:t>entrées/sorties;	</a:t>
            </a:r>
            <a:r>
              <a:rPr sz="1677" spc="-13" dirty="0">
                <a:solidFill>
                  <a:srgbClr val="404040"/>
                </a:solidFill>
                <a:latin typeface="Comic Sans MS"/>
                <a:cs typeface="Comic Sans MS"/>
              </a:rPr>
              <a:t>la </a:t>
            </a:r>
            <a:r>
              <a:rPr sz="1677" spc="-4" dirty="0">
                <a:solidFill>
                  <a:srgbClr val="404040"/>
                </a:solidFill>
                <a:latin typeface="Comic Sans MS"/>
                <a:cs typeface="Comic Sans MS"/>
              </a:rPr>
              <a:t>structure </a:t>
            </a:r>
            <a:r>
              <a:rPr sz="1677" spc="-13" dirty="0">
                <a:solidFill>
                  <a:srgbClr val="404040"/>
                </a:solidFill>
                <a:latin typeface="Comic Sans MS"/>
                <a:cs typeface="Comic Sans MS"/>
              </a:rPr>
              <a:t>interne</a:t>
            </a:r>
            <a:r>
              <a:rPr sz="1677" spc="-9" dirty="0">
                <a:solidFill>
                  <a:srgbClr val="404040"/>
                </a:solidFill>
                <a:latin typeface="Comic Sans MS"/>
                <a:cs typeface="Comic Sans MS"/>
              </a:rPr>
              <a:t> </a:t>
            </a:r>
            <a:r>
              <a:rPr sz="1677" spc="-4" dirty="0">
                <a:solidFill>
                  <a:srgbClr val="404040"/>
                </a:solidFill>
                <a:latin typeface="Comic Sans MS"/>
                <a:cs typeface="Comic Sans MS"/>
              </a:rPr>
              <a:t>(i.e., </a:t>
            </a:r>
            <a:r>
              <a:rPr sz="1677" spc="-13" dirty="0">
                <a:solidFill>
                  <a:srgbClr val="404040"/>
                </a:solidFill>
                <a:latin typeface="Comic Sans MS"/>
                <a:cs typeface="Comic Sans MS"/>
              </a:rPr>
              <a:t>l’implémentation) </a:t>
            </a:r>
            <a:r>
              <a:rPr sz="1677" spc="-9" dirty="0">
                <a:solidFill>
                  <a:srgbClr val="404040"/>
                </a:solidFill>
                <a:latin typeface="Comic Sans MS"/>
                <a:cs typeface="Comic Sans MS"/>
              </a:rPr>
              <a:t> </a:t>
            </a:r>
            <a:r>
              <a:rPr sz="1677" spc="-22" dirty="0">
                <a:solidFill>
                  <a:srgbClr val="404040"/>
                </a:solidFill>
                <a:latin typeface="Comic Sans MS"/>
                <a:cs typeface="Comic Sans MS"/>
              </a:rPr>
              <a:t>n’est</a:t>
            </a:r>
            <a:r>
              <a:rPr sz="1677" spc="115" dirty="0">
                <a:solidFill>
                  <a:srgbClr val="404040"/>
                </a:solidFill>
                <a:latin typeface="Comic Sans MS"/>
                <a:cs typeface="Comic Sans MS"/>
              </a:rPr>
              <a:t> </a:t>
            </a:r>
            <a:r>
              <a:rPr sz="1677" dirty="0">
                <a:solidFill>
                  <a:srgbClr val="404040"/>
                </a:solidFill>
                <a:latin typeface="Comic Sans MS"/>
                <a:cs typeface="Comic Sans MS"/>
              </a:rPr>
              <a:t>pas</a:t>
            </a:r>
            <a:r>
              <a:rPr sz="1677" spc="93" dirty="0">
                <a:solidFill>
                  <a:srgbClr val="404040"/>
                </a:solidFill>
                <a:latin typeface="Comic Sans MS"/>
                <a:cs typeface="Comic Sans MS"/>
              </a:rPr>
              <a:t> </a:t>
            </a:r>
            <a:r>
              <a:rPr sz="1677" spc="-18" dirty="0">
                <a:solidFill>
                  <a:srgbClr val="404040"/>
                </a:solidFill>
                <a:latin typeface="Comic Sans MS"/>
                <a:cs typeface="Comic Sans MS"/>
              </a:rPr>
              <a:t>prise</a:t>
            </a:r>
            <a:r>
              <a:rPr sz="1677" spc="168" dirty="0">
                <a:solidFill>
                  <a:srgbClr val="404040"/>
                </a:solidFill>
                <a:latin typeface="Comic Sans MS"/>
                <a:cs typeface="Comic Sans MS"/>
              </a:rPr>
              <a:t> </a:t>
            </a:r>
            <a:r>
              <a:rPr sz="1677" spc="-22" dirty="0">
                <a:solidFill>
                  <a:srgbClr val="404040"/>
                </a:solidFill>
                <a:latin typeface="Comic Sans MS"/>
                <a:cs typeface="Comic Sans MS"/>
              </a:rPr>
              <a:t>en</a:t>
            </a:r>
            <a:r>
              <a:rPr sz="1677" spc="31" dirty="0">
                <a:solidFill>
                  <a:srgbClr val="404040"/>
                </a:solidFill>
                <a:latin typeface="Comic Sans MS"/>
                <a:cs typeface="Comic Sans MS"/>
              </a:rPr>
              <a:t> </a:t>
            </a:r>
            <a:r>
              <a:rPr sz="1677" dirty="0">
                <a:solidFill>
                  <a:srgbClr val="404040"/>
                </a:solidFill>
                <a:latin typeface="Comic Sans MS"/>
                <a:cs typeface="Comic Sans MS"/>
              </a:rPr>
              <a:t>compte</a:t>
            </a:r>
            <a:endParaRPr sz="1677">
              <a:solidFill>
                <a:prstClr val="black"/>
              </a:solidFill>
              <a:latin typeface="Comic Sans MS"/>
              <a:cs typeface="Comic Sans MS"/>
            </a:endParaRPr>
          </a:p>
          <a:p>
            <a:pPr marL="212363" marR="4483" indent="-123271" defTabSz="806867">
              <a:lnSpc>
                <a:spcPct val="150000"/>
              </a:lnSpc>
              <a:spcBef>
                <a:spcPts val="1324"/>
              </a:spcBef>
              <a:buClr>
                <a:srgbClr val="D34817"/>
              </a:buClr>
              <a:buFont typeface="Calibri"/>
              <a:buChar char="◦"/>
              <a:tabLst>
                <a:tab pos="212923" algn="l"/>
              </a:tabLst>
            </a:pPr>
            <a:r>
              <a:rPr sz="1677" spc="-31" dirty="0">
                <a:solidFill>
                  <a:srgbClr val="404040"/>
                </a:solidFill>
                <a:latin typeface="Comic Sans MS"/>
                <a:cs typeface="Comic Sans MS"/>
              </a:rPr>
              <a:t>Les</a:t>
            </a:r>
            <a:r>
              <a:rPr sz="1677" spc="88" dirty="0">
                <a:solidFill>
                  <a:srgbClr val="404040"/>
                </a:solidFill>
                <a:latin typeface="Comic Sans MS"/>
                <a:cs typeface="Comic Sans MS"/>
              </a:rPr>
              <a:t> </a:t>
            </a:r>
            <a:r>
              <a:rPr sz="1677" spc="13" dirty="0">
                <a:solidFill>
                  <a:srgbClr val="404040"/>
                </a:solidFill>
                <a:latin typeface="Comic Sans MS"/>
                <a:cs typeface="Comic Sans MS"/>
              </a:rPr>
              <a:t>cas</a:t>
            </a:r>
            <a:r>
              <a:rPr sz="1677" spc="4" dirty="0">
                <a:solidFill>
                  <a:srgbClr val="404040"/>
                </a:solidFill>
                <a:latin typeface="Comic Sans MS"/>
                <a:cs typeface="Comic Sans MS"/>
              </a:rPr>
              <a:t> </a:t>
            </a:r>
            <a:r>
              <a:rPr sz="1677" spc="-9" dirty="0">
                <a:solidFill>
                  <a:srgbClr val="404040"/>
                </a:solidFill>
                <a:latin typeface="Comic Sans MS"/>
                <a:cs typeface="Comic Sans MS"/>
              </a:rPr>
              <a:t>de</a:t>
            </a:r>
            <a:r>
              <a:rPr sz="1677" spc="79" dirty="0">
                <a:solidFill>
                  <a:srgbClr val="404040"/>
                </a:solidFill>
                <a:latin typeface="Comic Sans MS"/>
                <a:cs typeface="Comic Sans MS"/>
              </a:rPr>
              <a:t> </a:t>
            </a:r>
            <a:r>
              <a:rPr sz="1677" spc="-13" dirty="0">
                <a:solidFill>
                  <a:srgbClr val="404040"/>
                </a:solidFill>
                <a:latin typeface="Comic Sans MS"/>
                <a:cs typeface="Comic Sans MS"/>
              </a:rPr>
              <a:t>tests</a:t>
            </a:r>
            <a:r>
              <a:rPr sz="1677" spc="93" dirty="0">
                <a:solidFill>
                  <a:srgbClr val="404040"/>
                </a:solidFill>
                <a:latin typeface="Comic Sans MS"/>
                <a:cs typeface="Comic Sans MS"/>
              </a:rPr>
              <a:t> </a:t>
            </a:r>
            <a:r>
              <a:rPr sz="1677" spc="-9" dirty="0">
                <a:solidFill>
                  <a:srgbClr val="404040"/>
                </a:solidFill>
                <a:latin typeface="Comic Sans MS"/>
                <a:cs typeface="Comic Sans MS"/>
              </a:rPr>
              <a:t>sont</a:t>
            </a:r>
            <a:r>
              <a:rPr sz="1677" spc="119" dirty="0">
                <a:solidFill>
                  <a:srgbClr val="404040"/>
                </a:solidFill>
                <a:latin typeface="Comic Sans MS"/>
                <a:cs typeface="Comic Sans MS"/>
              </a:rPr>
              <a:t> </a:t>
            </a:r>
            <a:r>
              <a:rPr sz="1677" spc="4" dirty="0">
                <a:solidFill>
                  <a:srgbClr val="404040"/>
                </a:solidFill>
                <a:latin typeface="Comic Sans MS"/>
                <a:cs typeface="Comic Sans MS"/>
              </a:rPr>
              <a:t>conçus </a:t>
            </a:r>
            <a:r>
              <a:rPr sz="1677" dirty="0">
                <a:solidFill>
                  <a:srgbClr val="404040"/>
                </a:solidFill>
                <a:latin typeface="Comic Sans MS"/>
                <a:cs typeface="Comic Sans MS"/>
              </a:rPr>
              <a:t>à</a:t>
            </a:r>
            <a:r>
              <a:rPr sz="1677" spc="49" dirty="0">
                <a:solidFill>
                  <a:srgbClr val="404040"/>
                </a:solidFill>
                <a:latin typeface="Comic Sans MS"/>
                <a:cs typeface="Comic Sans MS"/>
              </a:rPr>
              <a:t> </a:t>
            </a:r>
            <a:r>
              <a:rPr sz="1677" spc="-9" dirty="0">
                <a:solidFill>
                  <a:srgbClr val="404040"/>
                </a:solidFill>
                <a:latin typeface="Comic Sans MS"/>
                <a:cs typeface="Comic Sans MS"/>
              </a:rPr>
              <a:t>partir</a:t>
            </a:r>
            <a:r>
              <a:rPr sz="1677" spc="101" dirty="0">
                <a:solidFill>
                  <a:srgbClr val="404040"/>
                </a:solidFill>
                <a:latin typeface="Comic Sans MS"/>
                <a:cs typeface="Comic Sans MS"/>
              </a:rPr>
              <a:t> </a:t>
            </a:r>
            <a:r>
              <a:rPr sz="1677" spc="-9" dirty="0">
                <a:solidFill>
                  <a:srgbClr val="404040"/>
                </a:solidFill>
                <a:latin typeface="Comic Sans MS"/>
                <a:cs typeface="Comic Sans MS"/>
              </a:rPr>
              <a:t>d'une</a:t>
            </a:r>
            <a:r>
              <a:rPr sz="1677" spc="79" dirty="0">
                <a:solidFill>
                  <a:srgbClr val="404040"/>
                </a:solidFill>
                <a:latin typeface="Comic Sans MS"/>
                <a:cs typeface="Comic Sans MS"/>
              </a:rPr>
              <a:t> </a:t>
            </a:r>
            <a:r>
              <a:rPr sz="1677" spc="-9" dirty="0">
                <a:solidFill>
                  <a:srgbClr val="404040"/>
                </a:solidFill>
                <a:latin typeface="Comic Sans MS"/>
                <a:cs typeface="Comic Sans MS"/>
              </a:rPr>
              <a:t>spécification</a:t>
            </a:r>
            <a:r>
              <a:rPr sz="1677" spc="291" dirty="0">
                <a:solidFill>
                  <a:srgbClr val="404040"/>
                </a:solidFill>
                <a:latin typeface="Comic Sans MS"/>
                <a:cs typeface="Comic Sans MS"/>
              </a:rPr>
              <a:t> </a:t>
            </a:r>
            <a:r>
              <a:rPr sz="1677" spc="-4" dirty="0">
                <a:solidFill>
                  <a:srgbClr val="404040"/>
                </a:solidFill>
                <a:latin typeface="Comic Sans MS"/>
                <a:cs typeface="Comic Sans MS"/>
              </a:rPr>
              <a:t>(i.e.,</a:t>
            </a:r>
            <a:r>
              <a:rPr sz="1677" spc="4" dirty="0">
                <a:solidFill>
                  <a:srgbClr val="404040"/>
                </a:solidFill>
                <a:latin typeface="Comic Sans MS"/>
                <a:cs typeface="Comic Sans MS"/>
              </a:rPr>
              <a:t> </a:t>
            </a:r>
            <a:r>
              <a:rPr sz="1677" dirty="0">
                <a:solidFill>
                  <a:srgbClr val="404040"/>
                </a:solidFill>
                <a:latin typeface="Comic Sans MS"/>
                <a:cs typeface="Comic Sans MS"/>
              </a:rPr>
              <a:t>sans </a:t>
            </a:r>
            <a:r>
              <a:rPr sz="1677" spc="-485" dirty="0">
                <a:solidFill>
                  <a:srgbClr val="404040"/>
                </a:solidFill>
                <a:latin typeface="Comic Sans MS"/>
                <a:cs typeface="Comic Sans MS"/>
              </a:rPr>
              <a:t> </a:t>
            </a:r>
            <a:r>
              <a:rPr sz="1677" spc="-13" dirty="0">
                <a:solidFill>
                  <a:srgbClr val="404040"/>
                </a:solidFill>
                <a:latin typeface="Comic Sans MS"/>
                <a:cs typeface="Comic Sans MS"/>
              </a:rPr>
              <a:t>tenir</a:t>
            </a:r>
            <a:r>
              <a:rPr sz="1677" spc="101" dirty="0">
                <a:solidFill>
                  <a:srgbClr val="404040"/>
                </a:solidFill>
                <a:latin typeface="Comic Sans MS"/>
                <a:cs typeface="Comic Sans MS"/>
              </a:rPr>
              <a:t> </a:t>
            </a:r>
            <a:r>
              <a:rPr sz="1677" dirty="0">
                <a:solidFill>
                  <a:srgbClr val="404040"/>
                </a:solidFill>
                <a:latin typeface="Comic Sans MS"/>
                <a:cs typeface="Comic Sans MS"/>
              </a:rPr>
              <a:t>compte</a:t>
            </a:r>
            <a:r>
              <a:rPr sz="1677" spc="79" dirty="0">
                <a:solidFill>
                  <a:srgbClr val="404040"/>
                </a:solidFill>
                <a:latin typeface="Comic Sans MS"/>
                <a:cs typeface="Comic Sans MS"/>
              </a:rPr>
              <a:t> </a:t>
            </a:r>
            <a:r>
              <a:rPr sz="1677" spc="-9" dirty="0">
                <a:solidFill>
                  <a:srgbClr val="404040"/>
                </a:solidFill>
                <a:latin typeface="Comic Sans MS"/>
                <a:cs typeface="Comic Sans MS"/>
              </a:rPr>
              <a:t>du</a:t>
            </a:r>
            <a:r>
              <a:rPr sz="1677" spc="35" dirty="0">
                <a:solidFill>
                  <a:srgbClr val="404040"/>
                </a:solidFill>
                <a:latin typeface="Comic Sans MS"/>
                <a:cs typeface="Comic Sans MS"/>
              </a:rPr>
              <a:t> </a:t>
            </a:r>
            <a:r>
              <a:rPr sz="1677" dirty="0">
                <a:solidFill>
                  <a:srgbClr val="404040"/>
                </a:solidFill>
                <a:latin typeface="Comic Sans MS"/>
                <a:cs typeface="Comic Sans MS"/>
              </a:rPr>
              <a:t>code</a:t>
            </a:r>
            <a:r>
              <a:rPr sz="1677" spc="75" dirty="0">
                <a:solidFill>
                  <a:srgbClr val="404040"/>
                </a:solidFill>
                <a:latin typeface="Comic Sans MS"/>
                <a:cs typeface="Comic Sans MS"/>
              </a:rPr>
              <a:t> </a:t>
            </a:r>
            <a:r>
              <a:rPr sz="1677" spc="-4" dirty="0">
                <a:solidFill>
                  <a:srgbClr val="404040"/>
                </a:solidFill>
                <a:latin typeface="Comic Sans MS"/>
                <a:cs typeface="Comic Sans MS"/>
              </a:rPr>
              <a:t>même</a:t>
            </a:r>
            <a:r>
              <a:rPr sz="1677" spc="79" dirty="0">
                <a:solidFill>
                  <a:srgbClr val="404040"/>
                </a:solidFill>
                <a:latin typeface="Comic Sans MS"/>
                <a:cs typeface="Comic Sans MS"/>
              </a:rPr>
              <a:t> </a:t>
            </a:r>
            <a:r>
              <a:rPr sz="1677" spc="-13" dirty="0">
                <a:solidFill>
                  <a:srgbClr val="404040"/>
                </a:solidFill>
                <a:latin typeface="Comic Sans MS"/>
                <a:cs typeface="Comic Sans MS"/>
              </a:rPr>
              <a:t>si</a:t>
            </a:r>
            <a:r>
              <a:rPr sz="1677" spc="84" dirty="0">
                <a:solidFill>
                  <a:srgbClr val="404040"/>
                </a:solidFill>
                <a:latin typeface="Comic Sans MS"/>
                <a:cs typeface="Comic Sans MS"/>
              </a:rPr>
              <a:t> </a:t>
            </a:r>
            <a:r>
              <a:rPr sz="1677" spc="-9" dirty="0">
                <a:solidFill>
                  <a:srgbClr val="404040"/>
                </a:solidFill>
                <a:latin typeface="Comic Sans MS"/>
                <a:cs typeface="Comic Sans MS"/>
              </a:rPr>
              <a:t>celui-ci</a:t>
            </a:r>
            <a:r>
              <a:rPr sz="1677" spc="88" dirty="0">
                <a:solidFill>
                  <a:srgbClr val="404040"/>
                </a:solidFill>
                <a:latin typeface="Comic Sans MS"/>
                <a:cs typeface="Comic Sans MS"/>
              </a:rPr>
              <a:t> </a:t>
            </a:r>
            <a:r>
              <a:rPr sz="1677" spc="-22" dirty="0">
                <a:solidFill>
                  <a:srgbClr val="404040"/>
                </a:solidFill>
                <a:latin typeface="Comic Sans MS"/>
                <a:cs typeface="Comic Sans MS"/>
              </a:rPr>
              <a:t>est</a:t>
            </a:r>
            <a:r>
              <a:rPr sz="1677" spc="119" dirty="0">
                <a:solidFill>
                  <a:srgbClr val="404040"/>
                </a:solidFill>
                <a:latin typeface="Comic Sans MS"/>
                <a:cs typeface="Comic Sans MS"/>
              </a:rPr>
              <a:t> </a:t>
            </a:r>
            <a:r>
              <a:rPr sz="1677" spc="-22" dirty="0">
                <a:solidFill>
                  <a:srgbClr val="404040"/>
                </a:solidFill>
                <a:latin typeface="Comic Sans MS"/>
                <a:cs typeface="Comic Sans MS"/>
              </a:rPr>
              <a:t>disponible)</a:t>
            </a:r>
            <a:endParaRPr sz="1677">
              <a:solidFill>
                <a:prstClr val="black"/>
              </a:solidFill>
              <a:latin typeface="Comic Sans MS"/>
              <a:cs typeface="Comic Sans M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60307" y="2427689"/>
            <a:ext cx="8856184" cy="1851884"/>
          </a:xfrm>
          <a:prstGeom prst="rect">
            <a:avLst/>
          </a:prstGeom>
        </p:spPr>
        <p:txBody>
          <a:bodyPr vert="horz" wrap="square" lIns="0" tIns="11206" rIns="0" bIns="0" rtlCol="0">
            <a:spAutoFit/>
          </a:bodyPr>
          <a:lstStyle/>
          <a:p>
            <a:pPr marL="11206" marR="4483" indent="11206" defTabSz="806867">
              <a:lnSpc>
                <a:spcPct val="148400"/>
              </a:lnSpc>
              <a:spcBef>
                <a:spcPts val="88"/>
              </a:spcBef>
            </a:pPr>
            <a:r>
              <a:rPr sz="2030" spc="26" dirty="0">
                <a:solidFill>
                  <a:srgbClr val="404040"/>
                </a:solidFill>
                <a:latin typeface="Comic Sans MS"/>
                <a:cs typeface="Comic Sans MS"/>
              </a:rPr>
              <a:t>L</a:t>
            </a:r>
            <a:r>
              <a:rPr sz="2030" dirty="0">
                <a:solidFill>
                  <a:srgbClr val="404040"/>
                </a:solidFill>
                <a:latin typeface="Comic Sans MS"/>
                <a:cs typeface="Comic Sans MS"/>
              </a:rPr>
              <a:t>e</a:t>
            </a:r>
            <a:r>
              <a:rPr sz="2030" spc="-44" dirty="0">
                <a:solidFill>
                  <a:srgbClr val="404040"/>
                </a:solidFill>
                <a:latin typeface="Comic Sans MS"/>
                <a:cs typeface="Comic Sans MS"/>
              </a:rPr>
              <a:t> </a:t>
            </a:r>
            <a:r>
              <a:rPr sz="2030" spc="-4" dirty="0">
                <a:solidFill>
                  <a:srgbClr val="404040"/>
                </a:solidFill>
                <a:latin typeface="Comic Sans MS"/>
                <a:cs typeface="Comic Sans MS"/>
              </a:rPr>
              <a:t>n</a:t>
            </a:r>
            <a:r>
              <a:rPr sz="2030" spc="-44" dirty="0">
                <a:solidFill>
                  <a:srgbClr val="404040"/>
                </a:solidFill>
                <a:latin typeface="Comic Sans MS"/>
                <a:cs typeface="Comic Sans MS"/>
              </a:rPr>
              <a:t>i</a:t>
            </a:r>
            <a:r>
              <a:rPr sz="2030" spc="-18" dirty="0">
                <a:solidFill>
                  <a:srgbClr val="404040"/>
                </a:solidFill>
                <a:latin typeface="Comic Sans MS"/>
                <a:cs typeface="Comic Sans MS"/>
              </a:rPr>
              <a:t>v</a:t>
            </a:r>
            <a:r>
              <a:rPr sz="2030" spc="35" dirty="0">
                <a:solidFill>
                  <a:srgbClr val="404040"/>
                </a:solidFill>
                <a:latin typeface="Comic Sans MS"/>
                <a:cs typeface="Comic Sans MS"/>
              </a:rPr>
              <a:t>e</a:t>
            </a:r>
            <a:r>
              <a:rPr sz="2030" spc="18" dirty="0">
                <a:solidFill>
                  <a:srgbClr val="404040"/>
                </a:solidFill>
                <a:latin typeface="Comic Sans MS"/>
                <a:cs typeface="Comic Sans MS"/>
              </a:rPr>
              <a:t>a</a:t>
            </a:r>
            <a:r>
              <a:rPr sz="2030" dirty="0">
                <a:solidFill>
                  <a:srgbClr val="404040"/>
                </a:solidFill>
                <a:latin typeface="Comic Sans MS"/>
                <a:cs typeface="Comic Sans MS"/>
              </a:rPr>
              <a:t>u</a:t>
            </a:r>
            <a:r>
              <a:rPr sz="2030" spc="-163" dirty="0">
                <a:solidFill>
                  <a:srgbClr val="404040"/>
                </a:solidFill>
                <a:latin typeface="Comic Sans MS"/>
                <a:cs typeface="Comic Sans MS"/>
              </a:rPr>
              <a:t> </a:t>
            </a:r>
            <a:r>
              <a:rPr sz="2030" spc="40" dirty="0">
                <a:solidFill>
                  <a:srgbClr val="404040"/>
                </a:solidFill>
                <a:latin typeface="Comic Sans MS"/>
                <a:cs typeface="Comic Sans MS"/>
              </a:rPr>
              <a:t>d</a:t>
            </a:r>
            <a:r>
              <a:rPr sz="2030" dirty="0">
                <a:solidFill>
                  <a:srgbClr val="404040"/>
                </a:solidFill>
                <a:latin typeface="Comic Sans MS"/>
                <a:cs typeface="Comic Sans MS"/>
              </a:rPr>
              <a:t>e</a:t>
            </a:r>
            <a:r>
              <a:rPr sz="2030" spc="-132" dirty="0">
                <a:solidFill>
                  <a:srgbClr val="404040"/>
                </a:solidFill>
                <a:latin typeface="Comic Sans MS"/>
                <a:cs typeface="Comic Sans MS"/>
              </a:rPr>
              <a:t> </a:t>
            </a:r>
            <a:r>
              <a:rPr sz="2030" spc="-4" dirty="0">
                <a:solidFill>
                  <a:srgbClr val="404040"/>
                </a:solidFill>
                <a:latin typeface="Comic Sans MS"/>
                <a:cs typeface="Comic Sans MS"/>
              </a:rPr>
              <a:t>r</a:t>
            </a:r>
            <a:r>
              <a:rPr sz="2030" spc="-44" dirty="0">
                <a:solidFill>
                  <a:srgbClr val="404040"/>
                </a:solidFill>
                <a:latin typeface="Comic Sans MS"/>
                <a:cs typeface="Comic Sans MS"/>
              </a:rPr>
              <a:t>i</a:t>
            </a:r>
            <a:r>
              <a:rPr sz="2030" spc="-22" dirty="0">
                <a:solidFill>
                  <a:srgbClr val="404040"/>
                </a:solidFill>
                <a:latin typeface="Comic Sans MS"/>
                <a:cs typeface="Comic Sans MS"/>
              </a:rPr>
              <a:t>g</a:t>
            </a:r>
            <a:r>
              <a:rPr sz="2030" dirty="0">
                <a:solidFill>
                  <a:srgbClr val="404040"/>
                </a:solidFill>
                <a:latin typeface="Comic Sans MS"/>
                <a:cs typeface="Comic Sans MS"/>
              </a:rPr>
              <a:t>u</a:t>
            </a:r>
            <a:r>
              <a:rPr sz="2030" spc="35" dirty="0">
                <a:solidFill>
                  <a:srgbClr val="404040"/>
                </a:solidFill>
                <a:latin typeface="Comic Sans MS"/>
                <a:cs typeface="Comic Sans MS"/>
              </a:rPr>
              <a:t>e</a:t>
            </a:r>
            <a:r>
              <a:rPr sz="2030" dirty="0">
                <a:solidFill>
                  <a:srgbClr val="404040"/>
                </a:solidFill>
                <a:latin typeface="Comic Sans MS"/>
                <a:cs typeface="Comic Sans MS"/>
              </a:rPr>
              <a:t>ur</a:t>
            </a:r>
            <a:r>
              <a:rPr sz="2030" spc="-84" dirty="0">
                <a:solidFill>
                  <a:srgbClr val="404040"/>
                </a:solidFill>
                <a:latin typeface="Comic Sans MS"/>
                <a:cs typeface="Comic Sans MS"/>
              </a:rPr>
              <a:t> </a:t>
            </a:r>
            <a:r>
              <a:rPr sz="2030" spc="-40" dirty="0">
                <a:solidFill>
                  <a:srgbClr val="404040"/>
                </a:solidFill>
                <a:latin typeface="Comic Sans MS"/>
                <a:cs typeface="Comic Sans MS"/>
              </a:rPr>
              <a:t>(</a:t>
            </a:r>
            <a:r>
              <a:rPr sz="2030" spc="35" dirty="0">
                <a:solidFill>
                  <a:srgbClr val="404040"/>
                </a:solidFill>
                <a:latin typeface="Comic Sans MS"/>
                <a:cs typeface="Comic Sans MS"/>
              </a:rPr>
              <a:t>e</a:t>
            </a:r>
            <a:r>
              <a:rPr sz="2030" dirty="0">
                <a:solidFill>
                  <a:srgbClr val="404040"/>
                </a:solidFill>
                <a:latin typeface="Comic Sans MS"/>
                <a:cs typeface="Comic Sans MS"/>
              </a:rPr>
              <a:t>t</a:t>
            </a:r>
            <a:r>
              <a:rPr sz="2030" spc="-66" dirty="0">
                <a:solidFill>
                  <a:srgbClr val="404040"/>
                </a:solidFill>
                <a:latin typeface="Comic Sans MS"/>
                <a:cs typeface="Comic Sans MS"/>
              </a:rPr>
              <a:t> </a:t>
            </a:r>
            <a:r>
              <a:rPr sz="2030" spc="40" dirty="0">
                <a:solidFill>
                  <a:srgbClr val="404040"/>
                </a:solidFill>
                <a:latin typeface="Comic Sans MS"/>
                <a:cs typeface="Comic Sans MS"/>
              </a:rPr>
              <a:t>d</a:t>
            </a:r>
            <a:r>
              <a:rPr sz="2030" dirty="0">
                <a:solidFill>
                  <a:srgbClr val="404040"/>
                </a:solidFill>
                <a:latin typeface="Comic Sans MS"/>
                <a:cs typeface="Comic Sans MS"/>
              </a:rPr>
              <a:t>e</a:t>
            </a:r>
            <a:r>
              <a:rPr sz="2030" spc="-132" dirty="0">
                <a:solidFill>
                  <a:srgbClr val="404040"/>
                </a:solidFill>
                <a:latin typeface="Comic Sans MS"/>
                <a:cs typeface="Comic Sans MS"/>
              </a:rPr>
              <a:t> </a:t>
            </a:r>
            <a:r>
              <a:rPr sz="2030" spc="40" dirty="0">
                <a:solidFill>
                  <a:srgbClr val="404040"/>
                </a:solidFill>
                <a:latin typeface="Comic Sans MS"/>
                <a:cs typeface="Comic Sans MS"/>
              </a:rPr>
              <a:t>d</a:t>
            </a:r>
            <a:r>
              <a:rPr sz="2030" spc="35" dirty="0">
                <a:solidFill>
                  <a:srgbClr val="404040"/>
                </a:solidFill>
                <a:latin typeface="Comic Sans MS"/>
                <a:cs typeface="Comic Sans MS"/>
              </a:rPr>
              <a:t>é</a:t>
            </a:r>
            <a:r>
              <a:rPr sz="2030" spc="13" dirty="0">
                <a:solidFill>
                  <a:srgbClr val="404040"/>
                </a:solidFill>
                <a:latin typeface="Comic Sans MS"/>
                <a:cs typeface="Comic Sans MS"/>
              </a:rPr>
              <a:t>t</a:t>
            </a:r>
            <a:r>
              <a:rPr sz="2030" spc="18" dirty="0">
                <a:solidFill>
                  <a:srgbClr val="404040"/>
                </a:solidFill>
                <a:latin typeface="Comic Sans MS"/>
                <a:cs typeface="Comic Sans MS"/>
              </a:rPr>
              <a:t>a</a:t>
            </a:r>
            <a:r>
              <a:rPr sz="2030" spc="-40" dirty="0">
                <a:solidFill>
                  <a:srgbClr val="404040"/>
                </a:solidFill>
                <a:latin typeface="Comic Sans MS"/>
                <a:cs typeface="Comic Sans MS"/>
              </a:rPr>
              <a:t>i</a:t>
            </a:r>
            <a:r>
              <a:rPr sz="2030" spc="-31" dirty="0">
                <a:solidFill>
                  <a:srgbClr val="404040"/>
                </a:solidFill>
                <a:latin typeface="Comic Sans MS"/>
                <a:cs typeface="Comic Sans MS"/>
              </a:rPr>
              <a:t>l</a:t>
            </a:r>
            <a:r>
              <a:rPr sz="2030" dirty="0">
                <a:solidFill>
                  <a:srgbClr val="404040"/>
                </a:solidFill>
                <a:latin typeface="Comic Sans MS"/>
                <a:cs typeface="Comic Sans MS"/>
              </a:rPr>
              <a:t>)</a:t>
            </a:r>
            <a:r>
              <a:rPr sz="2030" spc="-124" dirty="0">
                <a:solidFill>
                  <a:srgbClr val="404040"/>
                </a:solidFill>
                <a:latin typeface="Comic Sans MS"/>
                <a:cs typeface="Comic Sans MS"/>
              </a:rPr>
              <a:t> </a:t>
            </a:r>
            <a:r>
              <a:rPr sz="2030" spc="40" dirty="0">
                <a:solidFill>
                  <a:srgbClr val="404040"/>
                </a:solidFill>
                <a:latin typeface="Comic Sans MS"/>
                <a:cs typeface="Comic Sans MS"/>
              </a:rPr>
              <a:t>d</a:t>
            </a:r>
            <a:r>
              <a:rPr sz="2030" spc="31" dirty="0">
                <a:solidFill>
                  <a:srgbClr val="404040"/>
                </a:solidFill>
                <a:latin typeface="Comic Sans MS"/>
                <a:cs typeface="Comic Sans MS"/>
              </a:rPr>
              <a:t>e</a:t>
            </a:r>
            <a:r>
              <a:rPr sz="2030" dirty="0">
                <a:solidFill>
                  <a:srgbClr val="404040"/>
                </a:solidFill>
                <a:latin typeface="Comic Sans MS"/>
                <a:cs typeface="Comic Sans MS"/>
              </a:rPr>
              <a:t>s</a:t>
            </a:r>
            <a:r>
              <a:rPr sz="2030" spc="-185" dirty="0">
                <a:solidFill>
                  <a:srgbClr val="404040"/>
                </a:solidFill>
                <a:latin typeface="Comic Sans MS"/>
                <a:cs typeface="Comic Sans MS"/>
              </a:rPr>
              <a:t> </a:t>
            </a:r>
            <a:r>
              <a:rPr sz="2030" spc="-18" dirty="0">
                <a:solidFill>
                  <a:srgbClr val="404040"/>
                </a:solidFill>
                <a:latin typeface="Comic Sans MS"/>
                <a:cs typeface="Comic Sans MS"/>
              </a:rPr>
              <a:t>s</a:t>
            </a:r>
            <a:r>
              <a:rPr sz="2030" spc="-26" dirty="0">
                <a:solidFill>
                  <a:srgbClr val="404040"/>
                </a:solidFill>
                <a:latin typeface="Comic Sans MS"/>
                <a:cs typeface="Comic Sans MS"/>
              </a:rPr>
              <a:t>p</a:t>
            </a:r>
            <a:r>
              <a:rPr sz="2030" spc="31" dirty="0">
                <a:solidFill>
                  <a:srgbClr val="404040"/>
                </a:solidFill>
                <a:latin typeface="Comic Sans MS"/>
                <a:cs typeface="Comic Sans MS"/>
              </a:rPr>
              <a:t>é</a:t>
            </a:r>
            <a:r>
              <a:rPr sz="2030" spc="13" dirty="0">
                <a:solidFill>
                  <a:srgbClr val="404040"/>
                </a:solidFill>
                <a:latin typeface="Comic Sans MS"/>
                <a:cs typeface="Comic Sans MS"/>
              </a:rPr>
              <a:t>c</a:t>
            </a:r>
            <a:r>
              <a:rPr sz="2030" spc="-40" dirty="0">
                <a:solidFill>
                  <a:srgbClr val="404040"/>
                </a:solidFill>
                <a:latin typeface="Comic Sans MS"/>
                <a:cs typeface="Comic Sans MS"/>
              </a:rPr>
              <a:t>i</a:t>
            </a:r>
            <a:r>
              <a:rPr sz="2030" spc="26" dirty="0">
                <a:solidFill>
                  <a:srgbClr val="404040"/>
                </a:solidFill>
                <a:latin typeface="Comic Sans MS"/>
                <a:cs typeface="Comic Sans MS"/>
              </a:rPr>
              <a:t>f</a:t>
            </a:r>
            <a:r>
              <a:rPr sz="2030" spc="-40" dirty="0">
                <a:solidFill>
                  <a:srgbClr val="404040"/>
                </a:solidFill>
                <a:latin typeface="Comic Sans MS"/>
                <a:cs typeface="Comic Sans MS"/>
              </a:rPr>
              <a:t>i</a:t>
            </a:r>
            <a:r>
              <a:rPr sz="2030" spc="13" dirty="0">
                <a:solidFill>
                  <a:srgbClr val="404040"/>
                </a:solidFill>
                <a:latin typeface="Comic Sans MS"/>
                <a:cs typeface="Comic Sans MS"/>
              </a:rPr>
              <a:t>c</a:t>
            </a:r>
            <a:r>
              <a:rPr sz="2030" spc="18" dirty="0">
                <a:solidFill>
                  <a:srgbClr val="404040"/>
                </a:solidFill>
                <a:latin typeface="Comic Sans MS"/>
                <a:cs typeface="Comic Sans MS"/>
              </a:rPr>
              <a:t>a</a:t>
            </a:r>
            <a:r>
              <a:rPr sz="2030" spc="13" dirty="0">
                <a:solidFill>
                  <a:srgbClr val="404040"/>
                </a:solidFill>
                <a:latin typeface="Comic Sans MS"/>
                <a:cs typeface="Comic Sans MS"/>
              </a:rPr>
              <a:t>t</a:t>
            </a:r>
            <a:r>
              <a:rPr sz="2030" spc="-40" dirty="0">
                <a:solidFill>
                  <a:srgbClr val="404040"/>
                </a:solidFill>
                <a:latin typeface="Comic Sans MS"/>
                <a:cs typeface="Comic Sans MS"/>
              </a:rPr>
              <a:t>i</a:t>
            </a:r>
            <a:r>
              <a:rPr sz="2030" spc="-9" dirty="0">
                <a:solidFill>
                  <a:srgbClr val="404040"/>
                </a:solidFill>
                <a:latin typeface="Comic Sans MS"/>
                <a:cs typeface="Comic Sans MS"/>
              </a:rPr>
              <a:t>o</a:t>
            </a:r>
            <a:r>
              <a:rPr sz="2030" spc="-4" dirty="0">
                <a:solidFill>
                  <a:srgbClr val="404040"/>
                </a:solidFill>
                <a:latin typeface="Comic Sans MS"/>
                <a:cs typeface="Comic Sans MS"/>
              </a:rPr>
              <a:t>n</a:t>
            </a:r>
            <a:r>
              <a:rPr sz="2030" dirty="0">
                <a:solidFill>
                  <a:srgbClr val="404040"/>
                </a:solidFill>
                <a:latin typeface="Comic Sans MS"/>
                <a:cs typeface="Comic Sans MS"/>
              </a:rPr>
              <a:t>s</a:t>
            </a:r>
            <a:r>
              <a:rPr sz="2030" spc="-185" dirty="0">
                <a:solidFill>
                  <a:srgbClr val="404040"/>
                </a:solidFill>
                <a:latin typeface="Comic Sans MS"/>
                <a:cs typeface="Comic Sans MS"/>
              </a:rPr>
              <a:t> </a:t>
            </a:r>
            <a:r>
              <a:rPr sz="2030" spc="31" dirty="0">
                <a:solidFill>
                  <a:srgbClr val="404040"/>
                </a:solidFill>
                <a:latin typeface="Comic Sans MS"/>
                <a:cs typeface="Comic Sans MS"/>
              </a:rPr>
              <a:t>e</a:t>
            </a:r>
            <a:r>
              <a:rPr sz="2030" spc="-18" dirty="0">
                <a:solidFill>
                  <a:srgbClr val="404040"/>
                </a:solidFill>
                <a:latin typeface="Comic Sans MS"/>
                <a:cs typeface="Comic Sans MS"/>
              </a:rPr>
              <a:t>s</a:t>
            </a:r>
            <a:r>
              <a:rPr sz="2030" dirty="0">
                <a:solidFill>
                  <a:srgbClr val="404040"/>
                </a:solidFill>
                <a:latin typeface="Comic Sans MS"/>
                <a:cs typeface="Comic Sans MS"/>
              </a:rPr>
              <a:t>t  particulièrement </a:t>
            </a:r>
            <a:r>
              <a:rPr sz="2030" spc="-9" dirty="0">
                <a:solidFill>
                  <a:srgbClr val="404040"/>
                </a:solidFill>
                <a:latin typeface="Comic Sans MS"/>
                <a:cs typeface="Comic Sans MS"/>
              </a:rPr>
              <a:t>important </a:t>
            </a:r>
            <a:r>
              <a:rPr sz="2030" spc="18" dirty="0">
                <a:solidFill>
                  <a:srgbClr val="404040"/>
                </a:solidFill>
                <a:latin typeface="Comic Sans MS"/>
                <a:cs typeface="Comic Sans MS"/>
              </a:rPr>
              <a:t>et </a:t>
            </a:r>
            <a:r>
              <a:rPr sz="2030" spc="-9" dirty="0">
                <a:solidFill>
                  <a:srgbClr val="404040"/>
                </a:solidFill>
                <a:latin typeface="Comic Sans MS"/>
                <a:cs typeface="Comic Sans MS"/>
              </a:rPr>
              <a:t>influe sur </a:t>
            </a:r>
            <a:r>
              <a:rPr sz="2030" spc="-18" dirty="0">
                <a:solidFill>
                  <a:srgbClr val="404040"/>
                </a:solidFill>
                <a:latin typeface="Comic Sans MS"/>
                <a:cs typeface="Comic Sans MS"/>
              </a:rPr>
              <a:t>la </a:t>
            </a:r>
            <a:r>
              <a:rPr sz="2030" spc="-9" dirty="0">
                <a:solidFill>
                  <a:srgbClr val="404040"/>
                </a:solidFill>
                <a:latin typeface="Comic Sans MS"/>
                <a:cs typeface="Comic Sans MS"/>
              </a:rPr>
              <a:t>facilité </a:t>
            </a:r>
            <a:r>
              <a:rPr sz="2030" dirty="0">
                <a:solidFill>
                  <a:srgbClr val="404040"/>
                </a:solidFill>
                <a:latin typeface="Comic Sans MS"/>
                <a:cs typeface="Comic Sans MS"/>
              </a:rPr>
              <a:t>à </a:t>
            </a:r>
            <a:r>
              <a:rPr sz="2030" spc="4" dirty="0">
                <a:solidFill>
                  <a:srgbClr val="404040"/>
                </a:solidFill>
                <a:latin typeface="Comic Sans MS"/>
                <a:cs typeface="Comic Sans MS"/>
              </a:rPr>
              <a:t> </a:t>
            </a:r>
            <a:r>
              <a:rPr sz="2030" spc="13" dirty="0">
                <a:solidFill>
                  <a:srgbClr val="404040"/>
                </a:solidFill>
                <a:latin typeface="Comic Sans MS"/>
                <a:cs typeface="Comic Sans MS"/>
              </a:rPr>
              <a:t>c</a:t>
            </a:r>
            <a:r>
              <a:rPr sz="2030" spc="18" dirty="0">
                <a:solidFill>
                  <a:srgbClr val="404040"/>
                </a:solidFill>
                <a:latin typeface="Comic Sans MS"/>
                <a:cs typeface="Comic Sans MS"/>
              </a:rPr>
              <a:t>a</a:t>
            </a:r>
            <a:r>
              <a:rPr sz="2030" spc="13" dirty="0">
                <a:solidFill>
                  <a:srgbClr val="404040"/>
                </a:solidFill>
                <a:latin typeface="Comic Sans MS"/>
                <a:cs typeface="Comic Sans MS"/>
              </a:rPr>
              <a:t>t</a:t>
            </a:r>
            <a:r>
              <a:rPr sz="2030" spc="35" dirty="0">
                <a:solidFill>
                  <a:srgbClr val="404040"/>
                </a:solidFill>
                <a:latin typeface="Comic Sans MS"/>
                <a:cs typeface="Comic Sans MS"/>
              </a:rPr>
              <a:t>é</a:t>
            </a:r>
            <a:r>
              <a:rPr sz="2030" spc="-22" dirty="0">
                <a:solidFill>
                  <a:srgbClr val="404040"/>
                </a:solidFill>
                <a:latin typeface="Comic Sans MS"/>
                <a:cs typeface="Comic Sans MS"/>
              </a:rPr>
              <a:t>g</a:t>
            </a:r>
            <a:r>
              <a:rPr sz="2030" spc="-9" dirty="0">
                <a:solidFill>
                  <a:srgbClr val="404040"/>
                </a:solidFill>
                <a:latin typeface="Comic Sans MS"/>
                <a:cs typeface="Comic Sans MS"/>
              </a:rPr>
              <a:t>o</a:t>
            </a:r>
            <a:r>
              <a:rPr sz="2030" spc="-4" dirty="0">
                <a:solidFill>
                  <a:srgbClr val="404040"/>
                </a:solidFill>
                <a:latin typeface="Comic Sans MS"/>
                <a:cs typeface="Comic Sans MS"/>
              </a:rPr>
              <a:t>r</a:t>
            </a:r>
            <a:r>
              <a:rPr sz="2030" spc="-40" dirty="0">
                <a:solidFill>
                  <a:srgbClr val="404040"/>
                </a:solidFill>
                <a:latin typeface="Comic Sans MS"/>
                <a:cs typeface="Comic Sans MS"/>
              </a:rPr>
              <a:t>i</a:t>
            </a:r>
            <a:r>
              <a:rPr sz="2030" spc="-18" dirty="0">
                <a:solidFill>
                  <a:srgbClr val="404040"/>
                </a:solidFill>
                <a:latin typeface="Comic Sans MS"/>
                <a:cs typeface="Comic Sans MS"/>
              </a:rPr>
              <a:t>s</a:t>
            </a:r>
            <a:r>
              <a:rPr sz="2030" spc="35" dirty="0">
                <a:solidFill>
                  <a:srgbClr val="404040"/>
                </a:solidFill>
                <a:latin typeface="Comic Sans MS"/>
                <a:cs typeface="Comic Sans MS"/>
              </a:rPr>
              <a:t>e</a:t>
            </a:r>
            <a:r>
              <a:rPr sz="2030" dirty="0">
                <a:solidFill>
                  <a:srgbClr val="404040"/>
                </a:solidFill>
                <a:latin typeface="Comic Sans MS"/>
                <a:cs typeface="Comic Sans MS"/>
              </a:rPr>
              <a:t>r</a:t>
            </a:r>
            <a:r>
              <a:rPr sz="2030" spc="-260" dirty="0">
                <a:solidFill>
                  <a:srgbClr val="404040"/>
                </a:solidFill>
                <a:latin typeface="Comic Sans MS"/>
                <a:cs typeface="Comic Sans MS"/>
              </a:rPr>
              <a:t> </a:t>
            </a:r>
            <a:r>
              <a:rPr sz="2030" spc="-31" dirty="0">
                <a:solidFill>
                  <a:srgbClr val="404040"/>
                </a:solidFill>
                <a:latin typeface="Comic Sans MS"/>
                <a:cs typeface="Comic Sans MS"/>
              </a:rPr>
              <a:t>l</a:t>
            </a:r>
            <a:r>
              <a:rPr sz="2030" spc="35" dirty="0">
                <a:solidFill>
                  <a:srgbClr val="404040"/>
                </a:solidFill>
                <a:latin typeface="Comic Sans MS"/>
                <a:cs typeface="Comic Sans MS"/>
              </a:rPr>
              <a:t>e</a:t>
            </a:r>
            <a:r>
              <a:rPr sz="2030" dirty="0">
                <a:solidFill>
                  <a:srgbClr val="404040"/>
                </a:solidFill>
                <a:latin typeface="Comic Sans MS"/>
                <a:cs typeface="Comic Sans MS"/>
              </a:rPr>
              <a:t>s</a:t>
            </a:r>
            <a:r>
              <a:rPr sz="2030" spc="-9" dirty="0">
                <a:solidFill>
                  <a:srgbClr val="404040"/>
                </a:solidFill>
                <a:latin typeface="Comic Sans MS"/>
                <a:cs typeface="Comic Sans MS"/>
              </a:rPr>
              <a:t> </a:t>
            </a:r>
            <a:r>
              <a:rPr sz="2030" spc="40" dirty="0">
                <a:solidFill>
                  <a:srgbClr val="404040"/>
                </a:solidFill>
                <a:latin typeface="Comic Sans MS"/>
                <a:cs typeface="Comic Sans MS"/>
              </a:rPr>
              <a:t>d</a:t>
            </a:r>
            <a:r>
              <a:rPr sz="2030" spc="-9" dirty="0">
                <a:solidFill>
                  <a:srgbClr val="404040"/>
                </a:solidFill>
                <a:latin typeface="Comic Sans MS"/>
                <a:cs typeface="Comic Sans MS"/>
              </a:rPr>
              <a:t>o</a:t>
            </a:r>
            <a:r>
              <a:rPr sz="2030" spc="-4" dirty="0">
                <a:solidFill>
                  <a:srgbClr val="404040"/>
                </a:solidFill>
                <a:latin typeface="Comic Sans MS"/>
                <a:cs typeface="Comic Sans MS"/>
              </a:rPr>
              <a:t>nn</a:t>
            </a:r>
            <a:r>
              <a:rPr sz="2030" spc="35" dirty="0">
                <a:solidFill>
                  <a:srgbClr val="404040"/>
                </a:solidFill>
                <a:latin typeface="Comic Sans MS"/>
                <a:cs typeface="Comic Sans MS"/>
              </a:rPr>
              <a:t>ée</a:t>
            </a:r>
            <a:r>
              <a:rPr sz="2030" dirty="0">
                <a:solidFill>
                  <a:srgbClr val="404040"/>
                </a:solidFill>
                <a:latin typeface="Comic Sans MS"/>
                <a:cs typeface="Comic Sans MS"/>
              </a:rPr>
              <a:t>s</a:t>
            </a:r>
            <a:r>
              <a:rPr sz="2030" spc="-282" dirty="0">
                <a:solidFill>
                  <a:srgbClr val="404040"/>
                </a:solidFill>
                <a:latin typeface="Comic Sans MS"/>
                <a:cs typeface="Comic Sans MS"/>
              </a:rPr>
              <a:t> </a:t>
            </a:r>
            <a:r>
              <a:rPr sz="2030" spc="40" dirty="0">
                <a:solidFill>
                  <a:srgbClr val="404040"/>
                </a:solidFill>
                <a:latin typeface="Comic Sans MS"/>
                <a:cs typeface="Comic Sans MS"/>
              </a:rPr>
              <a:t>d</a:t>
            </a:r>
            <a:r>
              <a:rPr sz="2030" spc="-18" dirty="0">
                <a:solidFill>
                  <a:srgbClr val="404040"/>
                </a:solidFill>
                <a:latin typeface="Comic Sans MS"/>
                <a:cs typeface="Comic Sans MS"/>
              </a:rPr>
              <a:t>’</a:t>
            </a:r>
            <a:r>
              <a:rPr sz="2030" spc="31" dirty="0">
                <a:solidFill>
                  <a:srgbClr val="404040"/>
                </a:solidFill>
                <a:latin typeface="Comic Sans MS"/>
                <a:cs typeface="Comic Sans MS"/>
              </a:rPr>
              <a:t>e</a:t>
            </a:r>
            <a:r>
              <a:rPr sz="2030" spc="-4" dirty="0">
                <a:solidFill>
                  <a:srgbClr val="404040"/>
                </a:solidFill>
                <a:latin typeface="Comic Sans MS"/>
                <a:cs typeface="Comic Sans MS"/>
              </a:rPr>
              <a:t>n</a:t>
            </a:r>
            <a:r>
              <a:rPr sz="2030" spc="13" dirty="0">
                <a:solidFill>
                  <a:srgbClr val="404040"/>
                </a:solidFill>
                <a:latin typeface="Comic Sans MS"/>
                <a:cs typeface="Comic Sans MS"/>
              </a:rPr>
              <a:t>t</a:t>
            </a:r>
            <a:r>
              <a:rPr sz="2030" spc="-4" dirty="0">
                <a:solidFill>
                  <a:srgbClr val="404040"/>
                </a:solidFill>
                <a:latin typeface="Comic Sans MS"/>
                <a:cs typeface="Comic Sans MS"/>
              </a:rPr>
              <a:t>r</a:t>
            </a:r>
            <a:r>
              <a:rPr sz="2030" spc="31" dirty="0">
                <a:solidFill>
                  <a:srgbClr val="404040"/>
                </a:solidFill>
                <a:latin typeface="Comic Sans MS"/>
                <a:cs typeface="Comic Sans MS"/>
              </a:rPr>
              <a:t>ée</a:t>
            </a:r>
            <a:r>
              <a:rPr sz="2030" dirty="0">
                <a:solidFill>
                  <a:srgbClr val="404040"/>
                </a:solidFill>
                <a:latin typeface="Comic Sans MS"/>
                <a:cs typeface="Comic Sans MS"/>
              </a:rPr>
              <a:t>s</a:t>
            </a:r>
            <a:r>
              <a:rPr sz="2030" spc="-269" dirty="0">
                <a:solidFill>
                  <a:srgbClr val="404040"/>
                </a:solidFill>
                <a:latin typeface="Comic Sans MS"/>
                <a:cs typeface="Comic Sans MS"/>
              </a:rPr>
              <a:t> </a:t>
            </a:r>
            <a:r>
              <a:rPr sz="2030" spc="31" dirty="0">
                <a:solidFill>
                  <a:srgbClr val="404040"/>
                </a:solidFill>
                <a:latin typeface="Comic Sans MS"/>
                <a:cs typeface="Comic Sans MS"/>
              </a:rPr>
              <a:t>e</a:t>
            </a:r>
            <a:r>
              <a:rPr sz="2030" dirty="0">
                <a:solidFill>
                  <a:srgbClr val="404040"/>
                </a:solidFill>
                <a:latin typeface="Comic Sans MS"/>
                <a:cs typeface="Comic Sans MS"/>
              </a:rPr>
              <a:t>t</a:t>
            </a:r>
            <a:r>
              <a:rPr sz="2030" spc="-154" dirty="0">
                <a:solidFill>
                  <a:srgbClr val="404040"/>
                </a:solidFill>
                <a:latin typeface="Comic Sans MS"/>
                <a:cs typeface="Comic Sans MS"/>
              </a:rPr>
              <a:t> </a:t>
            </a:r>
            <a:r>
              <a:rPr sz="2030" spc="18" dirty="0">
                <a:solidFill>
                  <a:srgbClr val="404040"/>
                </a:solidFill>
                <a:latin typeface="Comic Sans MS"/>
                <a:cs typeface="Comic Sans MS"/>
              </a:rPr>
              <a:t>a</a:t>
            </a:r>
            <a:r>
              <a:rPr sz="2030" spc="-9" dirty="0">
                <a:solidFill>
                  <a:srgbClr val="404040"/>
                </a:solidFill>
                <a:latin typeface="Comic Sans MS"/>
                <a:cs typeface="Comic Sans MS"/>
              </a:rPr>
              <a:t>n</a:t>
            </a:r>
            <a:r>
              <a:rPr sz="2030" spc="13" dirty="0">
                <a:solidFill>
                  <a:srgbClr val="404040"/>
                </a:solidFill>
                <a:latin typeface="Comic Sans MS"/>
                <a:cs typeface="Comic Sans MS"/>
              </a:rPr>
              <a:t>t</a:t>
            </a:r>
            <a:r>
              <a:rPr sz="2030" spc="-40" dirty="0">
                <a:solidFill>
                  <a:srgbClr val="404040"/>
                </a:solidFill>
                <a:latin typeface="Comic Sans MS"/>
                <a:cs typeface="Comic Sans MS"/>
              </a:rPr>
              <a:t>i</a:t>
            </a:r>
            <a:r>
              <a:rPr sz="2030" spc="13" dirty="0">
                <a:solidFill>
                  <a:srgbClr val="404040"/>
                </a:solidFill>
                <a:latin typeface="Comic Sans MS"/>
                <a:cs typeface="Comic Sans MS"/>
              </a:rPr>
              <a:t>c</a:t>
            </a:r>
            <a:r>
              <a:rPr sz="2030" spc="-40" dirty="0">
                <a:solidFill>
                  <a:srgbClr val="404040"/>
                </a:solidFill>
                <a:latin typeface="Comic Sans MS"/>
                <a:cs typeface="Comic Sans MS"/>
              </a:rPr>
              <a:t>i</a:t>
            </a:r>
            <a:r>
              <a:rPr sz="2030" spc="-31" dirty="0">
                <a:solidFill>
                  <a:srgbClr val="404040"/>
                </a:solidFill>
                <a:latin typeface="Comic Sans MS"/>
                <a:cs typeface="Comic Sans MS"/>
              </a:rPr>
              <a:t>p</a:t>
            </a:r>
            <a:r>
              <a:rPr sz="2030" spc="31" dirty="0">
                <a:solidFill>
                  <a:srgbClr val="404040"/>
                </a:solidFill>
                <a:latin typeface="Comic Sans MS"/>
                <a:cs typeface="Comic Sans MS"/>
              </a:rPr>
              <a:t>e</a:t>
            </a:r>
            <a:r>
              <a:rPr sz="2030" dirty="0">
                <a:solidFill>
                  <a:srgbClr val="404040"/>
                </a:solidFill>
                <a:latin typeface="Comic Sans MS"/>
                <a:cs typeface="Comic Sans MS"/>
              </a:rPr>
              <a:t>r</a:t>
            </a:r>
            <a:r>
              <a:rPr sz="2030" spc="-172" dirty="0">
                <a:solidFill>
                  <a:srgbClr val="404040"/>
                </a:solidFill>
                <a:latin typeface="Comic Sans MS"/>
                <a:cs typeface="Comic Sans MS"/>
              </a:rPr>
              <a:t> </a:t>
            </a:r>
            <a:r>
              <a:rPr sz="2030" spc="-26" dirty="0">
                <a:solidFill>
                  <a:srgbClr val="404040"/>
                </a:solidFill>
                <a:latin typeface="Comic Sans MS"/>
                <a:cs typeface="Comic Sans MS"/>
              </a:rPr>
              <a:t>l</a:t>
            </a:r>
            <a:r>
              <a:rPr sz="2030" spc="31" dirty="0">
                <a:solidFill>
                  <a:srgbClr val="404040"/>
                </a:solidFill>
                <a:latin typeface="Comic Sans MS"/>
                <a:cs typeface="Comic Sans MS"/>
              </a:rPr>
              <a:t>e</a:t>
            </a:r>
            <a:r>
              <a:rPr sz="2030" dirty="0">
                <a:solidFill>
                  <a:srgbClr val="404040"/>
                </a:solidFill>
                <a:latin typeface="Comic Sans MS"/>
                <a:cs typeface="Comic Sans MS"/>
              </a:rPr>
              <a:t>s</a:t>
            </a:r>
            <a:r>
              <a:rPr sz="2030" spc="-9" dirty="0">
                <a:solidFill>
                  <a:srgbClr val="404040"/>
                </a:solidFill>
                <a:latin typeface="Comic Sans MS"/>
                <a:cs typeface="Comic Sans MS"/>
              </a:rPr>
              <a:t> </a:t>
            </a:r>
            <a:r>
              <a:rPr sz="2030" spc="-18" dirty="0">
                <a:solidFill>
                  <a:srgbClr val="404040"/>
                </a:solidFill>
                <a:latin typeface="Comic Sans MS"/>
                <a:cs typeface="Comic Sans MS"/>
              </a:rPr>
              <a:t>s</a:t>
            </a:r>
            <a:r>
              <a:rPr sz="2030" spc="-13" dirty="0">
                <a:solidFill>
                  <a:srgbClr val="404040"/>
                </a:solidFill>
                <a:latin typeface="Comic Sans MS"/>
                <a:cs typeface="Comic Sans MS"/>
              </a:rPr>
              <a:t>o</a:t>
            </a:r>
            <a:r>
              <a:rPr sz="2030" spc="-4" dirty="0">
                <a:solidFill>
                  <a:srgbClr val="404040"/>
                </a:solidFill>
                <a:latin typeface="Comic Sans MS"/>
                <a:cs typeface="Comic Sans MS"/>
              </a:rPr>
              <a:t>r</a:t>
            </a:r>
            <a:r>
              <a:rPr sz="2030" spc="13" dirty="0">
                <a:solidFill>
                  <a:srgbClr val="404040"/>
                </a:solidFill>
                <a:latin typeface="Comic Sans MS"/>
                <a:cs typeface="Comic Sans MS"/>
              </a:rPr>
              <a:t>t</a:t>
            </a:r>
            <a:r>
              <a:rPr sz="2030" spc="-40" dirty="0">
                <a:solidFill>
                  <a:srgbClr val="404040"/>
                </a:solidFill>
                <a:latin typeface="Comic Sans MS"/>
                <a:cs typeface="Comic Sans MS"/>
              </a:rPr>
              <a:t>i</a:t>
            </a:r>
            <a:r>
              <a:rPr sz="2030" spc="35" dirty="0">
                <a:solidFill>
                  <a:srgbClr val="404040"/>
                </a:solidFill>
                <a:latin typeface="Comic Sans MS"/>
                <a:cs typeface="Comic Sans MS"/>
              </a:rPr>
              <a:t>e</a:t>
            </a:r>
            <a:r>
              <a:rPr sz="2030" dirty="0">
                <a:solidFill>
                  <a:srgbClr val="404040"/>
                </a:solidFill>
                <a:latin typeface="Comic Sans MS"/>
                <a:cs typeface="Comic Sans MS"/>
              </a:rPr>
              <a:t>s</a:t>
            </a:r>
            <a:r>
              <a:rPr sz="2030" spc="-97" dirty="0">
                <a:solidFill>
                  <a:srgbClr val="404040"/>
                </a:solidFill>
                <a:latin typeface="Comic Sans MS"/>
                <a:cs typeface="Comic Sans MS"/>
              </a:rPr>
              <a:t> </a:t>
            </a:r>
            <a:r>
              <a:rPr sz="2030" dirty="0">
                <a:solidFill>
                  <a:srgbClr val="404040"/>
                </a:solidFill>
                <a:latin typeface="Comic Sans MS"/>
                <a:cs typeface="Comic Sans MS"/>
              </a:rPr>
              <a:t>:</a:t>
            </a:r>
            <a:endParaRPr sz="2030" dirty="0">
              <a:solidFill>
                <a:prstClr val="black"/>
              </a:solidFill>
              <a:latin typeface="Comic Sans MS"/>
              <a:cs typeface="Comic Sans MS"/>
            </a:endParaRPr>
          </a:p>
          <a:p>
            <a:pPr marL="11206" defTabSz="806867">
              <a:spcBef>
                <a:spcPts val="1090"/>
              </a:spcBef>
              <a:tabLst>
                <a:tab pos="4043858" algn="l"/>
              </a:tabLst>
            </a:pPr>
            <a:r>
              <a:rPr sz="2030" dirty="0">
                <a:solidFill>
                  <a:srgbClr val="404040"/>
                </a:solidFill>
                <a:latin typeface="Wingdings"/>
                <a:cs typeface="Wingdings"/>
              </a:rPr>
              <a:t></a:t>
            </a:r>
            <a:r>
              <a:rPr sz="2030" spc="62" dirty="0">
                <a:solidFill>
                  <a:srgbClr val="404040"/>
                </a:solidFill>
                <a:latin typeface="Times New Roman"/>
                <a:cs typeface="Times New Roman"/>
              </a:rPr>
              <a:t> </a:t>
            </a:r>
            <a:r>
              <a:rPr sz="2030" spc="-26" dirty="0">
                <a:solidFill>
                  <a:srgbClr val="404040"/>
                </a:solidFill>
                <a:latin typeface="Comic Sans MS"/>
                <a:cs typeface="Comic Sans MS"/>
              </a:rPr>
              <a:t>l</a:t>
            </a:r>
            <a:r>
              <a:rPr sz="2030" dirty="0">
                <a:solidFill>
                  <a:srgbClr val="404040"/>
                </a:solidFill>
                <a:latin typeface="Comic Sans MS"/>
                <a:cs typeface="Comic Sans MS"/>
              </a:rPr>
              <a:t>a</a:t>
            </a:r>
            <a:r>
              <a:rPr sz="2030" spc="-57" dirty="0">
                <a:solidFill>
                  <a:srgbClr val="404040"/>
                </a:solidFill>
                <a:latin typeface="Comic Sans MS"/>
                <a:cs typeface="Comic Sans MS"/>
              </a:rPr>
              <a:t> </a:t>
            </a:r>
            <a:r>
              <a:rPr sz="2030" spc="-22" dirty="0">
                <a:solidFill>
                  <a:srgbClr val="404040"/>
                </a:solidFill>
                <a:latin typeface="Comic Sans MS"/>
                <a:cs typeface="Comic Sans MS"/>
              </a:rPr>
              <a:t>g</a:t>
            </a:r>
            <a:r>
              <a:rPr sz="2030" spc="31" dirty="0">
                <a:solidFill>
                  <a:srgbClr val="404040"/>
                </a:solidFill>
                <a:latin typeface="Comic Sans MS"/>
                <a:cs typeface="Comic Sans MS"/>
              </a:rPr>
              <a:t>é</a:t>
            </a:r>
            <a:r>
              <a:rPr sz="2030" spc="-4" dirty="0">
                <a:solidFill>
                  <a:srgbClr val="404040"/>
                </a:solidFill>
                <a:latin typeface="Comic Sans MS"/>
                <a:cs typeface="Comic Sans MS"/>
              </a:rPr>
              <a:t>n</a:t>
            </a:r>
            <a:r>
              <a:rPr sz="2030" spc="31" dirty="0">
                <a:solidFill>
                  <a:srgbClr val="404040"/>
                </a:solidFill>
                <a:latin typeface="Comic Sans MS"/>
                <a:cs typeface="Comic Sans MS"/>
              </a:rPr>
              <a:t>é</a:t>
            </a:r>
            <a:r>
              <a:rPr sz="2030" spc="-9" dirty="0">
                <a:solidFill>
                  <a:srgbClr val="404040"/>
                </a:solidFill>
                <a:latin typeface="Comic Sans MS"/>
                <a:cs typeface="Comic Sans MS"/>
              </a:rPr>
              <a:t>r</a:t>
            </a:r>
            <a:r>
              <a:rPr sz="2030" spc="18" dirty="0">
                <a:solidFill>
                  <a:srgbClr val="404040"/>
                </a:solidFill>
                <a:latin typeface="Comic Sans MS"/>
                <a:cs typeface="Comic Sans MS"/>
              </a:rPr>
              <a:t>a</a:t>
            </a:r>
            <a:r>
              <a:rPr sz="2030" spc="13" dirty="0">
                <a:solidFill>
                  <a:srgbClr val="404040"/>
                </a:solidFill>
                <a:latin typeface="Comic Sans MS"/>
                <a:cs typeface="Comic Sans MS"/>
              </a:rPr>
              <a:t>t</a:t>
            </a:r>
            <a:r>
              <a:rPr sz="2030" spc="-40" dirty="0">
                <a:solidFill>
                  <a:srgbClr val="404040"/>
                </a:solidFill>
                <a:latin typeface="Comic Sans MS"/>
                <a:cs typeface="Comic Sans MS"/>
              </a:rPr>
              <a:t>i</a:t>
            </a:r>
            <a:r>
              <a:rPr sz="2030" spc="-9" dirty="0">
                <a:solidFill>
                  <a:srgbClr val="404040"/>
                </a:solidFill>
                <a:latin typeface="Comic Sans MS"/>
                <a:cs typeface="Comic Sans MS"/>
              </a:rPr>
              <a:t>o</a:t>
            </a:r>
            <a:r>
              <a:rPr sz="2030" dirty="0">
                <a:solidFill>
                  <a:srgbClr val="404040"/>
                </a:solidFill>
                <a:latin typeface="Comic Sans MS"/>
                <a:cs typeface="Comic Sans MS"/>
              </a:rPr>
              <a:t>n</a:t>
            </a:r>
            <a:r>
              <a:rPr sz="2030" spc="-172" dirty="0">
                <a:solidFill>
                  <a:srgbClr val="404040"/>
                </a:solidFill>
                <a:latin typeface="Comic Sans MS"/>
                <a:cs typeface="Comic Sans MS"/>
              </a:rPr>
              <a:t> </a:t>
            </a:r>
            <a:r>
              <a:rPr sz="2030" spc="40" dirty="0">
                <a:solidFill>
                  <a:srgbClr val="404040"/>
                </a:solidFill>
                <a:latin typeface="Comic Sans MS"/>
                <a:cs typeface="Comic Sans MS"/>
              </a:rPr>
              <a:t>d</a:t>
            </a:r>
            <a:r>
              <a:rPr sz="2030" spc="31" dirty="0">
                <a:solidFill>
                  <a:srgbClr val="404040"/>
                </a:solidFill>
                <a:latin typeface="Comic Sans MS"/>
                <a:cs typeface="Comic Sans MS"/>
              </a:rPr>
              <a:t>e</a:t>
            </a:r>
            <a:r>
              <a:rPr sz="2030" dirty="0">
                <a:solidFill>
                  <a:srgbClr val="404040"/>
                </a:solidFill>
                <a:latin typeface="Comic Sans MS"/>
                <a:cs typeface="Comic Sans MS"/>
              </a:rPr>
              <a:t>s</a:t>
            </a:r>
            <a:r>
              <a:rPr sz="2030" spc="-185" dirty="0">
                <a:solidFill>
                  <a:srgbClr val="404040"/>
                </a:solidFill>
                <a:latin typeface="Comic Sans MS"/>
                <a:cs typeface="Comic Sans MS"/>
              </a:rPr>
              <a:t> </a:t>
            </a:r>
            <a:r>
              <a:rPr sz="2030" spc="13" dirty="0">
                <a:solidFill>
                  <a:srgbClr val="404040"/>
                </a:solidFill>
                <a:latin typeface="Comic Sans MS"/>
                <a:cs typeface="Comic Sans MS"/>
              </a:rPr>
              <a:t>c</a:t>
            </a:r>
            <a:r>
              <a:rPr sz="2030" spc="18" dirty="0">
                <a:solidFill>
                  <a:srgbClr val="404040"/>
                </a:solidFill>
                <a:latin typeface="Comic Sans MS"/>
                <a:cs typeface="Comic Sans MS"/>
              </a:rPr>
              <a:t>a</a:t>
            </a:r>
            <a:r>
              <a:rPr sz="2030" dirty="0">
                <a:solidFill>
                  <a:srgbClr val="404040"/>
                </a:solidFill>
                <a:latin typeface="Comic Sans MS"/>
                <a:cs typeface="Comic Sans MS"/>
              </a:rPr>
              <a:t>s</a:t>
            </a:r>
            <a:r>
              <a:rPr sz="2030" spc="-97" dirty="0">
                <a:solidFill>
                  <a:srgbClr val="404040"/>
                </a:solidFill>
                <a:latin typeface="Comic Sans MS"/>
                <a:cs typeface="Comic Sans MS"/>
              </a:rPr>
              <a:t> </a:t>
            </a:r>
            <a:r>
              <a:rPr sz="2030" spc="40" dirty="0">
                <a:solidFill>
                  <a:srgbClr val="404040"/>
                </a:solidFill>
                <a:latin typeface="Comic Sans MS"/>
                <a:cs typeface="Comic Sans MS"/>
              </a:rPr>
              <a:t>d</a:t>
            </a:r>
            <a:r>
              <a:rPr sz="2030" dirty="0">
                <a:solidFill>
                  <a:srgbClr val="404040"/>
                </a:solidFill>
                <a:latin typeface="Comic Sans MS"/>
                <a:cs typeface="Comic Sans MS"/>
              </a:rPr>
              <a:t>e</a:t>
            </a:r>
            <a:r>
              <a:rPr sz="2030" spc="-132" dirty="0">
                <a:solidFill>
                  <a:srgbClr val="404040"/>
                </a:solidFill>
                <a:latin typeface="Comic Sans MS"/>
                <a:cs typeface="Comic Sans MS"/>
              </a:rPr>
              <a:t> </a:t>
            </a:r>
            <a:r>
              <a:rPr sz="2030" spc="13" dirty="0">
                <a:solidFill>
                  <a:srgbClr val="404040"/>
                </a:solidFill>
                <a:latin typeface="Comic Sans MS"/>
                <a:cs typeface="Comic Sans MS"/>
              </a:rPr>
              <a:t>t</a:t>
            </a:r>
            <a:r>
              <a:rPr sz="2030" spc="31" dirty="0">
                <a:solidFill>
                  <a:srgbClr val="404040"/>
                </a:solidFill>
                <a:latin typeface="Comic Sans MS"/>
                <a:cs typeface="Comic Sans MS"/>
              </a:rPr>
              <a:t>e</a:t>
            </a:r>
            <a:r>
              <a:rPr sz="2030" spc="-22" dirty="0">
                <a:solidFill>
                  <a:srgbClr val="404040"/>
                </a:solidFill>
                <a:latin typeface="Comic Sans MS"/>
                <a:cs typeface="Comic Sans MS"/>
              </a:rPr>
              <a:t>s</a:t>
            </a:r>
            <a:r>
              <a:rPr sz="2030" spc="13" dirty="0">
                <a:solidFill>
                  <a:srgbClr val="404040"/>
                </a:solidFill>
                <a:latin typeface="Comic Sans MS"/>
                <a:cs typeface="Comic Sans MS"/>
              </a:rPr>
              <a:t>t</a:t>
            </a:r>
            <a:r>
              <a:rPr sz="2030" dirty="0">
                <a:solidFill>
                  <a:srgbClr val="404040"/>
                </a:solidFill>
                <a:latin typeface="Comic Sans MS"/>
                <a:cs typeface="Comic Sans MS"/>
              </a:rPr>
              <a:t>s	</a:t>
            </a:r>
            <a:r>
              <a:rPr sz="2030" spc="31" dirty="0">
                <a:solidFill>
                  <a:srgbClr val="404040"/>
                </a:solidFill>
                <a:latin typeface="Comic Sans MS"/>
                <a:cs typeface="Comic Sans MS"/>
              </a:rPr>
              <a:t>e</a:t>
            </a:r>
            <a:r>
              <a:rPr sz="2030" dirty="0">
                <a:solidFill>
                  <a:srgbClr val="404040"/>
                </a:solidFill>
                <a:latin typeface="Comic Sans MS"/>
                <a:cs typeface="Comic Sans MS"/>
              </a:rPr>
              <a:t>t</a:t>
            </a:r>
            <a:r>
              <a:rPr sz="2030" spc="-154" dirty="0">
                <a:solidFill>
                  <a:srgbClr val="404040"/>
                </a:solidFill>
                <a:latin typeface="Comic Sans MS"/>
                <a:cs typeface="Comic Sans MS"/>
              </a:rPr>
              <a:t> </a:t>
            </a:r>
            <a:r>
              <a:rPr sz="2030" spc="40" dirty="0">
                <a:solidFill>
                  <a:srgbClr val="404040"/>
                </a:solidFill>
                <a:latin typeface="Comic Sans MS"/>
                <a:cs typeface="Comic Sans MS"/>
              </a:rPr>
              <a:t>d</a:t>
            </a:r>
            <a:r>
              <a:rPr sz="2030" spc="31" dirty="0">
                <a:solidFill>
                  <a:srgbClr val="404040"/>
                </a:solidFill>
                <a:latin typeface="Comic Sans MS"/>
                <a:cs typeface="Comic Sans MS"/>
              </a:rPr>
              <a:t>e</a:t>
            </a:r>
            <a:r>
              <a:rPr sz="2030" dirty="0">
                <a:solidFill>
                  <a:srgbClr val="404040"/>
                </a:solidFill>
                <a:latin typeface="Comic Sans MS"/>
                <a:cs typeface="Comic Sans MS"/>
              </a:rPr>
              <a:t>s</a:t>
            </a:r>
            <a:r>
              <a:rPr sz="2030" spc="-84" dirty="0">
                <a:solidFill>
                  <a:srgbClr val="404040"/>
                </a:solidFill>
                <a:latin typeface="Comic Sans MS"/>
                <a:cs typeface="Comic Sans MS"/>
              </a:rPr>
              <a:t> </a:t>
            </a:r>
            <a:r>
              <a:rPr sz="2030" spc="-9" dirty="0">
                <a:solidFill>
                  <a:srgbClr val="404040"/>
                </a:solidFill>
                <a:latin typeface="Comic Sans MS"/>
                <a:cs typeface="Comic Sans MS"/>
              </a:rPr>
              <a:t>o</a:t>
            </a:r>
            <a:r>
              <a:rPr sz="2030" spc="-4" dirty="0">
                <a:solidFill>
                  <a:srgbClr val="404040"/>
                </a:solidFill>
                <a:latin typeface="Comic Sans MS"/>
                <a:cs typeface="Comic Sans MS"/>
              </a:rPr>
              <a:t>r</a:t>
            </a:r>
            <a:r>
              <a:rPr sz="2030" spc="18" dirty="0">
                <a:solidFill>
                  <a:srgbClr val="404040"/>
                </a:solidFill>
                <a:latin typeface="Comic Sans MS"/>
                <a:cs typeface="Comic Sans MS"/>
              </a:rPr>
              <a:t>a</a:t>
            </a:r>
            <a:r>
              <a:rPr sz="2030" spc="13" dirty="0">
                <a:solidFill>
                  <a:srgbClr val="404040"/>
                </a:solidFill>
                <a:latin typeface="Comic Sans MS"/>
                <a:cs typeface="Comic Sans MS"/>
              </a:rPr>
              <a:t>c</a:t>
            </a:r>
            <a:r>
              <a:rPr sz="2030" spc="-31" dirty="0">
                <a:solidFill>
                  <a:srgbClr val="404040"/>
                </a:solidFill>
                <a:latin typeface="Comic Sans MS"/>
                <a:cs typeface="Comic Sans MS"/>
              </a:rPr>
              <a:t>l</a:t>
            </a:r>
            <a:r>
              <a:rPr sz="2030" spc="35" dirty="0">
                <a:solidFill>
                  <a:srgbClr val="404040"/>
                </a:solidFill>
                <a:latin typeface="Comic Sans MS"/>
                <a:cs typeface="Comic Sans MS"/>
              </a:rPr>
              <a:t>e</a:t>
            </a:r>
            <a:r>
              <a:rPr sz="2030" dirty="0">
                <a:solidFill>
                  <a:srgbClr val="404040"/>
                </a:solidFill>
                <a:latin typeface="Comic Sans MS"/>
                <a:cs typeface="Comic Sans MS"/>
              </a:rPr>
              <a:t>s</a:t>
            </a:r>
            <a:endParaRPr sz="2030" dirty="0">
              <a:solidFill>
                <a:prstClr val="black"/>
              </a:solidFill>
              <a:latin typeface="Comic Sans MS"/>
              <a:cs typeface="Comic Sans MS"/>
            </a:endParaRPr>
          </a:p>
        </p:txBody>
      </p:sp>
      <p:sp>
        <p:nvSpPr>
          <p:cNvPr id="4" name="object 4"/>
          <p:cNvSpPr txBox="1">
            <a:spLocks noGrp="1"/>
          </p:cNvSpPr>
          <p:nvPr>
            <p:ph type="sldNum" sz="quarter" idx="7"/>
          </p:nvPr>
        </p:nvSpPr>
        <p:spPr>
          <a:xfrm>
            <a:off x="7326673" y="4928126"/>
            <a:ext cx="272336" cy="180483"/>
          </a:xfrm>
          <a:prstGeom prst="rect">
            <a:avLst/>
          </a:prstGeom>
        </p:spPr>
        <p:txBody>
          <a:bodyPr vert="horz" wrap="square" lIns="0" tIns="3922" rIns="0" bIns="0" rtlCol="0">
            <a:spAutoFit/>
          </a:bodyPr>
          <a:lstStyle/>
          <a:p>
            <a:pPr marL="33619" defTabSz="806867">
              <a:spcBef>
                <a:spcPts val="31"/>
              </a:spcBef>
            </a:pPr>
            <a:fld id="{81D60167-4931-47E6-BA6A-407CBD079E47}" type="slidenum">
              <a:rPr dirty="0">
                <a:solidFill>
                  <a:prstClr val="white"/>
                </a:solidFill>
              </a:rPr>
              <a:pPr marL="33619" defTabSz="806867">
                <a:spcBef>
                  <a:spcPts val="31"/>
                </a:spcBef>
              </a:pPr>
              <a:t>33</a:t>
            </a:fld>
            <a:endParaRPr dirty="0">
              <a:solidFill>
                <a:prstClr val="white"/>
              </a:solidFill>
            </a:endParaRPr>
          </a:p>
        </p:txBody>
      </p:sp>
      <p:sp>
        <p:nvSpPr>
          <p:cNvPr id="5" name="object 5"/>
          <p:cNvSpPr txBox="1"/>
          <p:nvPr/>
        </p:nvSpPr>
        <p:spPr>
          <a:xfrm>
            <a:off x="10081339" y="5625783"/>
            <a:ext cx="112059" cy="115409"/>
          </a:xfrm>
          <a:prstGeom prst="rect">
            <a:avLst/>
          </a:prstGeom>
        </p:spPr>
        <p:txBody>
          <a:bodyPr vert="horz" wrap="square" lIns="0" tIns="6724" rIns="0" bIns="0" rtlCol="0">
            <a:spAutoFit/>
          </a:bodyPr>
          <a:lstStyle/>
          <a:p>
            <a:pPr marL="11206" defTabSz="806867">
              <a:spcBef>
                <a:spcPts val="53"/>
              </a:spcBef>
            </a:pPr>
            <a:r>
              <a:rPr sz="706" spc="-9" dirty="0">
                <a:solidFill>
                  <a:srgbClr val="FFFFFF"/>
                </a:solidFill>
                <a:latin typeface="Calibri"/>
                <a:cs typeface="Calibri"/>
              </a:rPr>
              <a:t>10</a:t>
            </a:r>
            <a:endParaRPr sz="706">
              <a:solidFill>
                <a:prstClr val="black"/>
              </a:solidFill>
              <a:latin typeface="Calibri"/>
              <a:cs typeface="Calibri"/>
            </a:endParaRPr>
          </a:p>
        </p:txBody>
      </p:sp>
      <p:sp>
        <p:nvSpPr>
          <p:cNvPr id="3" name="object 3"/>
          <p:cNvSpPr txBox="1">
            <a:spLocks noGrp="1"/>
          </p:cNvSpPr>
          <p:nvPr>
            <p:ph type="title"/>
          </p:nvPr>
        </p:nvSpPr>
        <p:spPr>
          <a:xfrm>
            <a:off x="4425733" y="1238882"/>
            <a:ext cx="3324785" cy="540254"/>
          </a:xfrm>
          <a:prstGeom prst="rect">
            <a:avLst/>
          </a:prstGeom>
        </p:spPr>
        <p:txBody>
          <a:bodyPr vert="horz" wrap="square" lIns="0" tIns="10646" rIns="0" bIns="0" rtlCol="0">
            <a:spAutoFit/>
          </a:bodyPr>
          <a:lstStyle/>
          <a:p>
            <a:pPr marL="11206">
              <a:spcBef>
                <a:spcPts val="84"/>
              </a:spcBef>
            </a:pPr>
            <a:r>
              <a:rPr spc="35" dirty="0">
                <a:solidFill>
                  <a:srgbClr val="9B2D1F"/>
                </a:solidFill>
                <a:latin typeface="Palatino Linotype"/>
                <a:cs typeface="Palatino Linotype"/>
              </a:rPr>
              <a:t>P</a:t>
            </a:r>
            <a:r>
              <a:rPr spc="-40" dirty="0">
                <a:solidFill>
                  <a:srgbClr val="9B2D1F"/>
                </a:solidFill>
                <a:latin typeface="Palatino Linotype"/>
                <a:cs typeface="Palatino Linotype"/>
              </a:rPr>
              <a:t>r</a:t>
            </a:r>
            <a:r>
              <a:rPr spc="-31" dirty="0">
                <a:solidFill>
                  <a:srgbClr val="9B2D1F"/>
                </a:solidFill>
                <a:latin typeface="Palatino Linotype"/>
                <a:cs typeface="Palatino Linotype"/>
              </a:rPr>
              <a:t>i</a:t>
            </a:r>
            <a:r>
              <a:rPr spc="22" dirty="0">
                <a:solidFill>
                  <a:srgbClr val="9B2D1F"/>
                </a:solidFill>
                <a:latin typeface="Palatino Linotype"/>
                <a:cs typeface="Palatino Linotype"/>
              </a:rPr>
              <a:t>n</a:t>
            </a:r>
            <a:r>
              <a:rPr spc="-31" dirty="0">
                <a:solidFill>
                  <a:srgbClr val="9B2D1F"/>
                </a:solidFill>
                <a:latin typeface="Palatino Linotype"/>
                <a:cs typeface="Palatino Linotype"/>
              </a:rPr>
              <a:t>ci</a:t>
            </a:r>
            <a:r>
              <a:rPr spc="-44" dirty="0">
                <a:solidFill>
                  <a:srgbClr val="9B2D1F"/>
                </a:solidFill>
                <a:latin typeface="Palatino Linotype"/>
                <a:cs typeface="Palatino Linotype"/>
              </a:rPr>
              <a:t>p</a:t>
            </a:r>
            <a:r>
              <a:rPr spc="-62" dirty="0">
                <a:solidFill>
                  <a:srgbClr val="9B2D1F"/>
                </a:solidFill>
                <a:latin typeface="Palatino Linotype"/>
                <a:cs typeface="Palatino Linotype"/>
              </a:rPr>
              <a:t>e</a:t>
            </a:r>
            <a:r>
              <a:rPr dirty="0">
                <a:solidFill>
                  <a:srgbClr val="9B2D1F"/>
                </a:solidFill>
                <a:latin typeface="Palatino Linotype"/>
                <a:cs typeface="Palatino Linotype"/>
              </a:rPr>
              <a:t>s</a:t>
            </a:r>
            <a:r>
              <a:rPr spc="-287" dirty="0">
                <a:solidFill>
                  <a:srgbClr val="9B2D1F"/>
                </a:solidFill>
                <a:latin typeface="Palatino Linotype"/>
                <a:cs typeface="Palatino Linotype"/>
              </a:rPr>
              <a:t> </a:t>
            </a:r>
            <a:r>
              <a:rPr spc="13" dirty="0">
                <a:solidFill>
                  <a:srgbClr val="9B2D1F"/>
                </a:solidFill>
                <a:latin typeface="Palatino Linotype"/>
                <a:cs typeface="Palatino Linotype"/>
              </a:rPr>
              <a:t>d</a:t>
            </a:r>
            <a:r>
              <a:rPr dirty="0">
                <a:solidFill>
                  <a:srgbClr val="9B2D1F"/>
                </a:solidFill>
                <a:latin typeface="Palatino Linotype"/>
                <a:cs typeface="Palatino Linotype"/>
              </a:rPr>
              <a:t>e</a:t>
            </a:r>
            <a:r>
              <a:rPr spc="-216" dirty="0">
                <a:solidFill>
                  <a:srgbClr val="9B2D1F"/>
                </a:solidFill>
                <a:latin typeface="Palatino Linotype"/>
                <a:cs typeface="Palatino Linotype"/>
              </a:rPr>
              <a:t> </a:t>
            </a:r>
            <a:r>
              <a:rPr spc="13" dirty="0">
                <a:solidFill>
                  <a:srgbClr val="9B2D1F"/>
                </a:solidFill>
                <a:latin typeface="Palatino Linotype"/>
                <a:cs typeface="Palatino Linotype"/>
              </a:rPr>
              <a:t>B</a:t>
            </a:r>
            <a:r>
              <a:rPr spc="40" dirty="0">
                <a:solidFill>
                  <a:srgbClr val="9B2D1F"/>
                </a:solidFill>
                <a:latin typeface="Palatino Linotype"/>
                <a:cs typeface="Palatino Linotype"/>
              </a:rPr>
              <a:t>as</a:t>
            </a:r>
            <a:r>
              <a:rPr dirty="0">
                <a:solidFill>
                  <a:srgbClr val="9B2D1F"/>
                </a:solidFill>
                <a:latin typeface="Palatino Linotype"/>
                <a:cs typeface="Palatino Linotype"/>
              </a:rPr>
              <a:t>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2DDD56DF-3E5A-480E-A2AA-1BC3A181812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Franklin Gothic Book" panose="020B0503020102020204"/>
              <a:ea typeface="+mn-ea"/>
              <a:cs typeface="+mn-cs"/>
            </a:endParaRPr>
          </a:p>
        </p:txBody>
      </p:sp>
      <p:grpSp>
        <p:nvGrpSpPr>
          <p:cNvPr id="6" name="Group 10874">
            <a:extLst>
              <a:ext uri="{FF2B5EF4-FFF2-40B4-BE49-F238E27FC236}">
                <a16:creationId xmlns:a16="http://schemas.microsoft.com/office/drawing/2014/main" id="{DF2223EF-692A-4DAD-9E26-41C37300EFBA}"/>
              </a:ext>
            </a:extLst>
          </p:cNvPr>
          <p:cNvGrpSpPr/>
          <p:nvPr/>
        </p:nvGrpSpPr>
        <p:grpSpPr>
          <a:xfrm>
            <a:off x="2078355" y="1200955"/>
            <a:ext cx="8035290" cy="0"/>
            <a:chOff x="0" y="0"/>
            <a:chExt cx="8035862" cy="1"/>
          </a:xfrm>
        </p:grpSpPr>
        <p:sp>
          <p:nvSpPr>
            <p:cNvPr id="7" name="Shape 38">
              <a:extLst>
                <a:ext uri="{FF2B5EF4-FFF2-40B4-BE49-F238E27FC236}">
                  <a16:creationId xmlns:a16="http://schemas.microsoft.com/office/drawing/2014/main" id="{1F2821A6-165A-4180-8F45-0692F4043801}"/>
                </a:ext>
              </a:extLst>
            </p:cNvPr>
            <p:cNvSpPr/>
            <p:nvPr/>
          </p:nvSpPr>
          <p:spPr>
            <a:xfrm>
              <a:off x="0" y="0"/>
              <a:ext cx="8035862" cy="1"/>
            </a:xfrm>
            <a:custGeom>
              <a:avLst/>
              <a:gdLst/>
              <a:ahLst/>
              <a:cxnLst/>
              <a:rect l="0" t="0" r="0" b="0"/>
              <a:pathLst>
                <a:path w="8035862" h="1">
                  <a:moveTo>
                    <a:pt x="0" y="0"/>
                  </a:moveTo>
                  <a:lnTo>
                    <a:pt x="8035862" y="1"/>
                  </a:lnTo>
                </a:path>
              </a:pathLst>
            </a:custGeom>
            <a:ln w="12700" cap="flat">
              <a:round/>
            </a:ln>
          </p:spPr>
          <p:style>
            <a:lnRef idx="1">
              <a:srgbClr val="D34817"/>
            </a:lnRef>
            <a:fillRef idx="0">
              <a:srgbClr val="000000">
                <a:alpha val="0"/>
              </a:srgbClr>
            </a:fillRef>
            <a:effectRef idx="0">
              <a:scrgbClr r="0" g="0" b="0"/>
            </a:effectRef>
            <a:fontRef idx="none"/>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Franklin Gothic Book" panose="020B0503020102020204"/>
                <a:ea typeface="+mn-ea"/>
                <a:cs typeface="+mn-cs"/>
              </a:endParaRPr>
            </a:p>
          </p:txBody>
        </p:sp>
      </p:grpSp>
      <p:graphicFrame>
        <p:nvGraphicFramePr>
          <p:cNvPr id="8" name="Tableau 7">
            <a:extLst>
              <a:ext uri="{FF2B5EF4-FFF2-40B4-BE49-F238E27FC236}">
                <a16:creationId xmlns:a16="http://schemas.microsoft.com/office/drawing/2014/main" id="{0C7C65B0-B555-4899-8EEB-F830590BC84A}"/>
              </a:ext>
            </a:extLst>
          </p:cNvPr>
          <p:cNvGraphicFramePr>
            <a:graphicFrameLocks noGrp="1"/>
          </p:cNvGraphicFramePr>
          <p:nvPr/>
        </p:nvGraphicFramePr>
        <p:xfrm>
          <a:off x="1719943" y="6437022"/>
          <a:ext cx="9601200" cy="378342"/>
        </p:xfrm>
        <a:graphic>
          <a:graphicData uri="http://schemas.openxmlformats.org/drawingml/2006/table">
            <a:tbl>
              <a:tblPr firstRow="1" firstCol="1" bandRow="1">
                <a:tableStyleId>{5C22544A-7EE6-4342-B048-85BDC9FD1C3A}</a:tableStyleId>
              </a:tblPr>
              <a:tblGrid>
                <a:gridCol w="9274337">
                  <a:extLst>
                    <a:ext uri="{9D8B030D-6E8A-4147-A177-3AD203B41FA5}">
                      <a16:colId xmlns:a16="http://schemas.microsoft.com/office/drawing/2014/main" val="2180616800"/>
                    </a:ext>
                  </a:extLst>
                </a:gridCol>
                <a:gridCol w="326863">
                  <a:extLst>
                    <a:ext uri="{9D8B030D-6E8A-4147-A177-3AD203B41FA5}">
                      <a16:colId xmlns:a16="http://schemas.microsoft.com/office/drawing/2014/main" val="3414485615"/>
                    </a:ext>
                  </a:extLst>
                </a:gridCol>
              </a:tblGrid>
              <a:tr h="378342">
                <a:tc>
                  <a:txBody>
                    <a:bodyPr/>
                    <a:lstStyle/>
                    <a:p>
                      <a:pPr marL="1184910" marR="0" lvl="0" indent="0" algn="ctr" defTabSz="914400" rtl="0" eaLnBrk="1" fontAlgn="auto" latinLnBrk="0" hangingPunct="1">
                        <a:lnSpc>
                          <a:spcPct val="107000"/>
                        </a:lnSpc>
                        <a:spcBef>
                          <a:spcPts val="0"/>
                        </a:spcBef>
                        <a:spcAft>
                          <a:spcPts val="800"/>
                        </a:spcAft>
                        <a:buClrTx/>
                        <a:buSzTx/>
                        <a:buFontTx/>
                        <a:buNone/>
                        <a:tabLst/>
                        <a:defRPr/>
                      </a:pPr>
                      <a:r>
                        <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Test boite blanche</a:t>
                      </a:r>
                    </a:p>
                  </a:txBody>
                  <a:tcPr marL="0" marR="71327" marT="0" marB="0" anchor="ctr"/>
                </a:tc>
                <a:tc>
                  <a:txBody>
                    <a:bodyPr/>
                    <a:lstStyle/>
                    <a:p>
                      <a:pPr algn="l">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extLst>
                  <a:ext uri="{0D108BD9-81ED-4DB2-BD59-A6C34878D82A}">
                    <a16:rowId xmlns:a16="http://schemas.microsoft.com/office/drawing/2014/main" val="1343998695"/>
                  </a:ext>
                </a:extLst>
              </a:tr>
            </a:tbl>
          </a:graphicData>
        </a:graphic>
      </p:graphicFrame>
      <p:sp>
        <p:nvSpPr>
          <p:cNvPr id="9" name="ZoneTexte 8">
            <a:extLst>
              <a:ext uri="{FF2B5EF4-FFF2-40B4-BE49-F238E27FC236}">
                <a16:creationId xmlns:a16="http://schemas.microsoft.com/office/drawing/2014/main" id="{F6722FC3-188E-4100-B4A4-A0EC4A4312B2}"/>
              </a:ext>
            </a:extLst>
          </p:cNvPr>
          <p:cNvSpPr txBox="1"/>
          <p:nvPr/>
        </p:nvSpPr>
        <p:spPr>
          <a:xfrm>
            <a:off x="1485499" y="377072"/>
            <a:ext cx="9221002" cy="76944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
                <a:srgbClr val="F08F3E"/>
              </a:buClr>
              <a:buSzTx/>
              <a:buFontTx/>
              <a:buNone/>
              <a:tabLst/>
              <a:defRPr/>
            </a:pPr>
            <a:r>
              <a:rPr kumimoji="0" lang="fr-FR" sz="4400" b="1" i="0" u="none" strike="noStrike" kern="1200" cap="none" spc="0" normalizeH="0" baseline="0" noProof="0" dirty="0">
                <a:ln>
                  <a:noFill/>
                </a:ln>
                <a:solidFill>
                  <a:srgbClr val="841A14"/>
                </a:solidFill>
                <a:effectLst/>
                <a:uLnTx/>
                <a:uFillTx/>
                <a:latin typeface="Comic Sans MS" panose="030F0702030302020204" pitchFamily="66" charset="0"/>
                <a:ea typeface="+mn-ea"/>
                <a:cs typeface="+mn-cs"/>
              </a:rPr>
              <a:t>Les tests boite blanche</a:t>
            </a:r>
          </a:p>
        </p:txBody>
      </p:sp>
      <p:sp>
        <p:nvSpPr>
          <p:cNvPr id="11" name="ZoneTexte 10">
            <a:extLst>
              <a:ext uri="{FF2B5EF4-FFF2-40B4-BE49-F238E27FC236}">
                <a16:creationId xmlns:a16="http://schemas.microsoft.com/office/drawing/2014/main" id="{C8AC4890-1FE1-4D4B-946F-93C908D0152C}"/>
              </a:ext>
            </a:extLst>
          </p:cNvPr>
          <p:cNvSpPr txBox="1"/>
          <p:nvPr/>
        </p:nvSpPr>
        <p:spPr>
          <a:xfrm>
            <a:off x="990025" y="1546291"/>
            <a:ext cx="11061036" cy="1095493"/>
          </a:xfrm>
          <a:prstGeom prst="rect">
            <a:avLst/>
          </a:prstGeom>
          <a:noFill/>
        </p:spPr>
        <p:txBody>
          <a:bodyPr wrap="square">
            <a:spAutoFit/>
          </a:bodyPr>
          <a:lstStyle>
            <a:defPPr>
              <a:defRPr lang="en-US"/>
            </a:defPPr>
            <a:lvl1pPr>
              <a:defRPr sz="2300">
                <a:latin typeface="Comic Sans MS" panose="030F0702030302020204" pitchFamily="66" charset="0"/>
              </a:defRPr>
            </a:lvl1p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fr-FR" sz="2300" b="0" i="0" u="none" strike="noStrike" kern="1200" cap="none" spc="0" normalizeH="0" baseline="0" noProof="0" dirty="0">
                <a:ln>
                  <a:noFill/>
                </a:ln>
                <a:solidFill>
                  <a:prstClr val="black"/>
                </a:solidFill>
                <a:effectLst/>
                <a:uLnTx/>
                <a:uFillTx/>
                <a:latin typeface="Comic Sans MS" panose="030F0702030302020204" pitchFamily="66" charset="0"/>
                <a:ea typeface="+mn-ea"/>
                <a:cs typeface="+mn-cs"/>
              </a:rPr>
              <a:t>Le test boite Blanche consiste à analyser la structure interne du programme en déterminant les chemins minimaux afin d'assurer que:</a:t>
            </a:r>
          </a:p>
        </p:txBody>
      </p:sp>
      <p:sp>
        <p:nvSpPr>
          <p:cNvPr id="3" name="Espace réservé du numéro de diapositive 2">
            <a:extLst>
              <a:ext uri="{FF2B5EF4-FFF2-40B4-BE49-F238E27FC236}">
                <a16:creationId xmlns:a16="http://schemas.microsoft.com/office/drawing/2014/main" id="{DC6BAE5E-520D-4685-A07F-22B49D1CF5B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9E57DC2-970A-4B3E-BB1C-7A09969E49DF}" type="slidenum">
              <a:rPr kumimoji="0" lang="en-US" sz="1200" b="0" i="0" u="none" strike="noStrike" kern="1200" cap="none" spc="0" normalizeH="0" baseline="0" noProof="0" smtClean="0">
                <a:ln>
                  <a:noFill/>
                </a:ln>
                <a:solidFill>
                  <a:srgbClr val="191B0E"/>
                </a:solidFill>
                <a:effectLst/>
                <a:uLnTx/>
                <a:uFillTx/>
                <a:latin typeface="Franklin Gothic Book" panose="020B05030201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dirty="0">
              <a:ln>
                <a:noFill/>
              </a:ln>
              <a:solidFill>
                <a:srgbClr val="191B0E"/>
              </a:solidFill>
              <a:effectLst/>
              <a:uLnTx/>
              <a:uFillTx/>
              <a:latin typeface="Franklin Gothic Book" panose="020B0503020102020204"/>
              <a:ea typeface="+mn-ea"/>
              <a:cs typeface="+mn-cs"/>
            </a:endParaRPr>
          </a:p>
        </p:txBody>
      </p:sp>
      <p:sp>
        <p:nvSpPr>
          <p:cNvPr id="5" name="ZoneTexte 4">
            <a:extLst>
              <a:ext uri="{FF2B5EF4-FFF2-40B4-BE49-F238E27FC236}">
                <a16:creationId xmlns:a16="http://schemas.microsoft.com/office/drawing/2014/main" id="{FD3577A5-DD2E-B876-8FEE-90003E1D3A6D}"/>
              </a:ext>
            </a:extLst>
          </p:cNvPr>
          <p:cNvSpPr txBox="1"/>
          <p:nvPr/>
        </p:nvSpPr>
        <p:spPr>
          <a:xfrm>
            <a:off x="1485499" y="2783351"/>
            <a:ext cx="9835644" cy="2272673"/>
          </a:xfrm>
          <a:prstGeom prst="rect">
            <a:avLst/>
          </a:prstGeom>
          <a:noFill/>
        </p:spPr>
        <p:txBody>
          <a:bodyPr wrap="square">
            <a:spAutoFit/>
          </a:bodyPr>
          <a:lstStyle/>
          <a:p>
            <a:pPr marL="800100" marR="0" lvl="1" indent="-342900" algn="l" defTabSz="457200" rtl="0" eaLnBrk="1" fontAlgn="auto" latinLnBrk="0" hangingPunct="1">
              <a:lnSpc>
                <a:spcPct val="250000"/>
              </a:lnSpc>
              <a:spcBef>
                <a:spcPts val="0"/>
              </a:spcBef>
              <a:spcAft>
                <a:spcPts val="0"/>
              </a:spcAft>
              <a:buClrTx/>
              <a:buSzTx/>
              <a:buFont typeface="Wingdings" panose="05000000000000000000" pitchFamily="2" charset="2"/>
              <a:buChar char="v"/>
              <a:tabLst/>
              <a:defRPr/>
            </a:pPr>
            <a:r>
              <a:rPr kumimoji="0" lang="fr-FR" sz="2000" b="0" i="0" u="none" strike="noStrike" kern="1200" cap="none" spc="0" normalizeH="0" baseline="0" noProof="0" dirty="0">
                <a:ln>
                  <a:noFill/>
                </a:ln>
                <a:solidFill>
                  <a:prstClr val="black"/>
                </a:solidFill>
                <a:effectLst/>
                <a:uLnTx/>
                <a:uFillTx/>
                <a:latin typeface="Comic Sans MS" panose="030F0702030302020204" pitchFamily="66" charset="0"/>
                <a:ea typeface="+mn-ea"/>
                <a:cs typeface="+mn-cs"/>
              </a:rPr>
              <a:t>Toutes les conditions d'arrêt de boucle ont été vérifiées.</a:t>
            </a:r>
          </a:p>
          <a:p>
            <a:pPr marL="800100" marR="0" lvl="1" indent="-342900" algn="l" defTabSz="457200" rtl="0" eaLnBrk="1" fontAlgn="auto" latinLnBrk="0" hangingPunct="1">
              <a:lnSpc>
                <a:spcPct val="250000"/>
              </a:lnSpc>
              <a:spcBef>
                <a:spcPts val="0"/>
              </a:spcBef>
              <a:spcAft>
                <a:spcPts val="0"/>
              </a:spcAft>
              <a:buClrTx/>
              <a:buSzTx/>
              <a:buFont typeface="Wingdings" panose="05000000000000000000" pitchFamily="2" charset="2"/>
              <a:buChar char="v"/>
              <a:tabLst/>
              <a:defRPr/>
            </a:pPr>
            <a:r>
              <a:rPr kumimoji="0" lang="fr-FR" sz="2000" b="0" i="0" u="none" strike="noStrike" kern="1200" cap="none" spc="0" normalizeH="0" baseline="0" noProof="0" dirty="0">
                <a:ln>
                  <a:noFill/>
                </a:ln>
                <a:solidFill>
                  <a:prstClr val="black"/>
                </a:solidFill>
                <a:effectLst/>
                <a:uLnTx/>
                <a:uFillTx/>
                <a:latin typeface="Comic Sans MS" panose="030F0702030302020204" pitchFamily="66" charset="0"/>
                <a:ea typeface="+mn-ea"/>
                <a:cs typeface="+mn-cs"/>
              </a:rPr>
              <a:t>Toutes les branches d'une instruction conditionnelle ont été testés.</a:t>
            </a:r>
          </a:p>
          <a:p>
            <a:pPr marL="800100" marR="0" lvl="1" indent="-342900" algn="l" defTabSz="457200" rtl="0" eaLnBrk="1" fontAlgn="auto" latinLnBrk="0" hangingPunct="1">
              <a:lnSpc>
                <a:spcPct val="250000"/>
              </a:lnSpc>
              <a:spcBef>
                <a:spcPts val="0"/>
              </a:spcBef>
              <a:spcAft>
                <a:spcPts val="0"/>
              </a:spcAft>
              <a:buClrTx/>
              <a:buSzTx/>
              <a:buFont typeface="Wingdings" panose="05000000000000000000" pitchFamily="2" charset="2"/>
              <a:buChar char="v"/>
              <a:tabLst/>
              <a:defRPr/>
            </a:pPr>
            <a:r>
              <a:rPr kumimoji="0" lang="fr-FR" sz="2000" b="0" i="0" u="none" strike="noStrike" kern="1200" cap="none" spc="0" normalizeH="0" baseline="0" noProof="0" dirty="0">
                <a:ln>
                  <a:noFill/>
                </a:ln>
                <a:solidFill>
                  <a:prstClr val="black"/>
                </a:solidFill>
                <a:effectLst/>
                <a:uLnTx/>
                <a:uFillTx/>
                <a:latin typeface="Comic Sans MS" panose="030F0702030302020204" pitchFamily="66" charset="0"/>
                <a:ea typeface="+mn-ea"/>
                <a:cs typeface="+mn-cs"/>
              </a:rPr>
              <a:t>Les structures de donne interne ont été testées (pour assurer la validité).</a:t>
            </a:r>
          </a:p>
        </p:txBody>
      </p:sp>
    </p:spTree>
    <p:extLst>
      <p:ext uri="{BB962C8B-B14F-4D97-AF65-F5344CB8AC3E}">
        <p14:creationId xmlns:p14="http://schemas.microsoft.com/office/powerpoint/2010/main" val="28035841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582955" y="1910603"/>
            <a:ext cx="7090522" cy="0"/>
          </a:xfrm>
          <a:custGeom>
            <a:avLst/>
            <a:gdLst/>
            <a:ahLst/>
            <a:cxnLst/>
            <a:rect l="l" t="t" r="r" b="b"/>
            <a:pathLst>
              <a:path w="8035925">
                <a:moveTo>
                  <a:pt x="0" y="0"/>
                </a:moveTo>
                <a:lnTo>
                  <a:pt x="8035861" y="0"/>
                </a:lnTo>
              </a:path>
            </a:pathLst>
          </a:custGeom>
          <a:ln w="12700">
            <a:solidFill>
              <a:srgbClr val="D34817"/>
            </a:solidFill>
          </a:ln>
        </p:spPr>
        <p:txBody>
          <a:bodyPr wrap="square" lIns="0" tIns="0" rIns="0" bIns="0" rtlCol="0"/>
          <a:lstStyle/>
          <a:p>
            <a:pPr defTabSz="806867"/>
            <a:endParaRPr sz="1588" kern="0">
              <a:solidFill>
                <a:sysClr val="windowText" lastClr="000000"/>
              </a:solidFill>
            </a:endParaRPr>
          </a:p>
        </p:txBody>
      </p:sp>
      <p:sp>
        <p:nvSpPr>
          <p:cNvPr id="3" name="object 3"/>
          <p:cNvSpPr txBox="1">
            <a:spLocks noGrp="1"/>
          </p:cNvSpPr>
          <p:nvPr>
            <p:ph type="title"/>
          </p:nvPr>
        </p:nvSpPr>
        <p:spPr>
          <a:xfrm>
            <a:off x="2541268" y="834100"/>
            <a:ext cx="8992054" cy="885659"/>
          </a:xfrm>
          <a:prstGeom prst="rect">
            <a:avLst/>
          </a:prstGeom>
        </p:spPr>
        <p:txBody>
          <a:bodyPr vert="horz" wrap="square" lIns="0" tIns="406495" rIns="0" bIns="0" rtlCol="0">
            <a:spAutoFit/>
          </a:bodyPr>
          <a:lstStyle/>
          <a:p>
            <a:pPr marL="274559">
              <a:spcBef>
                <a:spcPts val="84"/>
              </a:spcBef>
            </a:pPr>
            <a:r>
              <a:rPr sz="3088" b="1" spc="-18" dirty="0">
                <a:solidFill>
                  <a:srgbClr val="831A14"/>
                </a:solidFill>
                <a:latin typeface="Comic Sans MS"/>
                <a:cs typeface="Comic Sans MS"/>
              </a:rPr>
              <a:t>Tests</a:t>
            </a:r>
            <a:r>
              <a:rPr sz="3088" b="1" spc="-282" dirty="0">
                <a:solidFill>
                  <a:srgbClr val="831A14"/>
                </a:solidFill>
                <a:latin typeface="Comic Sans MS"/>
                <a:cs typeface="Comic Sans MS"/>
              </a:rPr>
              <a:t> </a:t>
            </a:r>
            <a:r>
              <a:rPr sz="3088" b="1" spc="-35" dirty="0">
                <a:solidFill>
                  <a:srgbClr val="831A14"/>
                </a:solidFill>
                <a:latin typeface="Comic Sans MS"/>
                <a:cs typeface="Comic Sans MS"/>
              </a:rPr>
              <a:t>Logiciels</a:t>
            </a:r>
            <a:r>
              <a:rPr sz="3088" b="1" spc="-366" dirty="0">
                <a:solidFill>
                  <a:srgbClr val="831A14"/>
                </a:solidFill>
                <a:latin typeface="Comic Sans MS"/>
                <a:cs typeface="Comic Sans MS"/>
              </a:rPr>
              <a:t> </a:t>
            </a:r>
            <a:r>
              <a:rPr sz="3088" b="1" dirty="0">
                <a:solidFill>
                  <a:srgbClr val="831A14"/>
                </a:solidFill>
                <a:latin typeface="Comic Sans MS"/>
                <a:cs typeface="Comic Sans MS"/>
              </a:rPr>
              <a:t>:</a:t>
            </a:r>
            <a:r>
              <a:rPr sz="3088" b="1" spc="-26" dirty="0">
                <a:solidFill>
                  <a:srgbClr val="831A14"/>
                </a:solidFill>
                <a:latin typeface="Comic Sans MS"/>
                <a:cs typeface="Comic Sans MS"/>
              </a:rPr>
              <a:t> Tests</a:t>
            </a:r>
            <a:r>
              <a:rPr sz="3088" b="1" spc="-366" dirty="0">
                <a:solidFill>
                  <a:srgbClr val="831A14"/>
                </a:solidFill>
                <a:latin typeface="Comic Sans MS"/>
                <a:cs typeface="Comic Sans MS"/>
              </a:rPr>
              <a:t> </a:t>
            </a:r>
            <a:r>
              <a:rPr sz="3088" b="1" spc="-18" dirty="0">
                <a:solidFill>
                  <a:srgbClr val="831A14"/>
                </a:solidFill>
                <a:latin typeface="Comic Sans MS"/>
                <a:cs typeface="Comic Sans MS"/>
              </a:rPr>
              <a:t>Boite</a:t>
            </a:r>
            <a:r>
              <a:rPr sz="3088" b="1" spc="-238" dirty="0">
                <a:solidFill>
                  <a:srgbClr val="831A14"/>
                </a:solidFill>
                <a:latin typeface="Comic Sans MS"/>
                <a:cs typeface="Comic Sans MS"/>
              </a:rPr>
              <a:t> </a:t>
            </a:r>
            <a:r>
              <a:rPr sz="3088" b="1" spc="-9" dirty="0">
                <a:solidFill>
                  <a:srgbClr val="831A14"/>
                </a:solidFill>
                <a:latin typeface="Comic Sans MS"/>
                <a:cs typeface="Comic Sans MS"/>
              </a:rPr>
              <a:t>Blanche</a:t>
            </a:r>
            <a:endParaRPr sz="3088">
              <a:latin typeface="Comic Sans MS"/>
              <a:cs typeface="Comic Sans MS"/>
            </a:endParaRPr>
          </a:p>
        </p:txBody>
      </p:sp>
      <p:pic>
        <p:nvPicPr>
          <p:cNvPr id="4" name="object 4"/>
          <p:cNvPicPr/>
          <p:nvPr/>
        </p:nvPicPr>
        <p:blipFill>
          <a:blip r:embed="rId2" cstate="print"/>
          <a:stretch>
            <a:fillRect/>
          </a:stretch>
        </p:blipFill>
        <p:spPr>
          <a:xfrm>
            <a:off x="3709147" y="2008941"/>
            <a:ext cx="5199529" cy="3459529"/>
          </a:xfrm>
          <a:prstGeom prst="rect">
            <a:avLst/>
          </a:prstGeom>
        </p:spPr>
      </p:pic>
      <p:sp>
        <p:nvSpPr>
          <p:cNvPr id="5" name="object 5"/>
          <p:cNvSpPr txBox="1">
            <a:spLocks noGrp="1"/>
          </p:cNvSpPr>
          <p:nvPr>
            <p:ph type="sldNum" sz="quarter" idx="7"/>
          </p:nvPr>
        </p:nvSpPr>
        <p:spPr>
          <a:xfrm>
            <a:off x="7326673" y="4928126"/>
            <a:ext cx="285919" cy="180483"/>
          </a:xfrm>
          <a:prstGeom prst="rect">
            <a:avLst/>
          </a:prstGeom>
        </p:spPr>
        <p:txBody>
          <a:bodyPr vert="horz" wrap="square" lIns="0" tIns="3922" rIns="0" bIns="0" rtlCol="0">
            <a:spAutoFit/>
          </a:bodyPr>
          <a:lstStyle/>
          <a:p>
            <a:pPr marL="66679" defTabSz="806867">
              <a:spcBef>
                <a:spcPts val="31"/>
              </a:spcBef>
            </a:pPr>
            <a:fld id="{81D60167-4931-47E6-BA6A-407CBD079E47}" type="slidenum">
              <a:rPr kern="0" spc="-44" dirty="0">
                <a:solidFill>
                  <a:prstClr val="white"/>
                </a:solidFill>
              </a:rPr>
              <a:pPr marL="66679" defTabSz="806867">
                <a:spcBef>
                  <a:spcPts val="31"/>
                </a:spcBef>
              </a:pPr>
              <a:t>35</a:t>
            </a:fld>
            <a:endParaRPr kern="0" spc="-44" dirty="0">
              <a:solidFill>
                <a:prstClr val="white"/>
              </a:solidFill>
            </a:endParaRPr>
          </a:p>
        </p:txBody>
      </p:sp>
      <p:sp>
        <p:nvSpPr>
          <p:cNvPr id="6" name="object 6"/>
          <p:cNvSpPr txBox="1"/>
          <p:nvPr/>
        </p:nvSpPr>
        <p:spPr>
          <a:xfrm>
            <a:off x="10081337" y="5615967"/>
            <a:ext cx="140074" cy="141064"/>
          </a:xfrm>
          <a:prstGeom prst="rect">
            <a:avLst/>
          </a:prstGeom>
        </p:spPr>
        <p:txBody>
          <a:bodyPr vert="horz" wrap="square" lIns="0" tIns="0" rIns="0" bIns="0" rtlCol="0">
            <a:spAutoFit/>
          </a:bodyPr>
          <a:lstStyle/>
          <a:p>
            <a:pPr marL="33619" defTabSz="806867">
              <a:lnSpc>
                <a:spcPts val="1147"/>
              </a:lnSpc>
            </a:pPr>
            <a:fld id="{81D60167-4931-47E6-BA6A-407CBD079E47}" type="slidenum">
              <a:rPr sz="971" kern="0" spc="-44" dirty="0">
                <a:solidFill>
                  <a:sysClr val="windowText" lastClr="000000"/>
                </a:solidFill>
                <a:latin typeface="Times New Roman"/>
                <a:cs typeface="Times New Roman"/>
              </a:rPr>
              <a:pPr marL="33619" defTabSz="806867">
                <a:lnSpc>
                  <a:spcPts val="1147"/>
                </a:lnSpc>
              </a:pPr>
              <a:t>35</a:t>
            </a:fld>
            <a:endParaRPr sz="971" kern="0">
              <a:solidFill>
                <a:sysClr val="windowText" lastClr="000000"/>
              </a:solidFill>
              <a:latin typeface="Times New Roman"/>
              <a:cs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2DDD56DF-3E5A-480E-A2AA-1BC3A181812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grpSp>
        <p:nvGrpSpPr>
          <p:cNvPr id="6" name="Group 10874">
            <a:extLst>
              <a:ext uri="{FF2B5EF4-FFF2-40B4-BE49-F238E27FC236}">
                <a16:creationId xmlns:a16="http://schemas.microsoft.com/office/drawing/2014/main" id="{DF2223EF-692A-4DAD-9E26-41C37300EFBA}"/>
              </a:ext>
            </a:extLst>
          </p:cNvPr>
          <p:cNvGrpSpPr/>
          <p:nvPr/>
        </p:nvGrpSpPr>
        <p:grpSpPr>
          <a:xfrm>
            <a:off x="1991858" y="3862694"/>
            <a:ext cx="8035290" cy="0"/>
            <a:chOff x="0" y="0"/>
            <a:chExt cx="8035862" cy="1"/>
          </a:xfrm>
        </p:grpSpPr>
        <p:sp>
          <p:nvSpPr>
            <p:cNvPr id="7" name="Shape 38">
              <a:extLst>
                <a:ext uri="{FF2B5EF4-FFF2-40B4-BE49-F238E27FC236}">
                  <a16:creationId xmlns:a16="http://schemas.microsoft.com/office/drawing/2014/main" id="{1F2821A6-165A-4180-8F45-0692F4043801}"/>
                </a:ext>
              </a:extLst>
            </p:cNvPr>
            <p:cNvSpPr/>
            <p:nvPr/>
          </p:nvSpPr>
          <p:spPr>
            <a:xfrm>
              <a:off x="0" y="0"/>
              <a:ext cx="8035862" cy="1"/>
            </a:xfrm>
            <a:custGeom>
              <a:avLst/>
              <a:gdLst/>
              <a:ahLst/>
              <a:cxnLst/>
              <a:rect l="0" t="0" r="0" b="0"/>
              <a:pathLst>
                <a:path w="8035862" h="1">
                  <a:moveTo>
                    <a:pt x="0" y="0"/>
                  </a:moveTo>
                  <a:lnTo>
                    <a:pt x="8035862" y="1"/>
                  </a:lnTo>
                </a:path>
              </a:pathLst>
            </a:custGeom>
            <a:ln w="28575" cap="flat">
              <a:solidFill>
                <a:schemeClr val="tx1">
                  <a:lumMod val="95000"/>
                  <a:lumOff val="5000"/>
                </a:schemeClr>
              </a:solidFill>
              <a:round/>
            </a:ln>
          </p:spPr>
          <p:style>
            <a:lnRef idx="1">
              <a:srgbClr val="D34817"/>
            </a:lnRef>
            <a:fillRef idx="0">
              <a:srgbClr val="000000">
                <a:alpha val="0"/>
              </a:srgbClr>
            </a:fillRef>
            <a:effectRef idx="0">
              <a:scrgbClr r="0" g="0" b="0"/>
            </a:effectRef>
            <a:fontRef idx="none"/>
          </p:style>
          <p:txBody>
            <a:bodyPr/>
            <a:lstStyle/>
            <a:p>
              <a:endParaRPr lang="fr-FR"/>
            </a:p>
          </p:txBody>
        </p:sp>
      </p:grpSp>
      <p:graphicFrame>
        <p:nvGraphicFramePr>
          <p:cNvPr id="8" name="Tableau 7">
            <a:extLst>
              <a:ext uri="{FF2B5EF4-FFF2-40B4-BE49-F238E27FC236}">
                <a16:creationId xmlns:a16="http://schemas.microsoft.com/office/drawing/2014/main" id="{0C7C65B0-B555-4899-8EEB-F830590BC84A}"/>
              </a:ext>
            </a:extLst>
          </p:cNvPr>
          <p:cNvGraphicFramePr>
            <a:graphicFrameLocks noGrp="1"/>
          </p:cNvGraphicFramePr>
          <p:nvPr/>
        </p:nvGraphicFramePr>
        <p:xfrm>
          <a:off x="1719943" y="6437022"/>
          <a:ext cx="9601200" cy="378342"/>
        </p:xfrm>
        <a:graphic>
          <a:graphicData uri="http://schemas.openxmlformats.org/drawingml/2006/table">
            <a:tbl>
              <a:tblPr firstRow="1" firstCol="1" bandRow="1">
                <a:tableStyleId>{5C22544A-7EE6-4342-B048-85BDC9FD1C3A}</a:tableStyleId>
              </a:tblPr>
              <a:tblGrid>
                <a:gridCol w="9274337">
                  <a:extLst>
                    <a:ext uri="{9D8B030D-6E8A-4147-A177-3AD203B41FA5}">
                      <a16:colId xmlns:a16="http://schemas.microsoft.com/office/drawing/2014/main" val="2180616800"/>
                    </a:ext>
                  </a:extLst>
                </a:gridCol>
                <a:gridCol w="326863">
                  <a:extLst>
                    <a:ext uri="{9D8B030D-6E8A-4147-A177-3AD203B41FA5}">
                      <a16:colId xmlns:a16="http://schemas.microsoft.com/office/drawing/2014/main" val="3414485615"/>
                    </a:ext>
                  </a:extLst>
                </a:gridCol>
              </a:tblGrid>
              <a:tr h="378342">
                <a:tc>
                  <a:txBody>
                    <a:bodyPr/>
                    <a:lstStyle/>
                    <a:p>
                      <a:pPr marL="1184910" algn="ctr">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tc>
                  <a:txBody>
                    <a:bodyPr/>
                    <a:lstStyle/>
                    <a:p>
                      <a:pPr algn="l">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extLst>
                  <a:ext uri="{0D108BD9-81ED-4DB2-BD59-A6C34878D82A}">
                    <a16:rowId xmlns:a16="http://schemas.microsoft.com/office/drawing/2014/main" val="1343998695"/>
                  </a:ext>
                </a:extLst>
              </a:tr>
            </a:tbl>
          </a:graphicData>
        </a:graphic>
      </p:graphicFrame>
      <p:sp>
        <p:nvSpPr>
          <p:cNvPr id="9" name="ZoneTexte 8">
            <a:extLst>
              <a:ext uri="{FF2B5EF4-FFF2-40B4-BE49-F238E27FC236}">
                <a16:creationId xmlns:a16="http://schemas.microsoft.com/office/drawing/2014/main" id="{99ED6E32-57BA-41D6-8DA3-0B405BE4FC9F}"/>
              </a:ext>
            </a:extLst>
          </p:cNvPr>
          <p:cNvSpPr txBox="1"/>
          <p:nvPr/>
        </p:nvSpPr>
        <p:spPr>
          <a:xfrm>
            <a:off x="3273806" y="2463230"/>
            <a:ext cx="6098058" cy="584775"/>
          </a:xfrm>
          <a:prstGeom prst="rect">
            <a:avLst/>
          </a:prstGeom>
          <a:noFill/>
        </p:spPr>
        <p:txBody>
          <a:bodyPr wrap="square">
            <a:spAutoFit/>
          </a:bodyPr>
          <a:lstStyle/>
          <a:p>
            <a:pPr algn="ctr"/>
            <a:r>
              <a:rPr lang="fr-FR" sz="3200" b="1" dirty="0">
                <a:solidFill>
                  <a:srgbClr val="262626"/>
                </a:solidFill>
                <a:latin typeface="Comic Sans MS" panose="030F0702030302020204" pitchFamily="66" charset="0"/>
              </a:rPr>
              <a:t>Références</a:t>
            </a:r>
          </a:p>
        </p:txBody>
      </p:sp>
      <p:sp>
        <p:nvSpPr>
          <p:cNvPr id="5" name="Espace réservé du numéro de diapositive 4">
            <a:extLst>
              <a:ext uri="{FF2B5EF4-FFF2-40B4-BE49-F238E27FC236}">
                <a16:creationId xmlns:a16="http://schemas.microsoft.com/office/drawing/2014/main" id="{F006A20D-B38C-40C4-8C06-18B6A3DCEA25}"/>
              </a:ext>
            </a:extLst>
          </p:cNvPr>
          <p:cNvSpPr>
            <a:spLocks noGrp="1"/>
          </p:cNvSpPr>
          <p:nvPr>
            <p:ph type="sldNum" sz="quarter" idx="12"/>
          </p:nvPr>
        </p:nvSpPr>
        <p:spPr/>
        <p:txBody>
          <a:bodyPr/>
          <a:lstStyle/>
          <a:p>
            <a:fld id="{69E57DC2-970A-4B3E-BB1C-7A09969E49DF}" type="slidenum">
              <a:rPr lang="en-US" smtClean="0"/>
              <a:t>36</a:t>
            </a:fld>
            <a:endParaRPr lang="en-US" dirty="0"/>
          </a:p>
        </p:txBody>
      </p:sp>
      <p:sp>
        <p:nvSpPr>
          <p:cNvPr id="3" name="Espace réservé du pied de page 2">
            <a:extLst>
              <a:ext uri="{FF2B5EF4-FFF2-40B4-BE49-F238E27FC236}">
                <a16:creationId xmlns:a16="http://schemas.microsoft.com/office/drawing/2014/main" id="{5546EAC8-D3CA-4424-8EB2-6EB8BE63E7D2}"/>
              </a:ext>
            </a:extLst>
          </p:cNvPr>
          <p:cNvSpPr>
            <a:spLocks noGrp="1"/>
          </p:cNvSpPr>
          <p:nvPr>
            <p:ph type="ftr" sz="quarter" idx="11"/>
          </p:nvPr>
        </p:nvSpPr>
        <p:spPr/>
        <p:txBody>
          <a:bodyPr/>
          <a:lstStyle/>
          <a:p>
            <a:r>
              <a:rPr lang="en-US"/>
              <a:t>Introduction aux tests logiciel</a:t>
            </a:r>
            <a:endParaRPr lang="en-US" dirty="0"/>
          </a:p>
        </p:txBody>
      </p:sp>
    </p:spTree>
    <p:extLst>
      <p:ext uri="{BB962C8B-B14F-4D97-AF65-F5344CB8AC3E}">
        <p14:creationId xmlns:p14="http://schemas.microsoft.com/office/powerpoint/2010/main" val="27960235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2DDD56DF-3E5A-480E-A2AA-1BC3A181812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grpSp>
        <p:nvGrpSpPr>
          <p:cNvPr id="6" name="Group 10874">
            <a:extLst>
              <a:ext uri="{FF2B5EF4-FFF2-40B4-BE49-F238E27FC236}">
                <a16:creationId xmlns:a16="http://schemas.microsoft.com/office/drawing/2014/main" id="{DF2223EF-692A-4DAD-9E26-41C37300EFBA}"/>
              </a:ext>
            </a:extLst>
          </p:cNvPr>
          <p:cNvGrpSpPr/>
          <p:nvPr/>
        </p:nvGrpSpPr>
        <p:grpSpPr>
          <a:xfrm>
            <a:off x="2078355" y="1200955"/>
            <a:ext cx="8035290" cy="0"/>
            <a:chOff x="0" y="0"/>
            <a:chExt cx="8035862" cy="1"/>
          </a:xfrm>
        </p:grpSpPr>
        <p:sp>
          <p:nvSpPr>
            <p:cNvPr id="7" name="Shape 38">
              <a:extLst>
                <a:ext uri="{FF2B5EF4-FFF2-40B4-BE49-F238E27FC236}">
                  <a16:creationId xmlns:a16="http://schemas.microsoft.com/office/drawing/2014/main" id="{1F2821A6-165A-4180-8F45-0692F4043801}"/>
                </a:ext>
              </a:extLst>
            </p:cNvPr>
            <p:cNvSpPr/>
            <p:nvPr/>
          </p:nvSpPr>
          <p:spPr>
            <a:xfrm>
              <a:off x="0" y="0"/>
              <a:ext cx="8035862" cy="1"/>
            </a:xfrm>
            <a:custGeom>
              <a:avLst/>
              <a:gdLst/>
              <a:ahLst/>
              <a:cxnLst/>
              <a:rect l="0" t="0" r="0" b="0"/>
              <a:pathLst>
                <a:path w="8035862" h="1">
                  <a:moveTo>
                    <a:pt x="0" y="0"/>
                  </a:moveTo>
                  <a:lnTo>
                    <a:pt x="8035862" y="1"/>
                  </a:lnTo>
                </a:path>
              </a:pathLst>
            </a:custGeom>
            <a:ln w="12700" cap="flat">
              <a:round/>
            </a:ln>
          </p:spPr>
          <p:style>
            <a:lnRef idx="1">
              <a:srgbClr val="D34817"/>
            </a:lnRef>
            <a:fillRef idx="0">
              <a:srgbClr val="000000">
                <a:alpha val="0"/>
              </a:srgbClr>
            </a:fillRef>
            <a:effectRef idx="0">
              <a:scrgbClr r="0" g="0" b="0"/>
            </a:effectRef>
            <a:fontRef idx="none"/>
          </p:style>
          <p:txBody>
            <a:bodyPr/>
            <a:lstStyle/>
            <a:p>
              <a:endParaRPr lang="fr-FR"/>
            </a:p>
          </p:txBody>
        </p:sp>
      </p:grpSp>
      <p:graphicFrame>
        <p:nvGraphicFramePr>
          <p:cNvPr id="8" name="Tableau 7">
            <a:extLst>
              <a:ext uri="{FF2B5EF4-FFF2-40B4-BE49-F238E27FC236}">
                <a16:creationId xmlns:a16="http://schemas.microsoft.com/office/drawing/2014/main" id="{0C7C65B0-B555-4899-8EEB-F830590BC84A}"/>
              </a:ext>
            </a:extLst>
          </p:cNvPr>
          <p:cNvGraphicFramePr>
            <a:graphicFrameLocks noGrp="1"/>
          </p:cNvGraphicFramePr>
          <p:nvPr/>
        </p:nvGraphicFramePr>
        <p:xfrm>
          <a:off x="1719943" y="6437022"/>
          <a:ext cx="9601200" cy="378342"/>
        </p:xfrm>
        <a:graphic>
          <a:graphicData uri="http://schemas.openxmlformats.org/drawingml/2006/table">
            <a:tbl>
              <a:tblPr firstRow="1" firstCol="1" bandRow="1">
                <a:tableStyleId>{5C22544A-7EE6-4342-B048-85BDC9FD1C3A}</a:tableStyleId>
              </a:tblPr>
              <a:tblGrid>
                <a:gridCol w="9274337">
                  <a:extLst>
                    <a:ext uri="{9D8B030D-6E8A-4147-A177-3AD203B41FA5}">
                      <a16:colId xmlns:a16="http://schemas.microsoft.com/office/drawing/2014/main" val="2180616800"/>
                    </a:ext>
                  </a:extLst>
                </a:gridCol>
                <a:gridCol w="326863">
                  <a:extLst>
                    <a:ext uri="{9D8B030D-6E8A-4147-A177-3AD203B41FA5}">
                      <a16:colId xmlns:a16="http://schemas.microsoft.com/office/drawing/2014/main" val="3414485615"/>
                    </a:ext>
                  </a:extLst>
                </a:gridCol>
              </a:tblGrid>
              <a:tr h="378342">
                <a:tc>
                  <a:txBody>
                    <a:bodyPr/>
                    <a:lstStyle/>
                    <a:p>
                      <a:pPr marL="1184910" algn="ctr">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tc>
                  <a:txBody>
                    <a:bodyPr/>
                    <a:lstStyle/>
                    <a:p>
                      <a:pPr algn="l">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extLst>
                  <a:ext uri="{0D108BD9-81ED-4DB2-BD59-A6C34878D82A}">
                    <a16:rowId xmlns:a16="http://schemas.microsoft.com/office/drawing/2014/main" val="1343998695"/>
                  </a:ext>
                </a:extLst>
              </a:tr>
            </a:tbl>
          </a:graphicData>
        </a:graphic>
      </p:graphicFrame>
      <p:sp>
        <p:nvSpPr>
          <p:cNvPr id="12" name="ZoneTexte 11">
            <a:extLst>
              <a:ext uri="{FF2B5EF4-FFF2-40B4-BE49-F238E27FC236}">
                <a16:creationId xmlns:a16="http://schemas.microsoft.com/office/drawing/2014/main" id="{2B15DED2-C10F-40B2-9023-8030518EAFC3}"/>
              </a:ext>
            </a:extLst>
          </p:cNvPr>
          <p:cNvSpPr txBox="1"/>
          <p:nvPr/>
        </p:nvSpPr>
        <p:spPr>
          <a:xfrm>
            <a:off x="2890747" y="536690"/>
            <a:ext cx="6098058" cy="584775"/>
          </a:xfrm>
          <a:prstGeom prst="rect">
            <a:avLst/>
          </a:prstGeom>
          <a:noFill/>
        </p:spPr>
        <p:txBody>
          <a:bodyPr wrap="square">
            <a:spAutoFit/>
          </a:bodyPr>
          <a:lstStyle/>
          <a:p>
            <a:pPr algn="ctr"/>
            <a:r>
              <a:rPr lang="fr-FR" sz="3200" b="1" dirty="0">
                <a:solidFill>
                  <a:srgbClr val="262626"/>
                </a:solidFill>
                <a:latin typeface="Comic Sans MS" panose="030F0702030302020204" pitchFamily="66" charset="0"/>
              </a:rPr>
              <a:t>Références</a:t>
            </a:r>
          </a:p>
        </p:txBody>
      </p:sp>
      <p:sp>
        <p:nvSpPr>
          <p:cNvPr id="14" name="ZoneTexte 13">
            <a:extLst>
              <a:ext uri="{FF2B5EF4-FFF2-40B4-BE49-F238E27FC236}">
                <a16:creationId xmlns:a16="http://schemas.microsoft.com/office/drawing/2014/main" id="{928DED9B-33E9-4F75-8561-11735AD1989D}"/>
              </a:ext>
            </a:extLst>
          </p:cNvPr>
          <p:cNvSpPr txBox="1"/>
          <p:nvPr/>
        </p:nvSpPr>
        <p:spPr>
          <a:xfrm>
            <a:off x="1839098" y="1680554"/>
            <a:ext cx="7149707" cy="369332"/>
          </a:xfrm>
          <a:prstGeom prst="rect">
            <a:avLst/>
          </a:prstGeom>
          <a:noFill/>
        </p:spPr>
        <p:txBody>
          <a:bodyPr wrap="square">
            <a:spAutoFit/>
          </a:bodyPr>
          <a:lstStyle/>
          <a:p>
            <a:r>
              <a:rPr lang="fr-FR" dirty="0">
                <a:latin typeface="Comic Sans MS" panose="030F0702030302020204" pitchFamily="66" charset="0"/>
              </a:rPr>
              <a:t>https://cours-informatique-gratuit.fr/dictionnaire/bug/</a:t>
            </a:r>
          </a:p>
        </p:txBody>
      </p:sp>
      <p:sp>
        <p:nvSpPr>
          <p:cNvPr id="15" name="ZoneTexte 14">
            <a:extLst>
              <a:ext uri="{FF2B5EF4-FFF2-40B4-BE49-F238E27FC236}">
                <a16:creationId xmlns:a16="http://schemas.microsoft.com/office/drawing/2014/main" id="{20A65BFF-B3E7-4A55-B3E3-CF47ADE4A424}"/>
              </a:ext>
            </a:extLst>
          </p:cNvPr>
          <p:cNvSpPr txBox="1"/>
          <p:nvPr/>
        </p:nvSpPr>
        <p:spPr>
          <a:xfrm>
            <a:off x="1719943" y="2932205"/>
            <a:ext cx="9178716" cy="369332"/>
          </a:xfrm>
          <a:prstGeom prst="rect">
            <a:avLst/>
          </a:prstGeom>
          <a:noFill/>
        </p:spPr>
        <p:txBody>
          <a:bodyPr wrap="square">
            <a:spAutoFit/>
          </a:bodyPr>
          <a:lstStyle/>
          <a:p>
            <a:r>
              <a:rPr lang="fr-FR" dirty="0">
                <a:latin typeface="Comic Sans MS" panose="030F0702030302020204" pitchFamily="66" charset="0"/>
              </a:rPr>
              <a:t>https://dept-info.labri.fr/~felix/Annee2008-09/S4/McInfo4_ASR%20Tests/1.pdf</a:t>
            </a:r>
          </a:p>
        </p:txBody>
      </p:sp>
      <p:sp>
        <p:nvSpPr>
          <p:cNvPr id="16" name="ZoneTexte 15">
            <a:extLst>
              <a:ext uri="{FF2B5EF4-FFF2-40B4-BE49-F238E27FC236}">
                <a16:creationId xmlns:a16="http://schemas.microsoft.com/office/drawing/2014/main" id="{7F0C8F4C-D45A-43E1-8CBF-9F405945A792}"/>
              </a:ext>
            </a:extLst>
          </p:cNvPr>
          <p:cNvSpPr txBox="1"/>
          <p:nvPr/>
        </p:nvSpPr>
        <p:spPr>
          <a:xfrm>
            <a:off x="1760985" y="4460855"/>
            <a:ext cx="8989393" cy="369332"/>
          </a:xfrm>
          <a:prstGeom prst="rect">
            <a:avLst/>
          </a:prstGeom>
          <a:noFill/>
        </p:spPr>
        <p:txBody>
          <a:bodyPr wrap="square">
            <a:spAutoFit/>
          </a:bodyPr>
          <a:lstStyle/>
          <a:p>
            <a:r>
              <a:rPr lang="fr-FR" dirty="0">
                <a:latin typeface="Comic Sans MS" panose="030F0702030302020204" pitchFamily="66" charset="0"/>
              </a:rPr>
              <a:t>http://www.univ-oeb.dz/fsesnv/wp-content/uploads/2020/04/test-logiciel.pdf</a:t>
            </a:r>
          </a:p>
        </p:txBody>
      </p:sp>
      <p:sp>
        <p:nvSpPr>
          <p:cNvPr id="5" name="Espace réservé du numéro de diapositive 4">
            <a:extLst>
              <a:ext uri="{FF2B5EF4-FFF2-40B4-BE49-F238E27FC236}">
                <a16:creationId xmlns:a16="http://schemas.microsoft.com/office/drawing/2014/main" id="{C039A00A-7F8B-4144-BC97-8DEE8CD3EDA9}"/>
              </a:ext>
            </a:extLst>
          </p:cNvPr>
          <p:cNvSpPr>
            <a:spLocks noGrp="1"/>
          </p:cNvSpPr>
          <p:nvPr>
            <p:ph type="sldNum" sz="quarter" idx="12"/>
          </p:nvPr>
        </p:nvSpPr>
        <p:spPr/>
        <p:txBody>
          <a:bodyPr/>
          <a:lstStyle/>
          <a:p>
            <a:fld id="{69E57DC2-970A-4B3E-BB1C-7A09969E49DF}" type="slidenum">
              <a:rPr lang="en-US" smtClean="0"/>
              <a:t>37</a:t>
            </a:fld>
            <a:endParaRPr lang="en-US" dirty="0"/>
          </a:p>
        </p:txBody>
      </p:sp>
      <p:sp>
        <p:nvSpPr>
          <p:cNvPr id="3" name="Espace réservé du pied de page 2">
            <a:extLst>
              <a:ext uri="{FF2B5EF4-FFF2-40B4-BE49-F238E27FC236}">
                <a16:creationId xmlns:a16="http://schemas.microsoft.com/office/drawing/2014/main" id="{806A4470-B34B-44F7-8819-7A80C19A6C47}"/>
              </a:ext>
            </a:extLst>
          </p:cNvPr>
          <p:cNvSpPr>
            <a:spLocks noGrp="1"/>
          </p:cNvSpPr>
          <p:nvPr>
            <p:ph type="ftr" sz="quarter" idx="11"/>
          </p:nvPr>
        </p:nvSpPr>
        <p:spPr/>
        <p:txBody>
          <a:bodyPr/>
          <a:lstStyle/>
          <a:p>
            <a:r>
              <a:rPr lang="en-US"/>
              <a:t>Introduction aux tests logiciel</a:t>
            </a:r>
            <a:endParaRPr lang="en-US" dirty="0"/>
          </a:p>
        </p:txBody>
      </p:sp>
      <p:sp>
        <p:nvSpPr>
          <p:cNvPr id="11" name="ZoneTexte 10">
            <a:extLst>
              <a:ext uri="{FF2B5EF4-FFF2-40B4-BE49-F238E27FC236}">
                <a16:creationId xmlns:a16="http://schemas.microsoft.com/office/drawing/2014/main" id="{E4E4CDCE-F10D-3C48-D969-DD9848327CF4}"/>
              </a:ext>
            </a:extLst>
          </p:cNvPr>
          <p:cNvSpPr txBox="1"/>
          <p:nvPr/>
        </p:nvSpPr>
        <p:spPr>
          <a:xfrm>
            <a:off x="1760985" y="5318732"/>
            <a:ext cx="6097772" cy="369332"/>
          </a:xfrm>
          <a:prstGeom prst="rect">
            <a:avLst/>
          </a:prstGeom>
          <a:noFill/>
        </p:spPr>
        <p:txBody>
          <a:bodyPr wrap="square">
            <a:spAutoFit/>
          </a:bodyPr>
          <a:lstStyle/>
          <a:p>
            <a:r>
              <a:rPr lang="fr-BF" dirty="0"/>
              <a:t>https://www.ibm.com/cloud/learn/continuous-testing</a:t>
            </a:r>
          </a:p>
        </p:txBody>
      </p:sp>
      <p:sp>
        <p:nvSpPr>
          <p:cNvPr id="17" name="ZoneTexte 16">
            <a:extLst>
              <a:ext uri="{FF2B5EF4-FFF2-40B4-BE49-F238E27FC236}">
                <a16:creationId xmlns:a16="http://schemas.microsoft.com/office/drawing/2014/main" id="{253BBAA5-2E97-3085-58E3-EB1657DB5EC1}"/>
              </a:ext>
            </a:extLst>
          </p:cNvPr>
          <p:cNvSpPr txBox="1"/>
          <p:nvPr/>
        </p:nvSpPr>
        <p:spPr>
          <a:xfrm>
            <a:off x="1760985" y="3605416"/>
            <a:ext cx="7530509" cy="369332"/>
          </a:xfrm>
          <a:prstGeom prst="rect">
            <a:avLst/>
          </a:prstGeom>
          <a:noFill/>
        </p:spPr>
        <p:txBody>
          <a:bodyPr wrap="square">
            <a:spAutoFit/>
          </a:bodyPr>
          <a:lstStyle/>
          <a:p>
            <a:r>
              <a:rPr lang="fr-BF" dirty="0"/>
              <a:t>https://cursa.app/fr/cours-gratuit/test-de-logiciel-avec-test-academy</a:t>
            </a:r>
          </a:p>
        </p:txBody>
      </p:sp>
    </p:spTree>
    <p:extLst>
      <p:ext uri="{BB962C8B-B14F-4D97-AF65-F5344CB8AC3E}">
        <p14:creationId xmlns:p14="http://schemas.microsoft.com/office/powerpoint/2010/main" val="14678346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2DDD56DF-3E5A-480E-A2AA-1BC3A181812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grpSp>
        <p:nvGrpSpPr>
          <p:cNvPr id="6" name="Group 10874">
            <a:extLst>
              <a:ext uri="{FF2B5EF4-FFF2-40B4-BE49-F238E27FC236}">
                <a16:creationId xmlns:a16="http://schemas.microsoft.com/office/drawing/2014/main" id="{DF2223EF-692A-4DAD-9E26-41C37300EFBA}"/>
              </a:ext>
            </a:extLst>
          </p:cNvPr>
          <p:cNvGrpSpPr/>
          <p:nvPr/>
        </p:nvGrpSpPr>
        <p:grpSpPr>
          <a:xfrm>
            <a:off x="2078355" y="1200955"/>
            <a:ext cx="8035290" cy="0"/>
            <a:chOff x="0" y="0"/>
            <a:chExt cx="8035862" cy="1"/>
          </a:xfrm>
        </p:grpSpPr>
        <p:sp>
          <p:nvSpPr>
            <p:cNvPr id="7" name="Shape 38">
              <a:extLst>
                <a:ext uri="{FF2B5EF4-FFF2-40B4-BE49-F238E27FC236}">
                  <a16:creationId xmlns:a16="http://schemas.microsoft.com/office/drawing/2014/main" id="{1F2821A6-165A-4180-8F45-0692F4043801}"/>
                </a:ext>
              </a:extLst>
            </p:cNvPr>
            <p:cNvSpPr/>
            <p:nvPr/>
          </p:nvSpPr>
          <p:spPr>
            <a:xfrm>
              <a:off x="0" y="0"/>
              <a:ext cx="8035862" cy="1"/>
            </a:xfrm>
            <a:custGeom>
              <a:avLst/>
              <a:gdLst/>
              <a:ahLst/>
              <a:cxnLst/>
              <a:rect l="0" t="0" r="0" b="0"/>
              <a:pathLst>
                <a:path w="8035862" h="1">
                  <a:moveTo>
                    <a:pt x="0" y="0"/>
                  </a:moveTo>
                  <a:lnTo>
                    <a:pt x="8035862" y="1"/>
                  </a:lnTo>
                </a:path>
              </a:pathLst>
            </a:custGeom>
            <a:ln w="12700" cap="flat">
              <a:round/>
            </a:ln>
          </p:spPr>
          <p:style>
            <a:lnRef idx="1">
              <a:srgbClr val="D34817"/>
            </a:lnRef>
            <a:fillRef idx="0">
              <a:srgbClr val="000000">
                <a:alpha val="0"/>
              </a:srgbClr>
            </a:fillRef>
            <a:effectRef idx="0">
              <a:scrgbClr r="0" g="0" b="0"/>
            </a:effectRef>
            <a:fontRef idx="none"/>
          </p:style>
          <p:txBody>
            <a:bodyPr/>
            <a:lstStyle/>
            <a:p>
              <a:endParaRPr lang="fr-FR"/>
            </a:p>
          </p:txBody>
        </p:sp>
      </p:grpSp>
      <p:graphicFrame>
        <p:nvGraphicFramePr>
          <p:cNvPr id="8" name="Tableau 7">
            <a:extLst>
              <a:ext uri="{FF2B5EF4-FFF2-40B4-BE49-F238E27FC236}">
                <a16:creationId xmlns:a16="http://schemas.microsoft.com/office/drawing/2014/main" id="{0C7C65B0-B555-4899-8EEB-F830590BC84A}"/>
              </a:ext>
            </a:extLst>
          </p:cNvPr>
          <p:cNvGraphicFramePr>
            <a:graphicFrameLocks noGrp="1"/>
          </p:cNvGraphicFramePr>
          <p:nvPr/>
        </p:nvGraphicFramePr>
        <p:xfrm>
          <a:off x="1719943" y="6437022"/>
          <a:ext cx="9601200" cy="378342"/>
        </p:xfrm>
        <a:graphic>
          <a:graphicData uri="http://schemas.openxmlformats.org/drawingml/2006/table">
            <a:tbl>
              <a:tblPr firstRow="1" firstCol="1" bandRow="1">
                <a:tableStyleId>{5C22544A-7EE6-4342-B048-85BDC9FD1C3A}</a:tableStyleId>
              </a:tblPr>
              <a:tblGrid>
                <a:gridCol w="9274337">
                  <a:extLst>
                    <a:ext uri="{9D8B030D-6E8A-4147-A177-3AD203B41FA5}">
                      <a16:colId xmlns:a16="http://schemas.microsoft.com/office/drawing/2014/main" val="2180616800"/>
                    </a:ext>
                  </a:extLst>
                </a:gridCol>
                <a:gridCol w="326863">
                  <a:extLst>
                    <a:ext uri="{9D8B030D-6E8A-4147-A177-3AD203B41FA5}">
                      <a16:colId xmlns:a16="http://schemas.microsoft.com/office/drawing/2014/main" val="3414485615"/>
                    </a:ext>
                  </a:extLst>
                </a:gridCol>
              </a:tblGrid>
              <a:tr h="378342">
                <a:tc>
                  <a:txBody>
                    <a:bodyPr/>
                    <a:lstStyle/>
                    <a:p>
                      <a:pPr marL="1184910" algn="ctr">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tc>
                  <a:txBody>
                    <a:bodyPr/>
                    <a:lstStyle/>
                    <a:p>
                      <a:pPr algn="l">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extLst>
                  <a:ext uri="{0D108BD9-81ED-4DB2-BD59-A6C34878D82A}">
                    <a16:rowId xmlns:a16="http://schemas.microsoft.com/office/drawing/2014/main" val="1343998695"/>
                  </a:ext>
                </a:extLst>
              </a:tr>
            </a:tbl>
          </a:graphicData>
        </a:graphic>
      </p:graphicFrame>
      <p:sp>
        <p:nvSpPr>
          <p:cNvPr id="9" name="ZoneTexte 8">
            <a:extLst>
              <a:ext uri="{FF2B5EF4-FFF2-40B4-BE49-F238E27FC236}">
                <a16:creationId xmlns:a16="http://schemas.microsoft.com/office/drawing/2014/main" id="{E16881BB-B0F5-4400-8F34-95ECD3110606}"/>
              </a:ext>
            </a:extLst>
          </p:cNvPr>
          <p:cNvSpPr txBox="1"/>
          <p:nvPr/>
        </p:nvSpPr>
        <p:spPr>
          <a:xfrm>
            <a:off x="1260389" y="1690238"/>
            <a:ext cx="9329352" cy="1508105"/>
          </a:xfrm>
          <a:prstGeom prst="rect">
            <a:avLst/>
          </a:prstGeom>
          <a:noFill/>
        </p:spPr>
        <p:txBody>
          <a:bodyPr wrap="square">
            <a:spAutoFit/>
          </a:bodyPr>
          <a:lstStyle/>
          <a:p>
            <a:pPr algn="ctr"/>
            <a:r>
              <a:rPr lang="fr-FR" sz="2300" dirty="0">
                <a:solidFill>
                  <a:srgbClr val="404040"/>
                </a:solidFill>
                <a:latin typeface="Comic Sans MS" panose="030F0702030302020204" pitchFamily="66" charset="0"/>
              </a:rPr>
              <a:t>Ce cours est basé sur le cours Méthodes de test et</a:t>
            </a:r>
          </a:p>
          <a:p>
            <a:pPr algn="ctr"/>
            <a:r>
              <a:rPr lang="fr-FR" sz="2300" dirty="0">
                <a:solidFill>
                  <a:srgbClr val="404040"/>
                </a:solidFill>
                <a:latin typeface="Comic Sans MS" panose="030F0702030302020204" pitchFamily="66" charset="0"/>
              </a:rPr>
              <a:t>validation du Logiciel Dr Aminata SABANE (UJKZ) et du Pr. </a:t>
            </a:r>
            <a:r>
              <a:rPr lang="fr-FR" sz="2300" dirty="0" err="1">
                <a:solidFill>
                  <a:srgbClr val="404040"/>
                </a:solidFill>
                <a:latin typeface="Comic Sans MS" panose="030F0702030302020204" pitchFamily="66" charset="0"/>
              </a:rPr>
              <a:t>Antoniol</a:t>
            </a:r>
            <a:r>
              <a:rPr lang="fr-FR" sz="2300" dirty="0">
                <a:solidFill>
                  <a:srgbClr val="404040"/>
                </a:solidFill>
                <a:latin typeface="Comic Sans MS" panose="030F0702030302020204" pitchFamily="66" charset="0"/>
              </a:rPr>
              <a:t> Giuliano de l’Ecole</a:t>
            </a:r>
          </a:p>
          <a:p>
            <a:pPr algn="ctr"/>
            <a:r>
              <a:rPr lang="fr-FR" sz="2300" dirty="0">
                <a:solidFill>
                  <a:srgbClr val="404040"/>
                </a:solidFill>
                <a:latin typeface="Comic Sans MS" panose="030F0702030302020204" pitchFamily="66" charset="0"/>
              </a:rPr>
              <a:t>Polytechnique de Montréal </a:t>
            </a:r>
          </a:p>
        </p:txBody>
      </p:sp>
      <p:sp>
        <p:nvSpPr>
          <p:cNvPr id="12" name="ZoneTexte 11">
            <a:extLst>
              <a:ext uri="{FF2B5EF4-FFF2-40B4-BE49-F238E27FC236}">
                <a16:creationId xmlns:a16="http://schemas.microsoft.com/office/drawing/2014/main" id="{2B15DED2-C10F-40B2-9023-8030518EAFC3}"/>
              </a:ext>
            </a:extLst>
          </p:cNvPr>
          <p:cNvSpPr txBox="1"/>
          <p:nvPr/>
        </p:nvSpPr>
        <p:spPr>
          <a:xfrm>
            <a:off x="2890747" y="536690"/>
            <a:ext cx="6098058" cy="584775"/>
          </a:xfrm>
          <a:prstGeom prst="rect">
            <a:avLst/>
          </a:prstGeom>
          <a:noFill/>
        </p:spPr>
        <p:txBody>
          <a:bodyPr wrap="square">
            <a:spAutoFit/>
          </a:bodyPr>
          <a:lstStyle/>
          <a:p>
            <a:pPr algn="ctr"/>
            <a:r>
              <a:rPr lang="fr-FR" sz="3200" b="1" dirty="0">
                <a:solidFill>
                  <a:srgbClr val="262626"/>
                </a:solidFill>
                <a:latin typeface="Comic Sans MS" panose="030F0702030302020204" pitchFamily="66" charset="0"/>
              </a:rPr>
              <a:t>Références</a:t>
            </a:r>
          </a:p>
        </p:txBody>
      </p:sp>
      <p:sp>
        <p:nvSpPr>
          <p:cNvPr id="5" name="Espace réservé du numéro de diapositive 4">
            <a:extLst>
              <a:ext uri="{FF2B5EF4-FFF2-40B4-BE49-F238E27FC236}">
                <a16:creationId xmlns:a16="http://schemas.microsoft.com/office/drawing/2014/main" id="{9774F4E4-83D2-42B2-9FD0-5BD91C73BF9A}"/>
              </a:ext>
            </a:extLst>
          </p:cNvPr>
          <p:cNvSpPr>
            <a:spLocks noGrp="1"/>
          </p:cNvSpPr>
          <p:nvPr>
            <p:ph type="sldNum" sz="quarter" idx="12"/>
          </p:nvPr>
        </p:nvSpPr>
        <p:spPr/>
        <p:txBody>
          <a:bodyPr/>
          <a:lstStyle/>
          <a:p>
            <a:fld id="{69E57DC2-970A-4B3E-BB1C-7A09969E49DF}" type="slidenum">
              <a:rPr lang="en-US" smtClean="0"/>
              <a:t>38</a:t>
            </a:fld>
            <a:endParaRPr lang="en-US" dirty="0"/>
          </a:p>
        </p:txBody>
      </p:sp>
      <p:sp>
        <p:nvSpPr>
          <p:cNvPr id="3" name="Espace réservé du pied de page 2">
            <a:extLst>
              <a:ext uri="{FF2B5EF4-FFF2-40B4-BE49-F238E27FC236}">
                <a16:creationId xmlns:a16="http://schemas.microsoft.com/office/drawing/2014/main" id="{97D357FD-0DB3-4FF0-9854-4775F68287CA}"/>
              </a:ext>
            </a:extLst>
          </p:cNvPr>
          <p:cNvSpPr>
            <a:spLocks noGrp="1"/>
          </p:cNvSpPr>
          <p:nvPr>
            <p:ph type="ftr" sz="quarter" idx="11"/>
          </p:nvPr>
        </p:nvSpPr>
        <p:spPr/>
        <p:txBody>
          <a:bodyPr/>
          <a:lstStyle/>
          <a:p>
            <a:r>
              <a:rPr lang="en-US"/>
              <a:t>Introduction aux tests logiciel</a:t>
            </a:r>
            <a:endParaRPr lang="en-US" dirty="0"/>
          </a:p>
        </p:txBody>
      </p:sp>
    </p:spTree>
    <p:extLst>
      <p:ext uri="{BB962C8B-B14F-4D97-AF65-F5344CB8AC3E}">
        <p14:creationId xmlns:p14="http://schemas.microsoft.com/office/powerpoint/2010/main" val="33687024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2DDD56DF-3E5A-480E-A2AA-1BC3A181812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grpSp>
        <p:nvGrpSpPr>
          <p:cNvPr id="6" name="Group 10874">
            <a:extLst>
              <a:ext uri="{FF2B5EF4-FFF2-40B4-BE49-F238E27FC236}">
                <a16:creationId xmlns:a16="http://schemas.microsoft.com/office/drawing/2014/main" id="{DF2223EF-692A-4DAD-9E26-41C37300EFBA}"/>
              </a:ext>
            </a:extLst>
          </p:cNvPr>
          <p:cNvGrpSpPr/>
          <p:nvPr/>
        </p:nvGrpSpPr>
        <p:grpSpPr>
          <a:xfrm>
            <a:off x="1991858" y="3862694"/>
            <a:ext cx="8035290" cy="0"/>
            <a:chOff x="0" y="0"/>
            <a:chExt cx="8035862" cy="1"/>
          </a:xfrm>
        </p:grpSpPr>
        <p:sp>
          <p:nvSpPr>
            <p:cNvPr id="7" name="Shape 38">
              <a:extLst>
                <a:ext uri="{FF2B5EF4-FFF2-40B4-BE49-F238E27FC236}">
                  <a16:creationId xmlns:a16="http://schemas.microsoft.com/office/drawing/2014/main" id="{1F2821A6-165A-4180-8F45-0692F4043801}"/>
                </a:ext>
              </a:extLst>
            </p:cNvPr>
            <p:cNvSpPr/>
            <p:nvPr/>
          </p:nvSpPr>
          <p:spPr>
            <a:xfrm>
              <a:off x="0" y="0"/>
              <a:ext cx="8035862" cy="1"/>
            </a:xfrm>
            <a:custGeom>
              <a:avLst/>
              <a:gdLst/>
              <a:ahLst/>
              <a:cxnLst/>
              <a:rect l="0" t="0" r="0" b="0"/>
              <a:pathLst>
                <a:path w="8035862" h="1">
                  <a:moveTo>
                    <a:pt x="0" y="0"/>
                  </a:moveTo>
                  <a:lnTo>
                    <a:pt x="8035862" y="1"/>
                  </a:lnTo>
                </a:path>
              </a:pathLst>
            </a:custGeom>
            <a:ln w="28575" cap="flat">
              <a:solidFill>
                <a:schemeClr val="tx1">
                  <a:lumMod val="95000"/>
                  <a:lumOff val="5000"/>
                </a:schemeClr>
              </a:solidFill>
              <a:round/>
            </a:ln>
          </p:spPr>
          <p:style>
            <a:lnRef idx="1">
              <a:srgbClr val="D34817"/>
            </a:lnRef>
            <a:fillRef idx="0">
              <a:srgbClr val="000000">
                <a:alpha val="0"/>
              </a:srgbClr>
            </a:fillRef>
            <a:effectRef idx="0">
              <a:scrgbClr r="0" g="0" b="0"/>
            </a:effectRef>
            <a:fontRef idx="none"/>
          </p:style>
          <p:txBody>
            <a:bodyPr/>
            <a:lstStyle/>
            <a:p>
              <a:endParaRPr lang="fr-FR"/>
            </a:p>
          </p:txBody>
        </p:sp>
      </p:grpSp>
      <p:graphicFrame>
        <p:nvGraphicFramePr>
          <p:cNvPr id="8" name="Tableau 7">
            <a:extLst>
              <a:ext uri="{FF2B5EF4-FFF2-40B4-BE49-F238E27FC236}">
                <a16:creationId xmlns:a16="http://schemas.microsoft.com/office/drawing/2014/main" id="{0C7C65B0-B555-4899-8EEB-F830590BC84A}"/>
              </a:ext>
            </a:extLst>
          </p:cNvPr>
          <p:cNvGraphicFramePr>
            <a:graphicFrameLocks noGrp="1"/>
          </p:cNvGraphicFramePr>
          <p:nvPr/>
        </p:nvGraphicFramePr>
        <p:xfrm>
          <a:off x="1719943" y="6437022"/>
          <a:ext cx="9601200" cy="378342"/>
        </p:xfrm>
        <a:graphic>
          <a:graphicData uri="http://schemas.openxmlformats.org/drawingml/2006/table">
            <a:tbl>
              <a:tblPr firstRow="1" firstCol="1" bandRow="1">
                <a:tableStyleId>{5C22544A-7EE6-4342-B048-85BDC9FD1C3A}</a:tableStyleId>
              </a:tblPr>
              <a:tblGrid>
                <a:gridCol w="9274337">
                  <a:extLst>
                    <a:ext uri="{9D8B030D-6E8A-4147-A177-3AD203B41FA5}">
                      <a16:colId xmlns:a16="http://schemas.microsoft.com/office/drawing/2014/main" val="2180616800"/>
                    </a:ext>
                  </a:extLst>
                </a:gridCol>
                <a:gridCol w="326863">
                  <a:extLst>
                    <a:ext uri="{9D8B030D-6E8A-4147-A177-3AD203B41FA5}">
                      <a16:colId xmlns:a16="http://schemas.microsoft.com/office/drawing/2014/main" val="3414485615"/>
                    </a:ext>
                  </a:extLst>
                </a:gridCol>
              </a:tblGrid>
              <a:tr h="378342">
                <a:tc>
                  <a:txBody>
                    <a:bodyPr/>
                    <a:lstStyle/>
                    <a:p>
                      <a:pPr marL="1184910" algn="ctr">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tc>
                  <a:txBody>
                    <a:bodyPr/>
                    <a:lstStyle/>
                    <a:p>
                      <a:pPr algn="l">
                        <a:lnSpc>
                          <a:spcPct val="107000"/>
                        </a:lnSpc>
                        <a:spcAft>
                          <a:spcPts val="800"/>
                        </a:spcAft>
                      </a:pPr>
                      <a:endParaRPr lang="fr-FR"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71327" marT="0" marB="0" anchor="ctr"/>
                </a:tc>
                <a:extLst>
                  <a:ext uri="{0D108BD9-81ED-4DB2-BD59-A6C34878D82A}">
                    <a16:rowId xmlns:a16="http://schemas.microsoft.com/office/drawing/2014/main" val="1343998695"/>
                  </a:ext>
                </a:extLst>
              </a:tr>
            </a:tbl>
          </a:graphicData>
        </a:graphic>
      </p:graphicFrame>
      <p:sp>
        <p:nvSpPr>
          <p:cNvPr id="9" name="ZoneTexte 8">
            <a:extLst>
              <a:ext uri="{FF2B5EF4-FFF2-40B4-BE49-F238E27FC236}">
                <a16:creationId xmlns:a16="http://schemas.microsoft.com/office/drawing/2014/main" id="{99ED6E32-57BA-41D6-8DA3-0B405BE4FC9F}"/>
              </a:ext>
            </a:extLst>
          </p:cNvPr>
          <p:cNvSpPr txBox="1"/>
          <p:nvPr/>
        </p:nvSpPr>
        <p:spPr>
          <a:xfrm>
            <a:off x="3273806" y="2463230"/>
            <a:ext cx="6098058" cy="584775"/>
          </a:xfrm>
          <a:prstGeom prst="rect">
            <a:avLst/>
          </a:prstGeom>
          <a:noFill/>
        </p:spPr>
        <p:txBody>
          <a:bodyPr wrap="square">
            <a:spAutoFit/>
          </a:bodyPr>
          <a:lstStyle/>
          <a:p>
            <a:pPr algn="ctr"/>
            <a:r>
              <a:rPr lang="fr-FR" sz="3200" b="1" dirty="0">
                <a:solidFill>
                  <a:srgbClr val="262626"/>
                </a:solidFill>
                <a:latin typeface="Comic Sans MS" panose="030F0702030302020204" pitchFamily="66" charset="0"/>
              </a:rPr>
              <a:t>MERCI</a:t>
            </a:r>
          </a:p>
        </p:txBody>
      </p:sp>
      <p:sp>
        <p:nvSpPr>
          <p:cNvPr id="5" name="Espace réservé du numéro de diapositive 4">
            <a:extLst>
              <a:ext uri="{FF2B5EF4-FFF2-40B4-BE49-F238E27FC236}">
                <a16:creationId xmlns:a16="http://schemas.microsoft.com/office/drawing/2014/main" id="{5DF3F684-A771-4FD7-A834-6B45003101BA}"/>
              </a:ext>
            </a:extLst>
          </p:cNvPr>
          <p:cNvSpPr>
            <a:spLocks noGrp="1"/>
          </p:cNvSpPr>
          <p:nvPr>
            <p:ph type="sldNum" sz="quarter" idx="12"/>
          </p:nvPr>
        </p:nvSpPr>
        <p:spPr/>
        <p:txBody>
          <a:bodyPr/>
          <a:lstStyle/>
          <a:p>
            <a:fld id="{69E57DC2-970A-4B3E-BB1C-7A09969E49DF}" type="slidenum">
              <a:rPr lang="en-US" smtClean="0"/>
              <a:t>39</a:t>
            </a:fld>
            <a:endParaRPr lang="en-US" dirty="0"/>
          </a:p>
        </p:txBody>
      </p:sp>
      <p:sp>
        <p:nvSpPr>
          <p:cNvPr id="3" name="Espace réservé du pied de page 2">
            <a:extLst>
              <a:ext uri="{FF2B5EF4-FFF2-40B4-BE49-F238E27FC236}">
                <a16:creationId xmlns:a16="http://schemas.microsoft.com/office/drawing/2014/main" id="{7F724F12-5B97-4600-BADB-41716D88157E}"/>
              </a:ext>
            </a:extLst>
          </p:cNvPr>
          <p:cNvSpPr>
            <a:spLocks noGrp="1"/>
          </p:cNvSpPr>
          <p:nvPr>
            <p:ph type="ftr" sz="quarter" idx="11"/>
          </p:nvPr>
        </p:nvSpPr>
        <p:spPr/>
        <p:txBody>
          <a:bodyPr/>
          <a:lstStyle/>
          <a:p>
            <a:r>
              <a:rPr lang="en-US"/>
              <a:t>Introduction aux tests logiciel</a:t>
            </a:r>
            <a:endParaRPr lang="en-US" dirty="0"/>
          </a:p>
        </p:txBody>
      </p:sp>
    </p:spTree>
    <p:extLst>
      <p:ext uri="{BB962C8B-B14F-4D97-AF65-F5344CB8AC3E}">
        <p14:creationId xmlns:p14="http://schemas.microsoft.com/office/powerpoint/2010/main" val="1394206389"/>
      </p:ext>
    </p:extLst>
  </p:cSld>
  <p:clrMapOvr>
    <a:masterClrMapping/>
  </p:clrMapOvr>
</p:sld>
</file>

<file path=ppt/theme/theme1.xml><?xml version="1.0" encoding="utf-8"?>
<a:theme xmlns:a="http://schemas.openxmlformats.org/drawingml/2006/main" name="Cadrage">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Cadrage">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4.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TM10001105[[fn=Cadrage]]</Template>
  <TotalTime>14594</TotalTime>
  <Words>1772</Words>
  <Application>Microsoft Office PowerPoint</Application>
  <PresentationFormat>Grand écran</PresentationFormat>
  <Paragraphs>226</Paragraphs>
  <Slides>39</Slides>
  <Notes>19</Notes>
  <HiddenSlides>0</HiddenSlides>
  <MMClips>0</MMClips>
  <ScaleCrop>false</ScaleCrop>
  <HeadingPairs>
    <vt:vector size="6" baseType="variant">
      <vt:variant>
        <vt:lpstr>Polices utilisées</vt:lpstr>
      </vt:variant>
      <vt:variant>
        <vt:i4>12</vt:i4>
      </vt:variant>
      <vt:variant>
        <vt:lpstr>Thème</vt:lpstr>
      </vt:variant>
      <vt:variant>
        <vt:i4>4</vt:i4>
      </vt:variant>
      <vt:variant>
        <vt:lpstr>Titres des diapositives</vt:lpstr>
      </vt:variant>
      <vt:variant>
        <vt:i4>39</vt:i4>
      </vt:variant>
    </vt:vector>
  </HeadingPairs>
  <TitlesOfParts>
    <vt:vector size="55" baseType="lpstr">
      <vt:lpstr>Arial</vt:lpstr>
      <vt:lpstr>Calibri</vt:lpstr>
      <vt:lpstr>Cambria</vt:lpstr>
      <vt:lpstr>Comic Sans MS</vt:lpstr>
      <vt:lpstr>Courier New</vt:lpstr>
      <vt:lpstr>Franklin Gothic Book</vt:lpstr>
      <vt:lpstr>NimbusRomNo9L-Regu</vt:lpstr>
      <vt:lpstr>NimbusRomNo9L-ReguItal</vt:lpstr>
      <vt:lpstr>Palatino Linotype</vt:lpstr>
      <vt:lpstr>Rubik</vt:lpstr>
      <vt:lpstr>Times New Roman</vt:lpstr>
      <vt:lpstr>Wingdings</vt:lpstr>
      <vt:lpstr>Cadrage</vt:lpstr>
      <vt:lpstr>Office Theme</vt:lpstr>
      <vt:lpstr>1_Cadrage</vt:lpstr>
      <vt:lpstr>1_Office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Principes de Base</vt:lpstr>
      <vt:lpstr>Principes de Base</vt:lpstr>
      <vt:lpstr>Présentation PowerPoint</vt:lpstr>
      <vt:lpstr>Tests Logiciels : Tests Boite Blanche</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user</dc:creator>
  <cp:lastModifiedBy>Niss</cp:lastModifiedBy>
  <cp:revision>74</cp:revision>
  <dcterms:created xsi:type="dcterms:W3CDTF">2021-09-15T18:24:39Z</dcterms:created>
  <dcterms:modified xsi:type="dcterms:W3CDTF">2024-02-17T07:54:37Z</dcterms:modified>
</cp:coreProperties>
</file>