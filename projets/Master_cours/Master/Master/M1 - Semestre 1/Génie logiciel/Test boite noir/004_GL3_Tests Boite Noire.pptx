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0058400" cy="7772400"/>
  <p:notesSz cx="10058400" cy="7772400"/>
  <p:defaultTextStyle>
    <a:defPPr>
      <a:defRPr lang="fr-BF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" y="6273800"/>
            <a:ext cx="9829800" cy="368300"/>
          </a:xfrm>
          <a:custGeom>
            <a:avLst/>
            <a:gdLst/>
            <a:ahLst/>
            <a:cxnLst/>
            <a:rect l="l" t="t" r="r" b="b"/>
            <a:pathLst>
              <a:path w="9829800" h="368300">
                <a:moveTo>
                  <a:pt x="9829800" y="0"/>
                </a:moveTo>
                <a:lnTo>
                  <a:pt x="0" y="0"/>
                </a:lnTo>
                <a:lnTo>
                  <a:pt x="0" y="368300"/>
                </a:lnTo>
                <a:lnTo>
                  <a:pt x="9829800" y="368300"/>
                </a:lnTo>
                <a:lnTo>
                  <a:pt x="9829800" y="0"/>
                </a:lnTo>
                <a:close/>
              </a:path>
            </a:pathLst>
          </a:custGeom>
          <a:solidFill>
            <a:srgbClr val="9B2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300" y="6223000"/>
            <a:ext cx="9829800" cy="50800"/>
          </a:xfrm>
          <a:custGeom>
            <a:avLst/>
            <a:gdLst/>
            <a:ahLst/>
            <a:cxnLst/>
            <a:rect l="l" t="t" r="r" b="b"/>
            <a:pathLst>
              <a:path w="9829800" h="50800">
                <a:moveTo>
                  <a:pt x="9829800" y="0"/>
                </a:moveTo>
                <a:lnTo>
                  <a:pt x="0" y="0"/>
                </a:lnTo>
                <a:lnTo>
                  <a:pt x="0" y="50800"/>
                </a:lnTo>
                <a:lnTo>
                  <a:pt x="9829800" y="50800"/>
                </a:lnTo>
                <a:lnTo>
                  <a:pt x="9829800" y="0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77192" y="1463581"/>
            <a:ext cx="2704015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" y="6273800"/>
            <a:ext cx="9829800" cy="368300"/>
          </a:xfrm>
          <a:custGeom>
            <a:avLst/>
            <a:gdLst/>
            <a:ahLst/>
            <a:cxnLst/>
            <a:rect l="l" t="t" r="r" b="b"/>
            <a:pathLst>
              <a:path w="9829800" h="368300">
                <a:moveTo>
                  <a:pt x="9829800" y="0"/>
                </a:moveTo>
                <a:lnTo>
                  <a:pt x="0" y="0"/>
                </a:lnTo>
                <a:lnTo>
                  <a:pt x="0" y="368300"/>
                </a:lnTo>
                <a:lnTo>
                  <a:pt x="9829800" y="368300"/>
                </a:lnTo>
                <a:lnTo>
                  <a:pt x="9829800" y="0"/>
                </a:lnTo>
                <a:close/>
              </a:path>
            </a:pathLst>
          </a:custGeom>
          <a:solidFill>
            <a:srgbClr val="9B2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300" y="6223000"/>
            <a:ext cx="9829800" cy="50800"/>
          </a:xfrm>
          <a:custGeom>
            <a:avLst/>
            <a:gdLst/>
            <a:ahLst/>
            <a:cxnLst/>
            <a:rect l="l" t="t" r="r" b="b"/>
            <a:pathLst>
              <a:path w="9829800" h="50800">
                <a:moveTo>
                  <a:pt x="9829800" y="0"/>
                </a:moveTo>
                <a:lnTo>
                  <a:pt x="0" y="0"/>
                </a:lnTo>
                <a:lnTo>
                  <a:pt x="0" y="50800"/>
                </a:lnTo>
                <a:lnTo>
                  <a:pt x="9829800" y="50800"/>
                </a:lnTo>
                <a:lnTo>
                  <a:pt x="9829800" y="0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0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" y="6273800"/>
            <a:ext cx="9829800" cy="368300"/>
          </a:xfrm>
          <a:custGeom>
            <a:avLst/>
            <a:gdLst/>
            <a:ahLst/>
            <a:cxnLst/>
            <a:rect l="l" t="t" r="r" b="b"/>
            <a:pathLst>
              <a:path w="9829800" h="368300">
                <a:moveTo>
                  <a:pt x="9829800" y="0"/>
                </a:moveTo>
                <a:lnTo>
                  <a:pt x="0" y="0"/>
                </a:lnTo>
                <a:lnTo>
                  <a:pt x="0" y="368300"/>
                </a:lnTo>
                <a:lnTo>
                  <a:pt x="9829800" y="368300"/>
                </a:lnTo>
                <a:lnTo>
                  <a:pt x="9829800" y="0"/>
                </a:lnTo>
                <a:close/>
              </a:path>
            </a:pathLst>
          </a:custGeom>
          <a:solidFill>
            <a:srgbClr val="9B2D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300" y="6223000"/>
            <a:ext cx="9829800" cy="50800"/>
          </a:xfrm>
          <a:custGeom>
            <a:avLst/>
            <a:gdLst/>
            <a:ahLst/>
            <a:cxnLst/>
            <a:rect l="l" t="t" r="r" b="b"/>
            <a:pathLst>
              <a:path w="9829800" h="50800">
                <a:moveTo>
                  <a:pt x="9829800" y="0"/>
                </a:moveTo>
                <a:lnTo>
                  <a:pt x="0" y="0"/>
                </a:lnTo>
                <a:lnTo>
                  <a:pt x="0" y="50800"/>
                </a:lnTo>
                <a:lnTo>
                  <a:pt x="9829800" y="50800"/>
                </a:lnTo>
                <a:lnTo>
                  <a:pt x="9829800" y="0"/>
                </a:lnTo>
                <a:close/>
              </a:path>
            </a:pathLst>
          </a:custGeom>
          <a:solidFill>
            <a:srgbClr val="D348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05692" y="1463581"/>
            <a:ext cx="3847015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2212" y="2221872"/>
            <a:ext cx="8173974" cy="3639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404040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99768" y="6329903"/>
            <a:ext cx="254635" cy="227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223000"/>
            <a:ext cx="9829800" cy="419100"/>
            <a:chOff x="114300" y="6223000"/>
            <a:chExt cx="9829800" cy="4191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02142" y="2249199"/>
            <a:ext cx="2677160" cy="9315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ctr">
              <a:lnSpc>
                <a:spcPts val="3570"/>
              </a:lnSpc>
              <a:spcBef>
                <a:spcPts val="95"/>
              </a:spcBef>
            </a:pPr>
            <a:r>
              <a:rPr sz="3200" spc="10" dirty="0">
                <a:solidFill>
                  <a:srgbClr val="262626"/>
                </a:solidFill>
              </a:rPr>
              <a:t>INF4000</a:t>
            </a:r>
            <a:endParaRPr sz="3200"/>
          </a:p>
          <a:p>
            <a:pPr algn="ctr">
              <a:lnSpc>
                <a:spcPts val="3570"/>
              </a:lnSpc>
            </a:pPr>
            <a:r>
              <a:rPr sz="3200" b="1" spc="10" dirty="0">
                <a:solidFill>
                  <a:srgbClr val="262626"/>
                </a:solidFill>
                <a:latin typeface="Comic Sans MS"/>
                <a:cs typeface="Comic Sans MS"/>
              </a:rPr>
              <a:t>Génie</a:t>
            </a:r>
            <a:r>
              <a:rPr sz="3200" b="1" spc="-250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3200" b="1" dirty="0">
                <a:solidFill>
                  <a:srgbClr val="262626"/>
                </a:solidFill>
                <a:latin typeface="Comic Sans MS"/>
                <a:cs typeface="Comic Sans MS"/>
              </a:rPr>
              <a:t>Logiciel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6642" y="3784576"/>
            <a:ext cx="433514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spc="-10" dirty="0">
                <a:solidFill>
                  <a:srgbClr val="262626"/>
                </a:solidFill>
                <a:latin typeface="Comic Sans MS"/>
                <a:cs typeface="Comic Sans MS"/>
              </a:rPr>
              <a:t>Tests</a:t>
            </a:r>
            <a:r>
              <a:rPr sz="4800" b="1" spc="-175" dirty="0">
                <a:solidFill>
                  <a:srgbClr val="262626"/>
                </a:solidFill>
                <a:latin typeface="Comic Sans MS"/>
                <a:cs typeface="Comic Sans MS"/>
              </a:rPr>
              <a:t> </a:t>
            </a:r>
            <a:r>
              <a:rPr sz="4800" b="1" spc="-25" dirty="0">
                <a:solidFill>
                  <a:srgbClr val="262626"/>
                </a:solidFill>
                <a:latin typeface="Comic Sans MS"/>
                <a:cs typeface="Comic Sans MS"/>
              </a:rPr>
              <a:t>Logiciels</a:t>
            </a:r>
            <a:endParaRPr sz="48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9939" y="5260797"/>
            <a:ext cx="349567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1800" spc="155">
                <a:solidFill>
                  <a:srgbClr val="696464"/>
                </a:solidFill>
                <a:latin typeface="Comic Sans MS"/>
                <a:cs typeface="Comic Sans MS"/>
              </a:rPr>
              <a:t>ISSOUFOU NIKIEMA</a:t>
            </a:r>
            <a:endParaRPr lang="fr-FR" sz="18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9717" y="1520047"/>
            <a:ext cx="312483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b="1" spc="-40" dirty="0">
                <a:latin typeface="Comic Sans MS"/>
                <a:cs typeface="Comic Sans MS"/>
              </a:rPr>
              <a:t>T</a:t>
            </a:r>
            <a:r>
              <a:rPr sz="3500" b="1" spc="45" dirty="0">
                <a:latin typeface="Comic Sans MS"/>
                <a:cs typeface="Comic Sans MS"/>
              </a:rPr>
              <a:t>e</a:t>
            </a:r>
            <a:r>
              <a:rPr sz="3500" b="1" spc="-5" dirty="0">
                <a:latin typeface="Comic Sans MS"/>
                <a:cs typeface="Comic Sans MS"/>
              </a:rPr>
              <a:t>s</a:t>
            </a:r>
            <a:r>
              <a:rPr sz="3500" b="1" spc="-55" dirty="0">
                <a:latin typeface="Comic Sans MS"/>
                <a:cs typeface="Comic Sans MS"/>
              </a:rPr>
              <a:t>t</a:t>
            </a:r>
            <a:r>
              <a:rPr sz="3500" b="1" dirty="0">
                <a:latin typeface="Comic Sans MS"/>
                <a:cs typeface="Comic Sans MS"/>
              </a:rPr>
              <a:t>s</a:t>
            </a:r>
            <a:r>
              <a:rPr sz="3500" b="1" spc="-325" dirty="0">
                <a:latin typeface="Comic Sans MS"/>
                <a:cs typeface="Comic Sans MS"/>
              </a:rPr>
              <a:t> </a:t>
            </a:r>
            <a:r>
              <a:rPr sz="3500" b="1" spc="-30" dirty="0">
                <a:latin typeface="Comic Sans MS"/>
                <a:cs typeface="Comic Sans MS"/>
              </a:rPr>
              <a:t>L</a:t>
            </a:r>
            <a:r>
              <a:rPr sz="3500" b="1" spc="-45" dirty="0">
                <a:latin typeface="Comic Sans MS"/>
                <a:cs typeface="Comic Sans MS"/>
              </a:rPr>
              <a:t>o</a:t>
            </a:r>
            <a:r>
              <a:rPr sz="3500" b="1" spc="40" dirty="0">
                <a:latin typeface="Comic Sans MS"/>
                <a:cs typeface="Comic Sans MS"/>
              </a:rPr>
              <a:t>g</a:t>
            </a:r>
            <a:r>
              <a:rPr sz="3500" b="1" spc="15" dirty="0">
                <a:latin typeface="Comic Sans MS"/>
                <a:cs typeface="Comic Sans MS"/>
              </a:rPr>
              <a:t>i</a:t>
            </a:r>
            <a:r>
              <a:rPr sz="3500" b="1" dirty="0">
                <a:latin typeface="Comic Sans MS"/>
                <a:cs typeface="Comic Sans MS"/>
              </a:rPr>
              <a:t>c</a:t>
            </a:r>
            <a:r>
              <a:rPr sz="3500" b="1" spc="-85" dirty="0">
                <a:latin typeface="Comic Sans MS"/>
                <a:cs typeface="Comic Sans MS"/>
              </a:rPr>
              <a:t>i</a:t>
            </a:r>
            <a:r>
              <a:rPr sz="3500" b="1" spc="-60" dirty="0">
                <a:latin typeface="Comic Sans MS"/>
                <a:cs typeface="Comic Sans MS"/>
              </a:rPr>
              <a:t>el</a:t>
            </a:r>
            <a:r>
              <a:rPr sz="3500" b="1" dirty="0">
                <a:latin typeface="Comic Sans MS"/>
                <a:cs typeface="Comic Sans MS"/>
              </a:rPr>
              <a:t>s</a:t>
            </a:r>
            <a:endParaRPr sz="35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63241" y="6322010"/>
            <a:ext cx="109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0" y="2235201"/>
            <a:ext cx="6502398" cy="3975098"/>
          </a:xfrm>
          <a:prstGeom prst="rect">
            <a:avLst/>
          </a:prstGeom>
        </p:spPr>
      </p:pic>
      <p:sp>
        <p:nvSpPr>
          <p:cNvPr id="11" name="object 5">
            <a:extLst>
              <a:ext uri="{FF2B5EF4-FFF2-40B4-BE49-F238E27FC236}">
                <a16:creationId xmlns:a16="http://schemas.microsoft.com/office/drawing/2014/main" id="{3BD86233-6C3C-DD4A-49A3-ECA96EACEA43}"/>
              </a:ext>
            </a:extLst>
          </p:cNvPr>
          <p:cNvSpPr txBox="1"/>
          <p:nvPr/>
        </p:nvSpPr>
        <p:spPr>
          <a:xfrm>
            <a:off x="8845960" y="6306367"/>
            <a:ext cx="906144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300" dirty="0">
                <a:solidFill>
                  <a:srgbClr val="FFFFFF"/>
                </a:solidFill>
                <a:latin typeface="Calibri"/>
                <a:cs typeface="Calibri"/>
              </a:rPr>
              <a:t>I. NIKIEMA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29A46D2C-4CEE-BA70-9FC1-9CBFB7652A41}"/>
              </a:ext>
            </a:extLst>
          </p:cNvPr>
          <p:cNvSpPr txBox="1"/>
          <p:nvPr/>
        </p:nvSpPr>
        <p:spPr>
          <a:xfrm>
            <a:off x="381000" y="6322010"/>
            <a:ext cx="2436942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INF4000-GL</a:t>
            </a:r>
            <a:r>
              <a:rPr sz="13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UVBF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GL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/DI/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9706" y="1438485"/>
            <a:ext cx="796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omic Sans MS"/>
                <a:cs typeface="Comic Sans MS"/>
              </a:rPr>
              <a:t>P</a:t>
            </a:r>
            <a:r>
              <a:rPr sz="3200" b="1" spc="20" dirty="0">
                <a:latin typeface="Comic Sans MS"/>
                <a:cs typeface="Comic Sans MS"/>
              </a:rPr>
              <a:t>la</a:t>
            </a:r>
            <a:r>
              <a:rPr sz="3200" b="1" dirty="0">
                <a:latin typeface="Comic Sans MS"/>
                <a:cs typeface="Comic Sans MS"/>
              </a:rPr>
              <a:t>n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7841" y="6329903"/>
            <a:ext cx="16002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3</a:t>
            </a:fld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96716" y="6375887"/>
            <a:ext cx="7747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1418" y="2683938"/>
            <a:ext cx="3131185" cy="2286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2415" indent="-260350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96153"/>
              <a:buFont typeface="Wingdings"/>
              <a:buChar char=""/>
              <a:tabLst>
                <a:tab pos="273050" algn="l"/>
              </a:tabLst>
            </a:pPr>
            <a:r>
              <a:rPr sz="2600" spc="-10" dirty="0">
                <a:solidFill>
                  <a:srgbClr val="404040"/>
                </a:solidFill>
                <a:latin typeface="Comic Sans MS"/>
                <a:cs typeface="Comic Sans MS"/>
              </a:rPr>
              <a:t>Introduction</a:t>
            </a:r>
            <a:endParaRPr sz="2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D34817"/>
              </a:buClr>
              <a:buFont typeface="Wingdings"/>
              <a:buChar char=""/>
            </a:pPr>
            <a:endParaRPr sz="3050">
              <a:latin typeface="Comic Sans MS"/>
              <a:cs typeface="Comic Sans MS"/>
            </a:endParaRPr>
          </a:p>
          <a:p>
            <a:pPr marL="272415" indent="-260350">
              <a:lnSpc>
                <a:spcPct val="100000"/>
              </a:lnSpc>
              <a:buClr>
                <a:srgbClr val="D34817"/>
              </a:buClr>
              <a:buSzPct val="96153"/>
              <a:buFont typeface="Wingdings"/>
              <a:buChar char=""/>
              <a:tabLst>
                <a:tab pos="273050" algn="l"/>
              </a:tabLst>
            </a:pPr>
            <a:r>
              <a:rPr sz="260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6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omic Sans MS"/>
                <a:cs typeface="Comic Sans MS"/>
              </a:rPr>
              <a:t>Structurels</a:t>
            </a:r>
            <a:endParaRPr sz="26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D34817"/>
              </a:buClr>
              <a:buFont typeface="Wingdings"/>
              <a:buChar char=""/>
            </a:pPr>
            <a:endParaRPr sz="2950">
              <a:latin typeface="Comic Sans MS"/>
              <a:cs typeface="Comic Sans MS"/>
            </a:endParaRPr>
          </a:p>
          <a:p>
            <a:pPr marL="272415" indent="-260350">
              <a:lnSpc>
                <a:spcPct val="100000"/>
              </a:lnSpc>
              <a:buClr>
                <a:srgbClr val="D34817"/>
              </a:buClr>
              <a:buSzPct val="96153"/>
              <a:buFont typeface="Wingdings"/>
              <a:buChar char=""/>
              <a:tabLst>
                <a:tab pos="273050" algn="l"/>
              </a:tabLst>
            </a:pPr>
            <a:r>
              <a:rPr sz="2600" b="1" spc="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600" b="1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b="1" spc="-15" dirty="0">
                <a:solidFill>
                  <a:srgbClr val="404040"/>
                </a:solidFill>
                <a:latin typeface="Comic Sans MS"/>
                <a:cs typeface="Comic Sans MS"/>
              </a:rPr>
              <a:t>Boite</a:t>
            </a:r>
            <a:r>
              <a:rPr sz="2600" b="1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600" b="1" spc="-15" dirty="0">
                <a:solidFill>
                  <a:srgbClr val="404040"/>
                </a:solidFill>
                <a:latin typeface="Comic Sans MS"/>
                <a:cs typeface="Comic Sans MS"/>
              </a:rPr>
              <a:t>Noire</a:t>
            </a:r>
            <a:endParaRPr sz="26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749" y="2165350"/>
            <a:ext cx="8035925" cy="0"/>
          </a:xfrm>
          <a:custGeom>
            <a:avLst/>
            <a:gdLst/>
            <a:ahLst/>
            <a:cxnLst/>
            <a:rect l="l" t="t" r="r" b="b"/>
            <a:pathLst>
              <a:path w="8035925">
                <a:moveTo>
                  <a:pt x="0" y="0"/>
                </a:moveTo>
                <a:lnTo>
                  <a:pt x="8035861" y="0"/>
                </a:lnTo>
              </a:path>
            </a:pathLst>
          </a:custGeom>
          <a:ln w="12700">
            <a:solidFill>
              <a:srgbClr val="D348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9942" y="1519983"/>
            <a:ext cx="739902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b="1" spc="-40" dirty="0">
                <a:solidFill>
                  <a:srgbClr val="9B2D1F"/>
                </a:solidFill>
                <a:latin typeface="Comic Sans MS"/>
                <a:cs typeface="Comic Sans MS"/>
              </a:rPr>
              <a:t>T</a:t>
            </a:r>
            <a:r>
              <a:rPr sz="3500" b="1" spc="45" dirty="0">
                <a:solidFill>
                  <a:srgbClr val="9B2D1F"/>
                </a:solidFill>
                <a:latin typeface="Comic Sans MS"/>
                <a:cs typeface="Comic Sans MS"/>
              </a:rPr>
              <a:t>e</a:t>
            </a:r>
            <a:r>
              <a:rPr sz="3500" b="1" spc="-5" dirty="0">
                <a:solidFill>
                  <a:srgbClr val="9B2D1F"/>
                </a:solidFill>
                <a:latin typeface="Comic Sans MS"/>
                <a:cs typeface="Comic Sans MS"/>
              </a:rPr>
              <a:t>s</a:t>
            </a:r>
            <a:r>
              <a:rPr sz="3500" b="1" spc="-55" dirty="0">
                <a:solidFill>
                  <a:srgbClr val="9B2D1F"/>
                </a:solidFill>
                <a:latin typeface="Comic Sans MS"/>
                <a:cs typeface="Comic Sans MS"/>
              </a:rPr>
              <a:t>t</a:t>
            </a:r>
            <a:r>
              <a:rPr sz="3500" b="1" dirty="0">
                <a:solidFill>
                  <a:srgbClr val="9B2D1F"/>
                </a:solidFill>
                <a:latin typeface="Comic Sans MS"/>
                <a:cs typeface="Comic Sans MS"/>
              </a:rPr>
              <a:t>s</a:t>
            </a:r>
            <a:r>
              <a:rPr sz="3500" b="1" spc="-32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3500" b="1" spc="-30" dirty="0">
                <a:solidFill>
                  <a:srgbClr val="9B2D1F"/>
                </a:solidFill>
                <a:latin typeface="Comic Sans MS"/>
                <a:cs typeface="Comic Sans MS"/>
              </a:rPr>
              <a:t>L</a:t>
            </a:r>
            <a:r>
              <a:rPr sz="3500" b="1" spc="-40" dirty="0">
                <a:solidFill>
                  <a:srgbClr val="9B2D1F"/>
                </a:solidFill>
                <a:latin typeface="Comic Sans MS"/>
                <a:cs typeface="Comic Sans MS"/>
              </a:rPr>
              <a:t>o</a:t>
            </a:r>
            <a:r>
              <a:rPr sz="3500" b="1" spc="40" dirty="0">
                <a:solidFill>
                  <a:srgbClr val="9B2D1F"/>
                </a:solidFill>
                <a:latin typeface="Comic Sans MS"/>
                <a:cs typeface="Comic Sans MS"/>
              </a:rPr>
              <a:t>g</a:t>
            </a:r>
            <a:r>
              <a:rPr sz="3500" b="1" spc="15" dirty="0">
                <a:solidFill>
                  <a:srgbClr val="9B2D1F"/>
                </a:solidFill>
                <a:latin typeface="Comic Sans MS"/>
                <a:cs typeface="Comic Sans MS"/>
              </a:rPr>
              <a:t>i</a:t>
            </a:r>
            <a:r>
              <a:rPr sz="3500" b="1" dirty="0">
                <a:solidFill>
                  <a:srgbClr val="9B2D1F"/>
                </a:solidFill>
                <a:latin typeface="Comic Sans MS"/>
                <a:cs typeface="Comic Sans MS"/>
              </a:rPr>
              <a:t>c</a:t>
            </a:r>
            <a:r>
              <a:rPr sz="3500" b="1" spc="-85" dirty="0">
                <a:solidFill>
                  <a:srgbClr val="9B2D1F"/>
                </a:solidFill>
                <a:latin typeface="Comic Sans MS"/>
                <a:cs typeface="Comic Sans MS"/>
              </a:rPr>
              <a:t>i</a:t>
            </a:r>
            <a:r>
              <a:rPr sz="3500" b="1" spc="-60" dirty="0">
                <a:solidFill>
                  <a:srgbClr val="9B2D1F"/>
                </a:solidFill>
                <a:latin typeface="Comic Sans MS"/>
                <a:cs typeface="Comic Sans MS"/>
              </a:rPr>
              <a:t>e</a:t>
            </a:r>
            <a:r>
              <a:rPr sz="3500" b="1" spc="-65" dirty="0">
                <a:solidFill>
                  <a:srgbClr val="9B2D1F"/>
                </a:solidFill>
                <a:latin typeface="Comic Sans MS"/>
                <a:cs typeface="Comic Sans MS"/>
              </a:rPr>
              <a:t>l</a:t>
            </a:r>
            <a:r>
              <a:rPr sz="3500" b="1" dirty="0">
                <a:solidFill>
                  <a:srgbClr val="9B2D1F"/>
                </a:solidFill>
                <a:latin typeface="Comic Sans MS"/>
                <a:cs typeface="Comic Sans MS"/>
              </a:rPr>
              <a:t>s</a:t>
            </a:r>
            <a:r>
              <a:rPr sz="3500" b="1" spc="-42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3500" b="1" dirty="0">
                <a:solidFill>
                  <a:srgbClr val="831A14"/>
                </a:solidFill>
                <a:latin typeface="Comic Sans MS"/>
                <a:cs typeface="Comic Sans MS"/>
              </a:rPr>
              <a:t>:</a:t>
            </a:r>
            <a:r>
              <a:rPr sz="3500" b="1" spc="-4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3500" b="1" spc="-40" dirty="0">
                <a:solidFill>
                  <a:srgbClr val="9B2D1F"/>
                </a:solidFill>
                <a:latin typeface="Comic Sans MS"/>
                <a:cs typeface="Comic Sans MS"/>
              </a:rPr>
              <a:t>T</a:t>
            </a:r>
            <a:r>
              <a:rPr sz="3500" b="1" spc="45" dirty="0">
                <a:solidFill>
                  <a:srgbClr val="9B2D1F"/>
                </a:solidFill>
                <a:latin typeface="Comic Sans MS"/>
                <a:cs typeface="Comic Sans MS"/>
              </a:rPr>
              <a:t>e</a:t>
            </a:r>
            <a:r>
              <a:rPr sz="3500" b="1" spc="-5" dirty="0">
                <a:solidFill>
                  <a:srgbClr val="9B2D1F"/>
                </a:solidFill>
                <a:latin typeface="Comic Sans MS"/>
                <a:cs typeface="Comic Sans MS"/>
              </a:rPr>
              <a:t>s</a:t>
            </a:r>
            <a:r>
              <a:rPr sz="3500" b="1" spc="-55" dirty="0">
                <a:solidFill>
                  <a:srgbClr val="9B2D1F"/>
                </a:solidFill>
                <a:latin typeface="Comic Sans MS"/>
                <a:cs typeface="Comic Sans MS"/>
              </a:rPr>
              <a:t>t</a:t>
            </a:r>
            <a:r>
              <a:rPr sz="3500" b="1" dirty="0">
                <a:solidFill>
                  <a:srgbClr val="9B2D1F"/>
                </a:solidFill>
                <a:latin typeface="Comic Sans MS"/>
                <a:cs typeface="Comic Sans MS"/>
              </a:rPr>
              <a:t>s</a:t>
            </a:r>
            <a:r>
              <a:rPr sz="3500" b="1" spc="-42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3500" b="1" spc="-10" dirty="0">
                <a:solidFill>
                  <a:srgbClr val="9B2D1F"/>
                </a:solidFill>
                <a:latin typeface="Comic Sans MS"/>
                <a:cs typeface="Comic Sans MS"/>
              </a:rPr>
              <a:t>B</a:t>
            </a:r>
            <a:r>
              <a:rPr sz="3500" b="1" spc="-45" dirty="0">
                <a:solidFill>
                  <a:srgbClr val="9B2D1F"/>
                </a:solidFill>
                <a:latin typeface="Comic Sans MS"/>
                <a:cs typeface="Comic Sans MS"/>
              </a:rPr>
              <a:t>o</a:t>
            </a:r>
            <a:r>
              <a:rPr sz="3500" b="1" spc="15" dirty="0">
                <a:solidFill>
                  <a:srgbClr val="9B2D1F"/>
                </a:solidFill>
                <a:latin typeface="Comic Sans MS"/>
                <a:cs typeface="Comic Sans MS"/>
              </a:rPr>
              <a:t>i</a:t>
            </a:r>
            <a:r>
              <a:rPr sz="3500" b="1" spc="-55" dirty="0">
                <a:solidFill>
                  <a:srgbClr val="9B2D1F"/>
                </a:solidFill>
                <a:latin typeface="Comic Sans MS"/>
                <a:cs typeface="Comic Sans MS"/>
              </a:rPr>
              <a:t>t</a:t>
            </a:r>
            <a:r>
              <a:rPr sz="3500" b="1" dirty="0">
                <a:solidFill>
                  <a:srgbClr val="9B2D1F"/>
                </a:solidFill>
                <a:latin typeface="Comic Sans MS"/>
                <a:cs typeface="Comic Sans MS"/>
              </a:rPr>
              <a:t>e</a:t>
            </a:r>
            <a:r>
              <a:rPr sz="3500" b="1" spc="-27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3500" b="1" spc="-50" dirty="0">
                <a:solidFill>
                  <a:srgbClr val="9B2D1F"/>
                </a:solidFill>
                <a:latin typeface="Comic Sans MS"/>
                <a:cs typeface="Comic Sans MS"/>
              </a:rPr>
              <a:t>N</a:t>
            </a:r>
            <a:r>
              <a:rPr sz="3500" b="1" spc="-45" dirty="0">
                <a:solidFill>
                  <a:srgbClr val="9B2D1F"/>
                </a:solidFill>
                <a:latin typeface="Comic Sans MS"/>
                <a:cs typeface="Comic Sans MS"/>
              </a:rPr>
              <a:t>o</a:t>
            </a:r>
            <a:r>
              <a:rPr sz="3500" b="1" spc="20" dirty="0">
                <a:solidFill>
                  <a:srgbClr val="9B2D1F"/>
                </a:solidFill>
                <a:latin typeface="Comic Sans MS"/>
                <a:cs typeface="Comic Sans MS"/>
              </a:rPr>
              <a:t>i</a:t>
            </a:r>
            <a:r>
              <a:rPr sz="3500" b="1" spc="15" dirty="0">
                <a:solidFill>
                  <a:srgbClr val="9B2D1F"/>
                </a:solidFill>
                <a:latin typeface="Comic Sans MS"/>
                <a:cs typeface="Comic Sans MS"/>
              </a:rPr>
              <a:t>r</a:t>
            </a:r>
            <a:r>
              <a:rPr sz="3500" b="1" dirty="0">
                <a:solidFill>
                  <a:srgbClr val="9B2D1F"/>
                </a:solidFill>
                <a:latin typeface="Comic Sans MS"/>
                <a:cs typeface="Comic Sans MS"/>
              </a:rPr>
              <a:t>e</a:t>
            </a:r>
            <a:endParaRPr sz="350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14500" y="2501900"/>
            <a:ext cx="6781800" cy="3708400"/>
            <a:chOff x="1714500" y="2501900"/>
            <a:chExt cx="6781800" cy="3708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4500" y="2501900"/>
              <a:ext cx="3390900" cy="2159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4600" y="4051300"/>
              <a:ext cx="3441698" cy="2159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37841" y="6329903"/>
            <a:ext cx="16002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4</a:t>
            </a:fld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96716" y="6375887"/>
            <a:ext cx="7747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0505" y="1373400"/>
            <a:ext cx="101219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0" dirty="0">
                <a:latin typeface="Palatino Linotype"/>
                <a:cs typeface="Palatino Linotype"/>
              </a:rPr>
              <a:t>P</a:t>
            </a:r>
            <a:r>
              <a:rPr spc="-35" dirty="0">
                <a:latin typeface="Palatino Linotype"/>
                <a:cs typeface="Palatino Linotype"/>
              </a:rPr>
              <a:t>l</a:t>
            </a:r>
            <a:r>
              <a:rPr spc="45" dirty="0">
                <a:latin typeface="Palatino Linotype"/>
                <a:cs typeface="Palatino Linotype"/>
              </a:rPr>
              <a:t>a</a:t>
            </a:r>
            <a:r>
              <a:rPr dirty="0">
                <a:latin typeface="Palatino Linotype"/>
                <a:cs typeface="Palatino Linotype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7841" y="6329903"/>
            <a:ext cx="160020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5</a:t>
            </a:fld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96716" y="6375887"/>
            <a:ext cx="7747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8711" y="2620976"/>
            <a:ext cx="6678295" cy="3241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2575" indent="-270510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SzPct val="96296"/>
              <a:buFont typeface="Wingdings"/>
              <a:buChar char=""/>
              <a:tabLst>
                <a:tab pos="283210" algn="l"/>
              </a:tabLst>
            </a:pPr>
            <a:r>
              <a:rPr sz="2700" spc="5" dirty="0">
                <a:latin typeface="Comic Sans MS"/>
                <a:cs typeface="Comic Sans MS"/>
              </a:rPr>
              <a:t>Introduction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D34817"/>
              </a:buClr>
              <a:buFont typeface="Wingdings"/>
              <a:buChar char=""/>
            </a:pPr>
            <a:endParaRPr sz="2950">
              <a:latin typeface="Comic Sans MS"/>
              <a:cs typeface="Comic Sans MS"/>
            </a:endParaRPr>
          </a:p>
          <a:p>
            <a:pPr marL="282575" indent="-270510">
              <a:lnSpc>
                <a:spcPct val="100000"/>
              </a:lnSpc>
              <a:buClr>
                <a:srgbClr val="D34817"/>
              </a:buClr>
              <a:buSzPct val="96296"/>
              <a:buFont typeface="Wingdings"/>
              <a:buChar char=""/>
              <a:tabLst>
                <a:tab pos="283210" algn="l"/>
              </a:tabLst>
            </a:pPr>
            <a:r>
              <a:rPr sz="2700" spc="-10" dirty="0">
                <a:latin typeface="Comic Sans MS"/>
                <a:cs typeface="Comic Sans MS"/>
              </a:rPr>
              <a:t>P</a:t>
            </a:r>
            <a:r>
              <a:rPr sz="2700" spc="15" dirty="0">
                <a:latin typeface="Comic Sans MS"/>
                <a:cs typeface="Comic Sans MS"/>
              </a:rPr>
              <a:t>a</a:t>
            </a:r>
            <a:r>
              <a:rPr sz="2700" dirty="0">
                <a:latin typeface="Comic Sans MS"/>
                <a:cs typeface="Comic Sans MS"/>
              </a:rPr>
              <a:t>r</a:t>
            </a:r>
            <a:r>
              <a:rPr sz="2700" spc="25" dirty="0">
                <a:latin typeface="Comic Sans MS"/>
                <a:cs typeface="Comic Sans MS"/>
              </a:rPr>
              <a:t>t</a:t>
            </a:r>
            <a:r>
              <a:rPr sz="2700" spc="40" dirty="0">
                <a:latin typeface="Comic Sans MS"/>
                <a:cs typeface="Comic Sans MS"/>
              </a:rPr>
              <a:t>i</a:t>
            </a:r>
            <a:r>
              <a:rPr sz="2700" spc="25" dirty="0">
                <a:latin typeface="Comic Sans MS"/>
                <a:cs typeface="Comic Sans MS"/>
              </a:rPr>
              <a:t>t</a:t>
            </a:r>
            <a:r>
              <a:rPr sz="2700" spc="40" dirty="0">
                <a:latin typeface="Comic Sans MS"/>
                <a:cs typeface="Comic Sans MS"/>
              </a:rPr>
              <a:t>i</a:t>
            </a:r>
            <a:r>
              <a:rPr sz="2700" spc="-20" dirty="0">
                <a:latin typeface="Comic Sans MS"/>
                <a:cs typeface="Comic Sans MS"/>
              </a:rPr>
              <a:t>o</a:t>
            </a:r>
            <a:r>
              <a:rPr sz="2700" spc="-15" dirty="0">
                <a:latin typeface="Comic Sans MS"/>
                <a:cs typeface="Comic Sans MS"/>
              </a:rPr>
              <a:t>nn</a:t>
            </a:r>
            <a:r>
              <a:rPr sz="2700" spc="-80" dirty="0">
                <a:latin typeface="Comic Sans MS"/>
                <a:cs typeface="Comic Sans MS"/>
              </a:rPr>
              <a:t>e</a:t>
            </a:r>
            <a:r>
              <a:rPr sz="2700" dirty="0">
                <a:latin typeface="Comic Sans MS"/>
                <a:cs typeface="Comic Sans MS"/>
              </a:rPr>
              <a:t>m</a:t>
            </a:r>
            <a:r>
              <a:rPr sz="2700" spc="20" dirty="0">
                <a:latin typeface="Comic Sans MS"/>
                <a:cs typeface="Comic Sans MS"/>
              </a:rPr>
              <a:t>e</a:t>
            </a:r>
            <a:r>
              <a:rPr sz="2700" spc="-15" dirty="0">
                <a:latin typeface="Comic Sans MS"/>
                <a:cs typeface="Comic Sans MS"/>
              </a:rPr>
              <a:t>n</a:t>
            </a:r>
            <a:r>
              <a:rPr sz="2700" dirty="0">
                <a:latin typeface="Comic Sans MS"/>
                <a:cs typeface="Comic Sans MS"/>
              </a:rPr>
              <a:t>t</a:t>
            </a:r>
            <a:r>
              <a:rPr sz="2700" spc="-380" dirty="0">
                <a:latin typeface="Comic Sans MS"/>
                <a:cs typeface="Comic Sans MS"/>
              </a:rPr>
              <a:t> </a:t>
            </a:r>
            <a:r>
              <a:rPr sz="2700" spc="20" dirty="0">
                <a:latin typeface="Comic Sans MS"/>
                <a:cs typeface="Comic Sans MS"/>
              </a:rPr>
              <a:t>e</a:t>
            </a:r>
            <a:r>
              <a:rPr sz="2700" dirty="0">
                <a:latin typeface="Comic Sans MS"/>
                <a:cs typeface="Comic Sans MS"/>
              </a:rPr>
              <a:t>n</a:t>
            </a:r>
            <a:r>
              <a:rPr sz="2700" spc="-120" dirty="0">
                <a:latin typeface="Comic Sans MS"/>
                <a:cs typeface="Comic Sans MS"/>
              </a:rPr>
              <a:t> </a:t>
            </a:r>
            <a:r>
              <a:rPr sz="2700" spc="10" dirty="0">
                <a:latin typeface="Comic Sans MS"/>
                <a:cs typeface="Comic Sans MS"/>
              </a:rPr>
              <a:t>c</a:t>
            </a:r>
            <a:r>
              <a:rPr sz="2700" spc="-40" dirty="0">
                <a:latin typeface="Comic Sans MS"/>
                <a:cs typeface="Comic Sans MS"/>
              </a:rPr>
              <a:t>l</a:t>
            </a:r>
            <a:r>
              <a:rPr sz="2700" spc="15" dirty="0">
                <a:latin typeface="Comic Sans MS"/>
                <a:cs typeface="Comic Sans MS"/>
              </a:rPr>
              <a:t>a</a:t>
            </a:r>
            <a:r>
              <a:rPr sz="2700" spc="-15" dirty="0">
                <a:latin typeface="Comic Sans MS"/>
                <a:cs typeface="Comic Sans MS"/>
              </a:rPr>
              <a:t>ss</a:t>
            </a:r>
            <a:r>
              <a:rPr sz="2700" spc="20" dirty="0">
                <a:latin typeface="Comic Sans MS"/>
                <a:cs typeface="Comic Sans MS"/>
              </a:rPr>
              <a:t>e</a:t>
            </a:r>
            <a:r>
              <a:rPr sz="2700" dirty="0">
                <a:latin typeface="Comic Sans MS"/>
                <a:cs typeface="Comic Sans MS"/>
              </a:rPr>
              <a:t>s</a:t>
            </a:r>
            <a:r>
              <a:rPr sz="2700" spc="-25" dirty="0">
                <a:latin typeface="Comic Sans MS"/>
                <a:cs typeface="Comic Sans MS"/>
              </a:rPr>
              <a:t> </a:t>
            </a:r>
            <a:r>
              <a:rPr sz="2700" spc="10" dirty="0">
                <a:latin typeface="Comic Sans MS"/>
                <a:cs typeface="Comic Sans MS"/>
              </a:rPr>
              <a:t>d’</a:t>
            </a:r>
            <a:r>
              <a:rPr sz="2700" spc="20" dirty="0">
                <a:latin typeface="Comic Sans MS"/>
                <a:cs typeface="Comic Sans MS"/>
              </a:rPr>
              <a:t>é</a:t>
            </a:r>
            <a:r>
              <a:rPr sz="2700" spc="-5" dirty="0">
                <a:latin typeface="Comic Sans MS"/>
                <a:cs typeface="Comic Sans MS"/>
              </a:rPr>
              <a:t>qu</a:t>
            </a:r>
            <a:r>
              <a:rPr sz="2700" spc="40" dirty="0">
                <a:latin typeface="Comic Sans MS"/>
                <a:cs typeface="Comic Sans MS"/>
              </a:rPr>
              <a:t>i</a:t>
            </a:r>
            <a:r>
              <a:rPr sz="2700" spc="-15" dirty="0">
                <a:latin typeface="Comic Sans MS"/>
                <a:cs typeface="Comic Sans MS"/>
              </a:rPr>
              <a:t>v</a:t>
            </a:r>
            <a:r>
              <a:rPr sz="2700" spc="15" dirty="0">
                <a:latin typeface="Comic Sans MS"/>
                <a:cs typeface="Comic Sans MS"/>
              </a:rPr>
              <a:t>a</a:t>
            </a:r>
            <a:r>
              <a:rPr sz="2700" spc="-40" dirty="0">
                <a:latin typeface="Comic Sans MS"/>
                <a:cs typeface="Comic Sans MS"/>
              </a:rPr>
              <a:t>l</a:t>
            </a:r>
            <a:r>
              <a:rPr sz="2700" spc="20" dirty="0">
                <a:latin typeface="Comic Sans MS"/>
                <a:cs typeface="Comic Sans MS"/>
              </a:rPr>
              <a:t>e</a:t>
            </a:r>
            <a:r>
              <a:rPr sz="2700" spc="-15" dirty="0">
                <a:latin typeface="Comic Sans MS"/>
                <a:cs typeface="Comic Sans MS"/>
              </a:rPr>
              <a:t>n</a:t>
            </a:r>
            <a:r>
              <a:rPr sz="2700" spc="10" dirty="0">
                <a:latin typeface="Comic Sans MS"/>
                <a:cs typeface="Comic Sans MS"/>
              </a:rPr>
              <a:t>c</a:t>
            </a:r>
            <a:r>
              <a:rPr sz="2700" dirty="0">
                <a:latin typeface="Comic Sans MS"/>
                <a:cs typeface="Comic Sans MS"/>
              </a:rPr>
              <a:t>e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D34817"/>
              </a:buClr>
              <a:buFont typeface="Wingdings"/>
              <a:buChar char=""/>
            </a:pPr>
            <a:endParaRPr sz="2900">
              <a:latin typeface="Comic Sans MS"/>
              <a:cs typeface="Comic Sans MS"/>
            </a:endParaRPr>
          </a:p>
          <a:p>
            <a:pPr marL="282575" indent="-270510">
              <a:lnSpc>
                <a:spcPct val="100000"/>
              </a:lnSpc>
              <a:buClr>
                <a:srgbClr val="D34817"/>
              </a:buClr>
              <a:buSzPct val="96296"/>
              <a:buFont typeface="Wingdings"/>
              <a:buChar char=""/>
              <a:tabLst>
                <a:tab pos="283210" algn="l"/>
              </a:tabLst>
            </a:pPr>
            <a:r>
              <a:rPr sz="2700" spc="-5" dirty="0">
                <a:latin typeface="Comic Sans MS"/>
                <a:cs typeface="Comic Sans MS"/>
              </a:rPr>
              <a:t>Analyse</a:t>
            </a:r>
            <a:r>
              <a:rPr sz="2700" spc="-105" dirty="0">
                <a:latin typeface="Comic Sans MS"/>
                <a:cs typeface="Comic Sans MS"/>
              </a:rPr>
              <a:t> </a:t>
            </a:r>
            <a:r>
              <a:rPr sz="2700" spc="5" dirty="0">
                <a:latin typeface="Comic Sans MS"/>
                <a:cs typeface="Comic Sans MS"/>
              </a:rPr>
              <a:t>de</a:t>
            </a:r>
            <a:r>
              <a:rPr sz="2700" spc="-100" dirty="0">
                <a:latin typeface="Comic Sans MS"/>
                <a:cs typeface="Comic Sans MS"/>
              </a:rPr>
              <a:t> </a:t>
            </a:r>
            <a:r>
              <a:rPr sz="2700" spc="-20" dirty="0">
                <a:latin typeface="Comic Sans MS"/>
                <a:cs typeface="Comic Sans MS"/>
              </a:rPr>
              <a:t>la</a:t>
            </a:r>
            <a:r>
              <a:rPr sz="2700" spc="-110" dirty="0">
                <a:latin typeface="Comic Sans MS"/>
                <a:cs typeface="Comic Sans MS"/>
              </a:rPr>
              <a:t> </a:t>
            </a:r>
            <a:r>
              <a:rPr sz="2700" spc="-5" dirty="0">
                <a:latin typeface="Comic Sans MS"/>
                <a:cs typeface="Comic Sans MS"/>
              </a:rPr>
              <a:t>valeur</a:t>
            </a:r>
            <a:r>
              <a:rPr sz="2700" spc="-120" dirty="0">
                <a:latin typeface="Comic Sans MS"/>
                <a:cs typeface="Comic Sans MS"/>
              </a:rPr>
              <a:t> </a:t>
            </a:r>
            <a:r>
              <a:rPr sz="2700" spc="10" dirty="0">
                <a:latin typeface="Comic Sans MS"/>
                <a:cs typeface="Comic Sans MS"/>
              </a:rPr>
              <a:t>limite</a:t>
            </a:r>
            <a:endParaRPr sz="2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D34817"/>
              </a:buClr>
              <a:buFont typeface="Wingdings"/>
              <a:buChar char=""/>
            </a:pPr>
            <a:endParaRPr sz="2950">
              <a:latin typeface="Comic Sans MS"/>
              <a:cs typeface="Comic Sans MS"/>
            </a:endParaRPr>
          </a:p>
          <a:p>
            <a:pPr marL="282575" indent="-270510">
              <a:lnSpc>
                <a:spcPct val="100000"/>
              </a:lnSpc>
              <a:buClr>
                <a:srgbClr val="D34817"/>
              </a:buClr>
              <a:buSzPct val="96296"/>
              <a:buFont typeface="Wingdings"/>
              <a:buChar char=""/>
              <a:tabLst>
                <a:tab pos="283210" algn="l"/>
              </a:tabLst>
            </a:pPr>
            <a:r>
              <a:rPr sz="2700" spc="25" dirty="0">
                <a:latin typeface="Comic Sans MS"/>
                <a:cs typeface="Comic Sans MS"/>
              </a:rPr>
              <a:t>A</a:t>
            </a:r>
            <a:r>
              <a:rPr sz="2700" spc="-5" dirty="0">
                <a:latin typeface="Comic Sans MS"/>
                <a:cs typeface="Comic Sans MS"/>
              </a:rPr>
              <a:t>u</a:t>
            </a:r>
            <a:r>
              <a:rPr sz="2700" spc="25" dirty="0">
                <a:latin typeface="Comic Sans MS"/>
                <a:cs typeface="Comic Sans MS"/>
              </a:rPr>
              <a:t>t</a:t>
            </a:r>
            <a:r>
              <a:rPr sz="2700" dirty="0">
                <a:latin typeface="Comic Sans MS"/>
                <a:cs typeface="Comic Sans MS"/>
              </a:rPr>
              <a:t>r</a:t>
            </a:r>
            <a:r>
              <a:rPr sz="2700" spc="20" dirty="0">
                <a:latin typeface="Comic Sans MS"/>
                <a:cs typeface="Comic Sans MS"/>
              </a:rPr>
              <a:t>e</a:t>
            </a:r>
            <a:r>
              <a:rPr sz="2700" dirty="0">
                <a:latin typeface="Comic Sans MS"/>
                <a:cs typeface="Comic Sans MS"/>
              </a:rPr>
              <a:t>s</a:t>
            </a:r>
            <a:r>
              <a:rPr sz="2700" spc="-225" dirty="0">
                <a:latin typeface="Comic Sans MS"/>
                <a:cs typeface="Comic Sans MS"/>
              </a:rPr>
              <a:t> </a:t>
            </a:r>
            <a:r>
              <a:rPr sz="2700" spc="-40" dirty="0">
                <a:latin typeface="Comic Sans MS"/>
                <a:cs typeface="Comic Sans MS"/>
              </a:rPr>
              <a:t>T</a:t>
            </a:r>
            <a:r>
              <a:rPr sz="2700" spc="20" dirty="0">
                <a:latin typeface="Comic Sans MS"/>
                <a:cs typeface="Comic Sans MS"/>
              </a:rPr>
              <a:t>e</a:t>
            </a:r>
            <a:r>
              <a:rPr sz="2700" spc="-15" dirty="0">
                <a:latin typeface="Comic Sans MS"/>
                <a:cs typeface="Comic Sans MS"/>
              </a:rPr>
              <a:t>s</a:t>
            </a:r>
            <a:r>
              <a:rPr sz="2700" spc="25" dirty="0">
                <a:latin typeface="Comic Sans MS"/>
                <a:cs typeface="Comic Sans MS"/>
              </a:rPr>
              <a:t>t</a:t>
            </a:r>
            <a:r>
              <a:rPr sz="2700" dirty="0">
                <a:latin typeface="Comic Sans MS"/>
                <a:cs typeface="Comic Sans MS"/>
              </a:rPr>
              <a:t>s</a:t>
            </a:r>
            <a:endParaRPr sz="27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3851" y="2332830"/>
            <a:ext cx="5601335" cy="151765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800100" marR="5080" indent="-787400">
              <a:lnSpc>
                <a:spcPts val="5400"/>
              </a:lnSpc>
              <a:spcBef>
                <a:spcPts val="1075"/>
              </a:spcBef>
            </a:pPr>
            <a:r>
              <a:rPr sz="5300" dirty="0">
                <a:solidFill>
                  <a:srgbClr val="262626"/>
                </a:solidFill>
              </a:rPr>
              <a:t>Tests</a:t>
            </a:r>
            <a:r>
              <a:rPr sz="5300" spc="-210" dirty="0">
                <a:solidFill>
                  <a:srgbClr val="262626"/>
                </a:solidFill>
              </a:rPr>
              <a:t> </a:t>
            </a:r>
            <a:r>
              <a:rPr sz="5300" spc="-5" dirty="0">
                <a:solidFill>
                  <a:srgbClr val="262626"/>
                </a:solidFill>
              </a:rPr>
              <a:t>Boite</a:t>
            </a:r>
            <a:r>
              <a:rPr sz="5300" spc="-229" dirty="0">
                <a:solidFill>
                  <a:srgbClr val="262626"/>
                </a:solidFill>
              </a:rPr>
              <a:t> </a:t>
            </a:r>
            <a:r>
              <a:rPr sz="5300" spc="-10" dirty="0">
                <a:solidFill>
                  <a:srgbClr val="262626"/>
                </a:solidFill>
              </a:rPr>
              <a:t>Noire </a:t>
            </a:r>
            <a:r>
              <a:rPr sz="5300" spc="-1570" dirty="0">
                <a:solidFill>
                  <a:srgbClr val="262626"/>
                </a:solidFill>
              </a:rPr>
              <a:t> </a:t>
            </a:r>
            <a:r>
              <a:rPr sz="5300" spc="-10" dirty="0">
                <a:solidFill>
                  <a:srgbClr val="262626"/>
                </a:solidFill>
              </a:rPr>
              <a:t>Introduction</a:t>
            </a:r>
            <a:endParaRPr sz="5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6230" y="1404066"/>
            <a:ext cx="376809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0" dirty="0">
                <a:solidFill>
                  <a:srgbClr val="9B2D1F"/>
                </a:solidFill>
                <a:latin typeface="Palatino Linotype"/>
                <a:cs typeface="Palatino Linotype"/>
              </a:rPr>
              <a:t>P</a:t>
            </a:r>
            <a:r>
              <a:rPr spc="-45" dirty="0">
                <a:solidFill>
                  <a:srgbClr val="9B2D1F"/>
                </a:solidFill>
                <a:latin typeface="Palatino Linotype"/>
                <a:cs typeface="Palatino Linotype"/>
              </a:rPr>
              <a:t>r</a:t>
            </a:r>
            <a:r>
              <a:rPr spc="-35" dirty="0">
                <a:solidFill>
                  <a:srgbClr val="9B2D1F"/>
                </a:solidFill>
                <a:latin typeface="Palatino Linotype"/>
                <a:cs typeface="Palatino Linotype"/>
              </a:rPr>
              <a:t>i</a:t>
            </a:r>
            <a:r>
              <a:rPr spc="25" dirty="0">
                <a:solidFill>
                  <a:srgbClr val="9B2D1F"/>
                </a:solidFill>
                <a:latin typeface="Palatino Linotype"/>
                <a:cs typeface="Palatino Linotype"/>
              </a:rPr>
              <a:t>n</a:t>
            </a:r>
            <a:r>
              <a:rPr spc="-35" dirty="0">
                <a:solidFill>
                  <a:srgbClr val="9B2D1F"/>
                </a:solidFill>
                <a:latin typeface="Palatino Linotype"/>
                <a:cs typeface="Palatino Linotype"/>
              </a:rPr>
              <a:t>ci</a:t>
            </a:r>
            <a:r>
              <a:rPr spc="-50" dirty="0">
                <a:solidFill>
                  <a:srgbClr val="9B2D1F"/>
                </a:solidFill>
                <a:latin typeface="Palatino Linotype"/>
                <a:cs typeface="Palatino Linotype"/>
              </a:rPr>
              <a:t>p</a:t>
            </a:r>
            <a:r>
              <a:rPr spc="-70" dirty="0">
                <a:solidFill>
                  <a:srgbClr val="9B2D1F"/>
                </a:solidFill>
                <a:latin typeface="Palatino Linotype"/>
                <a:cs typeface="Palatino Linotype"/>
              </a:rPr>
              <a:t>e</a:t>
            </a:r>
            <a:r>
              <a:rPr dirty="0">
                <a:solidFill>
                  <a:srgbClr val="9B2D1F"/>
                </a:solidFill>
                <a:latin typeface="Palatino Linotype"/>
                <a:cs typeface="Palatino Linotype"/>
              </a:rPr>
              <a:t>s</a:t>
            </a:r>
            <a:r>
              <a:rPr spc="-325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pc="15" dirty="0">
                <a:solidFill>
                  <a:srgbClr val="9B2D1F"/>
                </a:solidFill>
                <a:latin typeface="Palatino Linotype"/>
                <a:cs typeface="Palatino Linotype"/>
              </a:rPr>
              <a:t>d</a:t>
            </a:r>
            <a:r>
              <a:rPr dirty="0">
                <a:solidFill>
                  <a:srgbClr val="9B2D1F"/>
                </a:solidFill>
                <a:latin typeface="Palatino Linotype"/>
                <a:cs typeface="Palatino Linotype"/>
              </a:rPr>
              <a:t>e</a:t>
            </a:r>
            <a:r>
              <a:rPr spc="-245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pc="15" dirty="0">
                <a:solidFill>
                  <a:srgbClr val="9B2D1F"/>
                </a:solidFill>
                <a:latin typeface="Palatino Linotype"/>
                <a:cs typeface="Palatino Linotype"/>
              </a:rPr>
              <a:t>B</a:t>
            </a:r>
            <a:r>
              <a:rPr spc="45" dirty="0">
                <a:solidFill>
                  <a:srgbClr val="9B2D1F"/>
                </a:solidFill>
                <a:latin typeface="Palatino Linotype"/>
                <a:cs typeface="Palatino Linotype"/>
              </a:rPr>
              <a:t>as</a:t>
            </a:r>
            <a:r>
              <a:rPr dirty="0">
                <a:solidFill>
                  <a:srgbClr val="9B2D1F"/>
                </a:solidFill>
                <a:latin typeface="Palatino Linotype"/>
                <a:cs typeface="Palatino Linotype"/>
              </a:rPr>
              <a:t>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0242" y="2141173"/>
            <a:ext cx="7812405" cy="2845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3384" indent="12700">
              <a:lnSpc>
                <a:spcPct val="112200"/>
              </a:lnSpc>
              <a:spcBef>
                <a:spcPts val="100"/>
              </a:spcBef>
            </a:pP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Basés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définition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qu’est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spécification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d’un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240665" marR="153670" indent="-139700">
              <a:lnSpc>
                <a:spcPct val="116100"/>
              </a:lnSpc>
              <a:spcBef>
                <a:spcPts val="137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  <a:tab pos="2640965" algn="l"/>
              </a:tabLst>
            </a:pP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On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considère</a:t>
            </a:r>
            <a:r>
              <a:rPr sz="1900" spc="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logiciel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comme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boite</a:t>
            </a:r>
            <a:r>
              <a:rPr sz="1900" spc="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noire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point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vue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ses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entrées/sorties;	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structure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interne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(i.e.,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l’implémentation)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n’est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prise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compte</a:t>
            </a:r>
            <a:endParaRPr sz="1900">
              <a:latin typeface="Comic Sans MS"/>
              <a:cs typeface="Comic Sans MS"/>
            </a:endParaRPr>
          </a:p>
          <a:p>
            <a:pPr marL="240665" marR="5080" indent="-139700">
              <a:lnSpc>
                <a:spcPct val="113900"/>
              </a:lnSpc>
              <a:spcBef>
                <a:spcPts val="150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conçus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partir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d'une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spécification</a:t>
            </a:r>
            <a:r>
              <a:rPr sz="1900" spc="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(i.e.,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sans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tenir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compte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même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si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celui-ci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disponible)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7846" y="2103106"/>
            <a:ext cx="7847330" cy="209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48400"/>
              </a:lnSpc>
              <a:spcBef>
                <a:spcPts val="100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  particulièrement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important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influe sur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facilité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  <a:tabLst>
                <a:tab pos="4582795" algn="l"/>
              </a:tabLst>
            </a:pPr>
            <a:r>
              <a:rPr sz="2300" dirty="0">
                <a:solidFill>
                  <a:srgbClr val="404040"/>
                </a:solidFill>
                <a:latin typeface="Wingdings"/>
                <a:cs typeface="Wingdings"/>
              </a:rPr>
              <a:t></a:t>
            </a:r>
            <a:r>
              <a:rPr sz="230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	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36230" y="1404066"/>
            <a:ext cx="376809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0" dirty="0">
                <a:solidFill>
                  <a:srgbClr val="9B2D1F"/>
                </a:solidFill>
                <a:latin typeface="Palatino Linotype"/>
                <a:cs typeface="Palatino Linotype"/>
              </a:rPr>
              <a:t>P</a:t>
            </a:r>
            <a:r>
              <a:rPr spc="-45" dirty="0">
                <a:solidFill>
                  <a:srgbClr val="9B2D1F"/>
                </a:solidFill>
                <a:latin typeface="Palatino Linotype"/>
                <a:cs typeface="Palatino Linotype"/>
              </a:rPr>
              <a:t>r</a:t>
            </a:r>
            <a:r>
              <a:rPr spc="-35" dirty="0">
                <a:solidFill>
                  <a:srgbClr val="9B2D1F"/>
                </a:solidFill>
                <a:latin typeface="Palatino Linotype"/>
                <a:cs typeface="Palatino Linotype"/>
              </a:rPr>
              <a:t>i</a:t>
            </a:r>
            <a:r>
              <a:rPr spc="25" dirty="0">
                <a:solidFill>
                  <a:srgbClr val="9B2D1F"/>
                </a:solidFill>
                <a:latin typeface="Palatino Linotype"/>
                <a:cs typeface="Palatino Linotype"/>
              </a:rPr>
              <a:t>n</a:t>
            </a:r>
            <a:r>
              <a:rPr spc="-35" dirty="0">
                <a:solidFill>
                  <a:srgbClr val="9B2D1F"/>
                </a:solidFill>
                <a:latin typeface="Palatino Linotype"/>
                <a:cs typeface="Palatino Linotype"/>
              </a:rPr>
              <a:t>ci</a:t>
            </a:r>
            <a:r>
              <a:rPr spc="-50" dirty="0">
                <a:solidFill>
                  <a:srgbClr val="9B2D1F"/>
                </a:solidFill>
                <a:latin typeface="Palatino Linotype"/>
                <a:cs typeface="Palatino Linotype"/>
              </a:rPr>
              <a:t>p</a:t>
            </a:r>
            <a:r>
              <a:rPr spc="-70" dirty="0">
                <a:solidFill>
                  <a:srgbClr val="9B2D1F"/>
                </a:solidFill>
                <a:latin typeface="Palatino Linotype"/>
                <a:cs typeface="Palatino Linotype"/>
              </a:rPr>
              <a:t>e</a:t>
            </a:r>
            <a:r>
              <a:rPr dirty="0">
                <a:solidFill>
                  <a:srgbClr val="9B2D1F"/>
                </a:solidFill>
                <a:latin typeface="Palatino Linotype"/>
                <a:cs typeface="Palatino Linotype"/>
              </a:rPr>
              <a:t>s</a:t>
            </a:r>
            <a:r>
              <a:rPr spc="-325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pc="15" dirty="0">
                <a:solidFill>
                  <a:srgbClr val="9B2D1F"/>
                </a:solidFill>
                <a:latin typeface="Palatino Linotype"/>
                <a:cs typeface="Palatino Linotype"/>
              </a:rPr>
              <a:t>d</a:t>
            </a:r>
            <a:r>
              <a:rPr dirty="0">
                <a:solidFill>
                  <a:srgbClr val="9B2D1F"/>
                </a:solidFill>
                <a:latin typeface="Palatino Linotype"/>
                <a:cs typeface="Palatino Linotype"/>
              </a:rPr>
              <a:t>e</a:t>
            </a:r>
            <a:r>
              <a:rPr spc="-245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pc="15" dirty="0">
                <a:solidFill>
                  <a:srgbClr val="9B2D1F"/>
                </a:solidFill>
                <a:latin typeface="Palatino Linotype"/>
                <a:cs typeface="Palatino Linotype"/>
              </a:rPr>
              <a:t>B</a:t>
            </a:r>
            <a:r>
              <a:rPr spc="45" dirty="0">
                <a:solidFill>
                  <a:srgbClr val="9B2D1F"/>
                </a:solidFill>
                <a:latin typeface="Palatino Linotype"/>
                <a:cs typeface="Palatino Linotype"/>
              </a:rPr>
              <a:t>as</a:t>
            </a:r>
            <a:r>
              <a:rPr dirty="0">
                <a:solidFill>
                  <a:srgbClr val="9B2D1F"/>
                </a:solidFill>
                <a:latin typeface="Palatino Linotype"/>
                <a:cs typeface="Palatino Linotype"/>
              </a:rPr>
              <a:t>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1579" y="2282062"/>
            <a:ext cx="7503159" cy="180593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ct val="97600"/>
              </a:lnSpc>
              <a:spcBef>
                <a:spcPts val="185"/>
              </a:spcBef>
            </a:pPr>
            <a:r>
              <a:rPr sz="2350" b="1" i="1" u="sng" spc="-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50" b="1" i="1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x</a:t>
            </a:r>
            <a:r>
              <a:rPr sz="2350" b="1" i="1" u="sng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50" b="1" i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50" b="1" i="1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350" b="1" i="1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350" b="1" i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50" b="1" i="1" u="sng" spc="-204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50" b="1" i="1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2350" b="1" i="1" spc="-4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 m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cc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'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 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00  inclusivement.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50">
              <a:latin typeface="Comic Sans MS"/>
              <a:cs typeface="Comic Sans MS"/>
            </a:endParaRPr>
          </a:p>
          <a:p>
            <a:pPr marL="735965">
              <a:lnSpc>
                <a:spcPct val="100000"/>
              </a:lnSpc>
            </a:pPr>
            <a:r>
              <a:rPr sz="2300" spc="-5" dirty="0">
                <a:solidFill>
                  <a:srgbClr val="FF0000"/>
                </a:solidFill>
                <a:latin typeface="Comic Sans MS"/>
                <a:cs typeface="Comic Sans MS"/>
              </a:rPr>
              <a:t>Quelles</a:t>
            </a:r>
            <a:r>
              <a:rPr sz="2300" spc="-2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FF0000"/>
                </a:solidFill>
                <a:latin typeface="Comic Sans MS"/>
                <a:cs typeface="Comic Sans MS"/>
              </a:rPr>
              <a:t>valeurs</a:t>
            </a:r>
            <a:r>
              <a:rPr sz="2300" spc="-1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FF0000"/>
                </a:solidFill>
                <a:latin typeface="Comic Sans MS"/>
                <a:cs typeface="Comic Sans MS"/>
              </a:rPr>
              <a:t>choisir</a:t>
            </a:r>
            <a:r>
              <a:rPr sz="2300" spc="-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Comic Sans MS"/>
                <a:cs typeface="Comic Sans MS"/>
              </a:rPr>
              <a:t>pour</a:t>
            </a:r>
            <a:r>
              <a:rPr sz="2300" spc="1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Comic Sans MS"/>
                <a:cs typeface="Comic Sans MS"/>
              </a:rPr>
              <a:t>le</a:t>
            </a:r>
            <a:r>
              <a:rPr sz="2300" spc="-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FF0000"/>
                </a:solidFill>
                <a:latin typeface="Comic Sans MS"/>
                <a:cs typeface="Comic Sans MS"/>
              </a:rPr>
              <a:t>test</a:t>
            </a:r>
            <a:r>
              <a:rPr sz="2300" spc="-1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FF0000"/>
                </a:solidFill>
                <a:latin typeface="Comic Sans MS"/>
                <a:cs typeface="Comic Sans MS"/>
              </a:rPr>
              <a:t>de</a:t>
            </a:r>
            <a:r>
              <a:rPr sz="2300" spc="-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FF0000"/>
                </a:solidFill>
                <a:latin typeface="Comic Sans MS"/>
                <a:cs typeface="Comic Sans MS"/>
              </a:rPr>
              <a:t>ce</a:t>
            </a:r>
            <a:r>
              <a:rPr sz="2300" spc="-1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FF0000"/>
                </a:solidFill>
                <a:latin typeface="Comic Sans MS"/>
                <a:cs typeface="Comic Sans MS"/>
              </a:rPr>
              <a:t>module?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4400" y="1448967"/>
            <a:ext cx="4669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9B2D1F"/>
                </a:solidFill>
                <a:latin typeface="Palatino Linotype"/>
                <a:cs typeface="Palatino Linotype"/>
              </a:rPr>
              <a:t>Tests</a:t>
            </a:r>
            <a:r>
              <a:rPr sz="3200" spc="25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z="3200" spc="-15" dirty="0">
                <a:solidFill>
                  <a:srgbClr val="9B2D1F"/>
                </a:solidFill>
                <a:latin typeface="Palatino Linotype"/>
                <a:cs typeface="Palatino Linotype"/>
              </a:rPr>
              <a:t>Intuitifs</a:t>
            </a:r>
            <a:r>
              <a:rPr sz="3200" spc="130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z="3200" spc="-10" dirty="0">
                <a:solidFill>
                  <a:srgbClr val="9B2D1F"/>
                </a:solidFill>
                <a:latin typeface="Palatino Linotype"/>
                <a:cs typeface="Palatino Linotype"/>
              </a:rPr>
              <a:t>(ou</a:t>
            </a:r>
            <a:r>
              <a:rPr sz="3200" spc="60" dirty="0">
                <a:solidFill>
                  <a:srgbClr val="9B2D1F"/>
                </a:solidFill>
                <a:latin typeface="Palatino Linotype"/>
                <a:cs typeface="Palatino Linotype"/>
              </a:rPr>
              <a:t> </a:t>
            </a:r>
            <a:r>
              <a:rPr sz="3200" spc="5" dirty="0">
                <a:solidFill>
                  <a:srgbClr val="9B2D1F"/>
                </a:solidFill>
                <a:latin typeface="Palatino Linotype"/>
                <a:cs typeface="Palatino Linotype"/>
              </a:rPr>
              <a:t>ad-hoc)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4911" y="2206157"/>
            <a:ext cx="7766050" cy="369760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63500" marR="5080">
              <a:lnSpc>
                <a:spcPct val="102699"/>
              </a:lnSpc>
              <a:spcBef>
                <a:spcPts val="40"/>
              </a:spcBef>
            </a:pPr>
            <a:r>
              <a:rPr sz="1950" b="1" i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Exemple</a:t>
            </a:r>
            <a:r>
              <a:rPr sz="1950" b="1" i="1" u="sng" spc="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50" b="1" i="1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1950" b="1" i="1" u="sng" spc="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module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accepte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donnée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d'entrée</a:t>
            </a:r>
            <a:r>
              <a:rPr sz="1900" spc="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dont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domaine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validité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constitué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nombres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entiers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entre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100 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inclusivement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Comic Sans MS"/>
              <a:cs typeface="Comic Sans MS"/>
            </a:endParaRPr>
          </a:p>
          <a:p>
            <a:pPr marL="240665" marR="59690" indent="-139700">
              <a:lnSpc>
                <a:spcPct val="100800"/>
              </a:lnSpc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testeur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choisit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(intuitivement)</a:t>
            </a:r>
            <a:r>
              <a:rPr sz="1900" spc="3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55,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24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et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6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ses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9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Préoccupations</a:t>
            </a:r>
            <a:endParaRPr sz="1900">
              <a:latin typeface="Comic Sans MS"/>
              <a:cs typeface="Comic Sans MS"/>
            </a:endParaRPr>
          </a:p>
          <a:p>
            <a:pPr marL="469265" marR="209550" indent="-368300">
              <a:lnSpc>
                <a:spcPct val="100800"/>
              </a:lnSpc>
              <a:spcBef>
                <a:spcPts val="300"/>
              </a:spcBef>
              <a:buClr>
                <a:srgbClr val="D34817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1900" spc="-30" dirty="0">
                <a:solidFill>
                  <a:srgbClr val="404040"/>
                </a:solidFill>
                <a:latin typeface="Comic Sans MS"/>
                <a:cs typeface="Comic Sans MS"/>
              </a:rPr>
              <a:t>Ces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trois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sont-elles</a:t>
            </a:r>
            <a:r>
              <a:rPr sz="1900" spc="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suffisantes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démontrer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module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répond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ses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spécifications?</a:t>
            </a:r>
            <a:endParaRPr sz="1900">
              <a:latin typeface="Comic Sans MS"/>
              <a:cs typeface="Comic Sans MS"/>
            </a:endParaRPr>
          </a:p>
          <a:p>
            <a:pPr marL="469265" marR="527050" indent="-368300">
              <a:lnSpc>
                <a:spcPct val="100800"/>
              </a:lnSpc>
              <a:spcBef>
                <a:spcPts val="495"/>
              </a:spcBef>
              <a:buClr>
                <a:srgbClr val="D34817"/>
              </a:buClr>
              <a:buAutoNum type="arabicPeriod"/>
              <a:tabLst>
                <a:tab pos="469265" algn="l"/>
                <a:tab pos="469900" algn="l"/>
              </a:tabLst>
            </a:pP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Devrait-on</a:t>
            </a:r>
            <a:r>
              <a:rPr sz="19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utiliser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(ou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moins)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faire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utilisation</a:t>
            </a:r>
            <a:r>
              <a:rPr sz="1900" spc="22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optimale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ressources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?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4400" y="1448967"/>
            <a:ext cx="4669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31A14"/>
                </a:solidFill>
                <a:latin typeface="Palatino Linotype"/>
                <a:cs typeface="Palatino Linotype"/>
              </a:rPr>
              <a:t>Tests</a:t>
            </a:r>
            <a:r>
              <a:rPr sz="3200" spc="25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200" spc="-15" dirty="0">
                <a:solidFill>
                  <a:srgbClr val="831A14"/>
                </a:solidFill>
                <a:latin typeface="Palatino Linotype"/>
                <a:cs typeface="Palatino Linotype"/>
              </a:rPr>
              <a:t>Intuitifs</a:t>
            </a:r>
            <a:r>
              <a:rPr sz="3200" spc="130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200" spc="-10" dirty="0">
                <a:solidFill>
                  <a:srgbClr val="831A14"/>
                </a:solidFill>
                <a:latin typeface="Palatino Linotype"/>
                <a:cs typeface="Palatino Linotype"/>
              </a:rPr>
              <a:t>(ou</a:t>
            </a:r>
            <a:r>
              <a:rPr sz="3200" spc="60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200" spc="5" dirty="0">
                <a:solidFill>
                  <a:srgbClr val="831A14"/>
                </a:solidFill>
                <a:latin typeface="Palatino Linotype"/>
                <a:cs typeface="Palatino Linotype"/>
              </a:rPr>
              <a:t>ad-hoc)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4911" y="2206157"/>
            <a:ext cx="7838440" cy="369760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63500" marR="76835">
              <a:lnSpc>
                <a:spcPct val="102699"/>
              </a:lnSpc>
              <a:spcBef>
                <a:spcPts val="40"/>
              </a:spcBef>
            </a:pPr>
            <a:r>
              <a:rPr sz="1950" b="1" i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Exemple</a:t>
            </a:r>
            <a:r>
              <a:rPr sz="1950" b="1" i="1" u="sng" spc="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50" b="1" i="1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1950" b="1" i="1" u="sng" spc="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module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accepte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donnée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d'entrée</a:t>
            </a:r>
            <a:r>
              <a:rPr sz="1900" spc="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dont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domaine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validité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constitué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nombres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entiers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entre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100 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inclusivement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Comic Sans MS"/>
              <a:cs typeface="Comic Sans MS"/>
            </a:endParaRPr>
          </a:p>
          <a:p>
            <a:pPr marL="240665" marR="132080" indent="-139700">
              <a:lnSpc>
                <a:spcPct val="100800"/>
              </a:lnSpc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testeur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choisit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(intuitivement)</a:t>
            </a:r>
            <a:r>
              <a:rPr sz="1900" spc="3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55,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24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et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6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ses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z="19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Préoccupations</a:t>
            </a:r>
            <a:endParaRPr sz="1900">
              <a:latin typeface="Comic Sans MS"/>
              <a:cs typeface="Comic Sans MS"/>
            </a:endParaRPr>
          </a:p>
          <a:p>
            <a:pPr marL="469265" marR="5080" indent="-368300">
              <a:lnSpc>
                <a:spcPct val="100800"/>
              </a:lnSpc>
              <a:spcBef>
                <a:spcPts val="300"/>
              </a:spcBef>
              <a:buClr>
                <a:srgbClr val="D34817"/>
              </a:buClr>
              <a:buAutoNum type="arabicPeriod" startAt="3"/>
              <a:tabLst>
                <a:tab pos="469265" algn="l"/>
                <a:tab pos="46990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Est-ce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qu'il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y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d'autres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susceptibles</a:t>
            </a:r>
            <a:r>
              <a:rPr sz="1900" spc="40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30" dirty="0">
                <a:solidFill>
                  <a:srgbClr val="404040"/>
                </a:solidFill>
                <a:latin typeface="Comic Sans MS"/>
                <a:cs typeface="Comic Sans MS"/>
              </a:rPr>
              <a:t>révéler</a:t>
            </a:r>
            <a:r>
              <a:rPr sz="1900" spc="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défauts?</a:t>
            </a:r>
            <a:endParaRPr sz="1900">
              <a:latin typeface="Comic Sans MS"/>
              <a:cs typeface="Comic Sans MS"/>
            </a:endParaRPr>
          </a:p>
          <a:p>
            <a:pPr marL="469265" marR="128905" indent="-368300">
              <a:lnSpc>
                <a:spcPct val="100800"/>
              </a:lnSpc>
              <a:spcBef>
                <a:spcPts val="495"/>
              </a:spcBef>
              <a:buClr>
                <a:srgbClr val="D34817"/>
              </a:buClr>
              <a:buAutoNum type="arabicPeriod" startAt="3"/>
              <a:tabLst>
                <a:tab pos="469265" algn="l"/>
                <a:tab pos="469900" algn="l"/>
              </a:tabLst>
            </a:pP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Devrait-on</a:t>
            </a:r>
            <a:r>
              <a:rPr sz="19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utiliser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l'extérieur</a:t>
            </a:r>
            <a:r>
              <a:rPr sz="1900" spc="4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domaine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validité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(i.e.,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un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entier,</a:t>
            </a:r>
            <a:r>
              <a:rPr sz="1900" spc="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zéro,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négatif,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&gt;100,...)</a:t>
            </a:r>
            <a:r>
              <a:rPr sz="19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?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4400" y="1448967"/>
            <a:ext cx="46691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31A14"/>
                </a:solidFill>
                <a:latin typeface="Palatino Linotype"/>
                <a:cs typeface="Palatino Linotype"/>
              </a:rPr>
              <a:t>Tests</a:t>
            </a:r>
            <a:r>
              <a:rPr sz="3200" spc="25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200" spc="-15" dirty="0">
                <a:solidFill>
                  <a:srgbClr val="831A14"/>
                </a:solidFill>
                <a:latin typeface="Palatino Linotype"/>
                <a:cs typeface="Palatino Linotype"/>
              </a:rPr>
              <a:t>Intuitifs</a:t>
            </a:r>
            <a:r>
              <a:rPr sz="3200" spc="130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200" spc="-10" dirty="0">
                <a:solidFill>
                  <a:srgbClr val="831A14"/>
                </a:solidFill>
                <a:latin typeface="Palatino Linotype"/>
                <a:cs typeface="Palatino Linotype"/>
              </a:rPr>
              <a:t>(ou</a:t>
            </a:r>
            <a:r>
              <a:rPr sz="3200" spc="60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200" spc="5" dirty="0">
                <a:solidFill>
                  <a:srgbClr val="831A14"/>
                </a:solidFill>
                <a:latin typeface="Palatino Linotype"/>
                <a:cs typeface="Palatino Linotype"/>
              </a:rPr>
              <a:t>ad-hoc)</a:t>
            </a:r>
            <a:endParaRPr sz="3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0877" y="2341370"/>
            <a:ext cx="7785100" cy="3393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Font typeface="Arial MT"/>
              <a:buChar char="•"/>
              <a:tabLst>
                <a:tab pos="152400" algn="l"/>
              </a:tabLst>
            </a:pPr>
            <a:r>
              <a:rPr sz="22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Principal</a:t>
            </a:r>
            <a:r>
              <a:rPr sz="22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2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avantage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2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génération</a:t>
            </a:r>
            <a:r>
              <a:rPr sz="22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rapide</a:t>
            </a:r>
            <a:r>
              <a:rPr sz="22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2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15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2200" spc="-22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omic Sans MS"/>
                <a:cs typeface="Comic Sans MS"/>
              </a:rPr>
              <a:t>d'entrée</a:t>
            </a:r>
            <a:endParaRPr sz="2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D34817"/>
              </a:buClr>
              <a:buFont typeface="Arial MT"/>
              <a:buChar char="•"/>
            </a:pPr>
            <a:endParaRPr sz="3300">
              <a:latin typeface="Comic Sans MS"/>
              <a:cs typeface="Comic Sans MS"/>
            </a:endParaRPr>
          </a:p>
          <a:p>
            <a:pPr marL="152400" marR="331470" indent="-139700">
              <a:lnSpc>
                <a:spcPct val="138100"/>
              </a:lnSpc>
              <a:buClr>
                <a:srgbClr val="D34817"/>
              </a:buClr>
              <a:buFont typeface="Arial MT"/>
              <a:buChar char="•"/>
              <a:tabLst>
                <a:tab pos="152400" algn="l"/>
              </a:tabLst>
            </a:pPr>
            <a:r>
              <a:rPr sz="22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2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2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2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2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</a:t>
            </a:r>
            <a:r>
              <a:rPr sz="22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2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200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2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200" u="sng" spc="-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2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2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2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</a:t>
            </a:r>
            <a:r>
              <a:rPr sz="22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2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200" u="sng" spc="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v</a:t>
            </a:r>
            <a:r>
              <a:rPr sz="22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é</a:t>
            </a:r>
            <a:r>
              <a:rPr sz="22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2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2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2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200" u="sng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200" spc="-3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2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2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200" spc="-4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200" spc="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200" spc="-3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spc="2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200" spc="-4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200" spc="-2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200" spc="-1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spc="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2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2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200" spc="15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2200" spc="-22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2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2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omic Sans MS"/>
                <a:cs typeface="Comic Sans MS"/>
              </a:rPr>
              <a:t>"efficaces"</a:t>
            </a:r>
            <a:r>
              <a:rPr sz="22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omic Sans MS"/>
                <a:cs typeface="Comic Sans MS"/>
              </a:rPr>
              <a:t>(i.e.,</a:t>
            </a:r>
            <a:r>
              <a:rPr sz="22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2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omic Sans MS"/>
                <a:cs typeface="Comic Sans MS"/>
              </a:rPr>
              <a:t>haute</a:t>
            </a:r>
            <a:r>
              <a:rPr sz="22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probabilité</a:t>
            </a:r>
            <a:r>
              <a:rPr sz="22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200" spc="-6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5" dirty="0">
                <a:solidFill>
                  <a:srgbClr val="404040"/>
                </a:solidFill>
                <a:latin typeface="Comic Sans MS"/>
                <a:cs typeface="Comic Sans MS"/>
              </a:rPr>
              <a:t>révéler</a:t>
            </a:r>
            <a:r>
              <a:rPr sz="22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2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omic Sans MS"/>
                <a:cs typeface="Comic Sans MS"/>
              </a:rPr>
              <a:t>défauts).</a:t>
            </a:r>
            <a:endParaRPr sz="22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50">
              <a:latin typeface="Comic Sans MS"/>
              <a:cs typeface="Comic Sans MS"/>
            </a:endParaRPr>
          </a:p>
          <a:p>
            <a:pPr marL="274955" algn="ctr">
              <a:lnSpc>
                <a:spcPct val="100000"/>
              </a:lnSpc>
            </a:pPr>
            <a:r>
              <a:rPr sz="2200" spc="-15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sz="2200" spc="-5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200" spc="3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200" spc="-4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sz="2200" spc="45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sz="2200" spc="-4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200" spc="-50" dirty="0">
                <a:solidFill>
                  <a:srgbClr val="FF0000"/>
                </a:solidFill>
                <a:latin typeface="Comic Sans MS"/>
                <a:cs typeface="Comic Sans MS"/>
              </a:rPr>
              <a:t>u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sz="2200" spc="-4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if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20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45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200" spc="-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3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200" spc="40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sz="2200" spc="45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sz="2200" spc="-19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2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omic Sans MS"/>
                <a:cs typeface="Comic Sans MS"/>
              </a:rPr>
              <a:t>fi</a:t>
            </a:r>
            <a:r>
              <a:rPr sz="2200" spc="-3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b</a:t>
            </a:r>
            <a:r>
              <a:rPr sz="2200" spc="-5" dirty="0">
                <a:solidFill>
                  <a:srgbClr val="FF0000"/>
                </a:solidFill>
                <a:latin typeface="Comic Sans MS"/>
                <a:cs typeface="Comic Sans MS"/>
              </a:rPr>
              <a:t>l</a:t>
            </a:r>
            <a:r>
              <a:rPr sz="2200" spc="-10" dirty="0">
                <a:solidFill>
                  <a:srgbClr val="FF0000"/>
                </a:solidFill>
                <a:latin typeface="Comic Sans MS"/>
                <a:cs typeface="Comic Sans MS"/>
              </a:rPr>
              <a:t>e</a:t>
            </a:r>
            <a:r>
              <a:rPr sz="2200" dirty="0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endParaRPr sz="2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3925" y="1260533"/>
            <a:ext cx="5050790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spc="-10" dirty="0">
                <a:solidFill>
                  <a:srgbClr val="831A14"/>
                </a:solidFill>
                <a:latin typeface="Palatino Linotype"/>
                <a:cs typeface="Palatino Linotype"/>
              </a:rPr>
              <a:t>Tests</a:t>
            </a:r>
            <a:r>
              <a:rPr sz="3500" spc="-90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500" spc="-15" dirty="0">
                <a:solidFill>
                  <a:srgbClr val="831A14"/>
                </a:solidFill>
                <a:latin typeface="Palatino Linotype"/>
                <a:cs typeface="Palatino Linotype"/>
              </a:rPr>
              <a:t>Intuitifs</a:t>
            </a:r>
            <a:r>
              <a:rPr sz="3500" spc="15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500" spc="5" dirty="0">
                <a:solidFill>
                  <a:srgbClr val="831A14"/>
                </a:solidFill>
                <a:latin typeface="Palatino Linotype"/>
                <a:cs typeface="Palatino Linotype"/>
              </a:rPr>
              <a:t>(ou</a:t>
            </a:r>
            <a:r>
              <a:rPr sz="3500" spc="-105" dirty="0">
                <a:solidFill>
                  <a:srgbClr val="831A14"/>
                </a:solidFill>
                <a:latin typeface="Palatino Linotype"/>
                <a:cs typeface="Palatino Linotype"/>
              </a:rPr>
              <a:t> </a:t>
            </a:r>
            <a:r>
              <a:rPr sz="3500" dirty="0">
                <a:solidFill>
                  <a:srgbClr val="831A14"/>
                </a:solidFill>
                <a:latin typeface="Palatino Linotype"/>
                <a:cs typeface="Palatino Linotype"/>
              </a:rPr>
              <a:t>ad-hoc)</a:t>
            </a:r>
            <a:endParaRPr sz="35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0451" y="2332830"/>
            <a:ext cx="6687184" cy="151765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marR="5080" indent="304800">
              <a:lnSpc>
                <a:spcPts val="5400"/>
              </a:lnSpc>
              <a:spcBef>
                <a:spcPts val="1075"/>
              </a:spcBef>
            </a:pPr>
            <a:r>
              <a:rPr sz="5300" b="1" spc="-15" dirty="0">
                <a:solidFill>
                  <a:srgbClr val="9B2D1F"/>
                </a:solidFill>
                <a:latin typeface="Comic Sans MS"/>
                <a:cs typeface="Comic Sans MS"/>
              </a:rPr>
              <a:t>Partitionnement </a:t>
            </a:r>
            <a:r>
              <a:rPr sz="5300" b="1" spc="15" dirty="0">
                <a:solidFill>
                  <a:srgbClr val="9B2D1F"/>
                </a:solidFill>
                <a:latin typeface="Comic Sans MS"/>
                <a:cs typeface="Comic Sans MS"/>
              </a:rPr>
              <a:t>en </a:t>
            </a:r>
            <a:r>
              <a:rPr sz="5300" b="1" spc="-228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300" b="1" spc="5" dirty="0">
                <a:solidFill>
                  <a:srgbClr val="9B2D1F"/>
                </a:solidFill>
                <a:latin typeface="Comic Sans MS"/>
                <a:cs typeface="Comic Sans MS"/>
              </a:rPr>
              <a:t>classes</a:t>
            </a:r>
            <a:r>
              <a:rPr sz="5300" b="1" spc="-33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300" b="1" spc="-15" dirty="0">
                <a:solidFill>
                  <a:srgbClr val="9B2D1F"/>
                </a:solidFill>
                <a:latin typeface="Comic Sans MS"/>
                <a:cs typeface="Comic Sans MS"/>
              </a:rPr>
              <a:t>d’équivalence</a:t>
            </a:r>
            <a:endParaRPr sz="5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6700" y="1093101"/>
            <a:ext cx="5133340" cy="95694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28600" marR="5080" indent="-215900">
              <a:lnSpc>
                <a:spcPts val="3500"/>
              </a:lnSpc>
              <a:spcBef>
                <a:spcPts val="495"/>
              </a:spcBef>
            </a:pPr>
            <a:r>
              <a:rPr sz="3200" b="1" dirty="0">
                <a:latin typeface="Comic Sans MS"/>
                <a:cs typeface="Comic Sans MS"/>
              </a:rPr>
              <a:t>Tests</a:t>
            </a:r>
            <a:r>
              <a:rPr sz="3200" b="1" spc="-18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par</a:t>
            </a:r>
            <a:r>
              <a:rPr sz="3200" b="1" spc="-155" dirty="0">
                <a:latin typeface="Comic Sans MS"/>
                <a:cs typeface="Comic Sans MS"/>
              </a:rPr>
              <a:t> </a:t>
            </a:r>
            <a:r>
              <a:rPr sz="3200" b="1" spc="-10" dirty="0">
                <a:latin typeface="Comic Sans MS"/>
                <a:cs typeface="Comic Sans MS"/>
              </a:rPr>
              <a:t>Partitionnement </a:t>
            </a:r>
            <a:r>
              <a:rPr sz="3200" b="1" spc="-137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dirty="0">
                <a:latin typeface="Comic Sans MS"/>
                <a:cs typeface="Comic Sans MS"/>
              </a:rPr>
              <a:t>n</a:t>
            </a:r>
            <a:r>
              <a:rPr sz="3200" b="1" spc="-60" dirty="0">
                <a:latin typeface="Comic Sans MS"/>
                <a:cs typeface="Comic Sans MS"/>
              </a:rPr>
              <a:t> </a:t>
            </a:r>
            <a:r>
              <a:rPr sz="3200" b="1" spc="20" dirty="0">
                <a:latin typeface="Comic Sans MS"/>
                <a:cs typeface="Comic Sans MS"/>
              </a:rPr>
              <a:t>Cla</a:t>
            </a:r>
            <a:r>
              <a:rPr sz="3200" b="1" spc="40" dirty="0">
                <a:latin typeface="Comic Sans MS"/>
                <a:cs typeface="Comic Sans MS"/>
              </a:rPr>
              <a:t>ss</a:t>
            </a:r>
            <a:r>
              <a:rPr sz="3200" b="1" spc="-90" dirty="0">
                <a:latin typeface="Comic Sans MS"/>
                <a:cs typeface="Comic Sans MS"/>
              </a:rPr>
              <a:t>e</a:t>
            </a:r>
            <a:r>
              <a:rPr sz="3200" b="1" dirty="0">
                <a:latin typeface="Comic Sans MS"/>
                <a:cs typeface="Comic Sans MS"/>
              </a:rPr>
              <a:t>s</a:t>
            </a:r>
            <a:r>
              <a:rPr sz="3200" b="1" spc="-345" dirty="0">
                <a:latin typeface="Comic Sans MS"/>
                <a:cs typeface="Comic Sans MS"/>
              </a:rPr>
              <a:t> </a:t>
            </a:r>
            <a:r>
              <a:rPr sz="3200" b="1" spc="15" dirty="0">
                <a:latin typeface="Comic Sans MS"/>
                <a:cs typeface="Comic Sans MS"/>
              </a:rPr>
              <a:t>d</a:t>
            </a:r>
            <a:r>
              <a:rPr sz="3200" b="1" spc="-35" dirty="0">
                <a:latin typeface="Comic Sans MS"/>
                <a:cs typeface="Comic Sans MS"/>
              </a:rPr>
              <a:t>’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35" dirty="0">
                <a:latin typeface="Comic Sans MS"/>
                <a:cs typeface="Comic Sans MS"/>
              </a:rPr>
              <a:t>qu</a:t>
            </a:r>
            <a:r>
              <a:rPr sz="3200" b="1" dirty="0">
                <a:latin typeface="Comic Sans MS"/>
                <a:cs typeface="Comic Sans MS"/>
              </a:rPr>
              <a:t>i</a:t>
            </a:r>
            <a:r>
              <a:rPr sz="3200" b="1" spc="40" dirty="0">
                <a:latin typeface="Comic Sans MS"/>
                <a:cs typeface="Comic Sans MS"/>
              </a:rPr>
              <a:t>v</a:t>
            </a:r>
            <a:r>
              <a:rPr sz="3200" b="1" spc="20" dirty="0">
                <a:latin typeface="Comic Sans MS"/>
                <a:cs typeface="Comic Sans MS"/>
              </a:rPr>
              <a:t>a</a:t>
            </a:r>
            <a:r>
              <a:rPr sz="3200" b="1" spc="-80" dirty="0">
                <a:latin typeface="Comic Sans MS"/>
                <a:cs typeface="Comic Sans MS"/>
              </a:rPr>
              <a:t>l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spc="-75" dirty="0">
                <a:latin typeface="Comic Sans MS"/>
                <a:cs typeface="Comic Sans MS"/>
              </a:rPr>
              <a:t>n</a:t>
            </a:r>
            <a:r>
              <a:rPr sz="3200" b="1" spc="-45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e</a:t>
            </a:r>
            <a:endParaRPr sz="32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9043" y="2221870"/>
            <a:ext cx="7965440" cy="35560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2300" u="sng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Motivation</a:t>
            </a:r>
            <a:r>
              <a:rPr sz="2300" u="sng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Obtenir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jeu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complet</a:t>
            </a:r>
            <a:r>
              <a:rPr sz="2300" b="1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éviter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endParaRPr sz="23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300" b="1" spc="10" dirty="0">
                <a:solidFill>
                  <a:srgbClr val="404040"/>
                </a:solidFill>
                <a:latin typeface="Comic Sans MS"/>
                <a:cs typeface="Comic Sans MS"/>
              </a:rPr>
              <a:t>redondance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150">
              <a:latin typeface="Comic Sans MS"/>
              <a:cs typeface="Comic Sans MS"/>
            </a:endParaRPr>
          </a:p>
          <a:p>
            <a:pPr marL="12700" marR="5080" indent="12700">
              <a:lnSpc>
                <a:spcPct val="108600"/>
              </a:lnSpc>
            </a:pP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Classe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d’équivalence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 :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Ensemble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d’entrées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aboutissant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au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ê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Comic Sans MS"/>
              <a:cs typeface="Comic Sans MS"/>
            </a:endParaRPr>
          </a:p>
          <a:p>
            <a:pPr marL="12700" marR="842010" indent="12700">
              <a:lnSpc>
                <a:spcPct val="112200"/>
              </a:lnSpc>
              <a:spcBef>
                <a:spcPts val="5"/>
              </a:spcBef>
            </a:pPr>
            <a:r>
              <a:rPr sz="2300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é</a:t>
            </a:r>
            <a:r>
              <a:rPr sz="23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g</a:t>
            </a:r>
            <a:r>
              <a:rPr sz="23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2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Dé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d’équivalence</a:t>
            </a:r>
            <a:endParaRPr sz="2300">
              <a:latin typeface="Comic Sans MS"/>
              <a:cs typeface="Comic Sans MS"/>
            </a:endParaRPr>
          </a:p>
          <a:p>
            <a:pPr marL="241300">
              <a:lnSpc>
                <a:spcPct val="100000"/>
              </a:lnSpc>
              <a:spcBef>
                <a:spcPts val="735"/>
              </a:spcBef>
            </a:pP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Division</a:t>
            </a:r>
            <a:r>
              <a:rPr sz="19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domaine</a:t>
            </a:r>
            <a:r>
              <a:rPr sz="1900" spc="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d’entrées</a:t>
            </a:r>
            <a:r>
              <a:rPr sz="1900" spc="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classes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valides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invalides</a:t>
            </a:r>
            <a:endParaRPr sz="19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4911" y="2182067"/>
            <a:ext cx="7560309" cy="329120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0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Domaine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d’entrées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entièrement</a:t>
            </a:r>
            <a:r>
              <a:rPr sz="2300" spc="-3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couvert</a:t>
            </a:r>
            <a:endParaRPr sz="2300">
              <a:latin typeface="Comic Sans MS"/>
              <a:cs typeface="Comic Sans MS"/>
            </a:endParaRPr>
          </a:p>
          <a:p>
            <a:pPr marL="317500" indent="-215900">
              <a:lnSpc>
                <a:spcPct val="100000"/>
              </a:lnSpc>
              <a:spcBef>
                <a:spcPts val="535"/>
              </a:spcBef>
              <a:buClr>
                <a:srgbClr val="D34817"/>
              </a:buClr>
              <a:buFont typeface="Calibri"/>
              <a:buChar char="◦"/>
              <a:tabLst>
                <a:tab pos="316865" algn="l"/>
                <a:tab pos="317500" algn="l"/>
              </a:tabLst>
            </a:pP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jeu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404040"/>
                </a:solidFill>
                <a:latin typeface="Comic Sans MS"/>
                <a:cs typeface="Comic Sans MS"/>
              </a:rPr>
              <a:t>complet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D34817"/>
              </a:buClr>
              <a:buFont typeface="Calibri"/>
              <a:buChar char="◦"/>
            </a:pPr>
            <a:endParaRPr sz="3200">
              <a:latin typeface="Comic Sans MS"/>
              <a:cs typeface="Comic Sans MS"/>
            </a:endParaRPr>
          </a:p>
          <a:p>
            <a:pPr marL="12700" marR="5080" indent="12700">
              <a:lnSpc>
                <a:spcPct val="112200"/>
              </a:lnSpc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Choix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d’un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représentant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chacune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endParaRPr sz="2300">
              <a:latin typeface="Comic Sans MS"/>
              <a:cs typeface="Comic Sans MS"/>
            </a:endParaRPr>
          </a:p>
          <a:p>
            <a:pPr marL="241300" indent="-139700">
              <a:lnSpc>
                <a:spcPct val="100000"/>
              </a:lnSpc>
              <a:spcBef>
                <a:spcPts val="735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évite</a:t>
            </a:r>
            <a:r>
              <a:rPr sz="1900" spc="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redondance</a:t>
            </a:r>
            <a:endParaRPr sz="1900">
              <a:latin typeface="Comic Sans MS"/>
              <a:cs typeface="Comic Sans MS"/>
            </a:endParaRPr>
          </a:p>
          <a:p>
            <a:pPr marL="240665" marR="83820" indent="-139700">
              <a:lnSpc>
                <a:spcPct val="118300"/>
              </a:lnSpc>
              <a:spcBef>
                <a:spcPts val="40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Permet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testeur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passer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d’un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infini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fini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limité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6700" y="1093101"/>
            <a:ext cx="5133340" cy="95694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28600" marR="5080" indent="-215900">
              <a:lnSpc>
                <a:spcPts val="3500"/>
              </a:lnSpc>
              <a:spcBef>
                <a:spcPts val="495"/>
              </a:spcBef>
            </a:pPr>
            <a:r>
              <a:rPr sz="3200" b="1" dirty="0">
                <a:latin typeface="Comic Sans MS"/>
                <a:cs typeface="Comic Sans MS"/>
              </a:rPr>
              <a:t>Tests</a:t>
            </a:r>
            <a:r>
              <a:rPr sz="3200" b="1" spc="-18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par</a:t>
            </a:r>
            <a:r>
              <a:rPr sz="3200" b="1" spc="-155" dirty="0">
                <a:latin typeface="Comic Sans MS"/>
                <a:cs typeface="Comic Sans MS"/>
              </a:rPr>
              <a:t> </a:t>
            </a:r>
            <a:r>
              <a:rPr sz="3200" b="1" spc="-10" dirty="0">
                <a:latin typeface="Comic Sans MS"/>
                <a:cs typeface="Comic Sans MS"/>
              </a:rPr>
              <a:t>Partitionnement </a:t>
            </a:r>
            <a:r>
              <a:rPr sz="3200" b="1" spc="-137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dirty="0">
                <a:latin typeface="Comic Sans MS"/>
                <a:cs typeface="Comic Sans MS"/>
              </a:rPr>
              <a:t>n</a:t>
            </a:r>
            <a:r>
              <a:rPr sz="3200" b="1" spc="-60" dirty="0">
                <a:latin typeface="Comic Sans MS"/>
                <a:cs typeface="Comic Sans MS"/>
              </a:rPr>
              <a:t> </a:t>
            </a:r>
            <a:r>
              <a:rPr sz="3200" b="1" spc="20" dirty="0">
                <a:latin typeface="Comic Sans MS"/>
                <a:cs typeface="Comic Sans MS"/>
              </a:rPr>
              <a:t>Cla</a:t>
            </a:r>
            <a:r>
              <a:rPr sz="3200" b="1" spc="40" dirty="0">
                <a:latin typeface="Comic Sans MS"/>
                <a:cs typeface="Comic Sans MS"/>
              </a:rPr>
              <a:t>ss</a:t>
            </a:r>
            <a:r>
              <a:rPr sz="3200" b="1" spc="-90" dirty="0">
                <a:latin typeface="Comic Sans MS"/>
                <a:cs typeface="Comic Sans MS"/>
              </a:rPr>
              <a:t>e</a:t>
            </a:r>
            <a:r>
              <a:rPr sz="3200" b="1" dirty="0">
                <a:latin typeface="Comic Sans MS"/>
                <a:cs typeface="Comic Sans MS"/>
              </a:rPr>
              <a:t>s</a:t>
            </a:r>
            <a:r>
              <a:rPr sz="3200" b="1" spc="-345" dirty="0">
                <a:latin typeface="Comic Sans MS"/>
                <a:cs typeface="Comic Sans MS"/>
              </a:rPr>
              <a:t> </a:t>
            </a:r>
            <a:r>
              <a:rPr sz="3200" b="1" spc="15" dirty="0">
                <a:latin typeface="Comic Sans MS"/>
                <a:cs typeface="Comic Sans MS"/>
              </a:rPr>
              <a:t>d</a:t>
            </a:r>
            <a:r>
              <a:rPr sz="3200" b="1" spc="-35" dirty="0">
                <a:latin typeface="Comic Sans MS"/>
                <a:cs typeface="Comic Sans MS"/>
              </a:rPr>
              <a:t>’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35" dirty="0">
                <a:latin typeface="Comic Sans MS"/>
                <a:cs typeface="Comic Sans MS"/>
              </a:rPr>
              <a:t>qu</a:t>
            </a:r>
            <a:r>
              <a:rPr sz="3200" b="1" dirty="0">
                <a:latin typeface="Comic Sans MS"/>
                <a:cs typeface="Comic Sans MS"/>
              </a:rPr>
              <a:t>i</a:t>
            </a:r>
            <a:r>
              <a:rPr sz="3200" b="1" spc="40" dirty="0">
                <a:latin typeface="Comic Sans MS"/>
                <a:cs typeface="Comic Sans MS"/>
              </a:rPr>
              <a:t>v</a:t>
            </a:r>
            <a:r>
              <a:rPr sz="3200" b="1" spc="20" dirty="0">
                <a:latin typeface="Comic Sans MS"/>
                <a:cs typeface="Comic Sans MS"/>
              </a:rPr>
              <a:t>a</a:t>
            </a:r>
            <a:r>
              <a:rPr sz="3200" b="1" spc="-80" dirty="0">
                <a:latin typeface="Comic Sans MS"/>
                <a:cs typeface="Comic Sans MS"/>
              </a:rPr>
              <a:t>l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spc="-75" dirty="0">
                <a:latin typeface="Comic Sans MS"/>
                <a:cs typeface="Comic Sans MS"/>
              </a:rPr>
              <a:t>n</a:t>
            </a:r>
            <a:r>
              <a:rPr sz="3200" b="1" spc="-45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e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1743" y="2077881"/>
            <a:ext cx="7781925" cy="3941445"/>
          </a:xfrm>
          <a:prstGeom prst="rect">
            <a:avLst/>
          </a:prstGeom>
        </p:spPr>
        <p:txBody>
          <a:bodyPr vert="horz" wrap="square" lIns="0" tIns="187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endParaRPr sz="2300">
              <a:latin typeface="Comic Sans MS"/>
              <a:cs typeface="Comic Sans MS"/>
            </a:endParaRPr>
          </a:p>
          <a:p>
            <a:pPr marL="228600" indent="-139700">
              <a:lnSpc>
                <a:spcPct val="100000"/>
              </a:lnSpc>
              <a:spcBef>
                <a:spcPts val="1135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Entier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≤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0,</a:t>
            </a:r>
            <a:r>
              <a:rPr sz="19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a&gt;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0</a:t>
            </a:r>
            <a:r>
              <a:rPr sz="1900" spc="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a&lt;0,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a=0,a&gt;0</a:t>
            </a:r>
            <a:endParaRPr sz="1900">
              <a:latin typeface="Comic Sans MS"/>
              <a:cs typeface="Comic Sans MS"/>
            </a:endParaRPr>
          </a:p>
          <a:p>
            <a:pPr marL="228600" indent="-139700">
              <a:lnSpc>
                <a:spcPct val="100000"/>
              </a:lnSpc>
              <a:spcBef>
                <a:spcPts val="1620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Intervalle</a:t>
            </a:r>
            <a:r>
              <a:rPr sz="1900" spc="2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25" dirty="0">
                <a:solidFill>
                  <a:srgbClr val="404040"/>
                </a:solidFill>
                <a:latin typeface="MS Gothic"/>
                <a:cs typeface="MS Gothic"/>
              </a:rPr>
              <a:t>∅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[a,b]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où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&lt;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&lt;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∞,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[-∞,+∞]</a:t>
            </a:r>
            <a:endParaRPr sz="1900">
              <a:latin typeface="Comic Sans MS"/>
              <a:cs typeface="Comic Sans MS"/>
            </a:endParaRPr>
          </a:p>
          <a:p>
            <a:pPr marL="228600" indent="-139700">
              <a:lnSpc>
                <a:spcPct val="100000"/>
              </a:lnSpc>
              <a:spcBef>
                <a:spcPts val="1714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Ensemble</a:t>
            </a:r>
            <a:r>
              <a:rPr sz="1900" spc="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25" dirty="0">
                <a:solidFill>
                  <a:srgbClr val="404040"/>
                </a:solidFill>
                <a:latin typeface="MS Gothic"/>
                <a:cs typeface="MS Gothic"/>
              </a:rPr>
              <a:t>∅</a:t>
            </a:r>
            <a:r>
              <a:rPr sz="1900" spc="25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{a},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{a,b},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{a,b,c},</a:t>
            </a:r>
            <a:r>
              <a:rPr sz="1900" spc="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...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600">
              <a:latin typeface="Comic Sans MS"/>
              <a:cs typeface="Comic Sans MS"/>
            </a:endParaRPr>
          </a:p>
          <a:p>
            <a:pPr marL="447040" algn="ctr">
              <a:lnSpc>
                <a:spcPct val="100000"/>
              </a:lnSpc>
              <a:spcBef>
                <a:spcPts val="1989"/>
              </a:spcBef>
            </a:pPr>
            <a:r>
              <a:rPr sz="1900" spc="-35" dirty="0">
                <a:solidFill>
                  <a:srgbClr val="831A14"/>
                </a:solidFill>
                <a:latin typeface="Comic Sans MS"/>
                <a:cs typeface="Comic Sans MS"/>
              </a:rPr>
              <a:t>Les</a:t>
            </a:r>
            <a:r>
              <a:rPr sz="1900" spc="10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831A14"/>
                </a:solidFill>
                <a:latin typeface="Comic Sans MS"/>
                <a:cs typeface="Comic Sans MS"/>
              </a:rPr>
              <a:t>classes</a:t>
            </a:r>
            <a:r>
              <a:rPr sz="1900" spc="21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831A14"/>
                </a:solidFill>
                <a:latin typeface="Comic Sans MS"/>
                <a:cs typeface="Comic Sans MS"/>
              </a:rPr>
              <a:t>d’équivalence</a:t>
            </a:r>
            <a:r>
              <a:rPr sz="1900" spc="39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831A14"/>
                </a:solidFill>
                <a:latin typeface="Comic Sans MS"/>
                <a:cs typeface="Comic Sans MS"/>
              </a:rPr>
              <a:t>doivent</a:t>
            </a:r>
            <a:r>
              <a:rPr sz="1900" spc="13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831A14"/>
                </a:solidFill>
                <a:latin typeface="Comic Sans MS"/>
                <a:cs typeface="Comic Sans MS"/>
              </a:rPr>
              <a:t>être</a:t>
            </a:r>
            <a:r>
              <a:rPr sz="1900" spc="19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831A14"/>
                </a:solidFill>
                <a:latin typeface="Comic Sans MS"/>
                <a:cs typeface="Comic Sans MS"/>
              </a:rPr>
              <a:t>choisies</a:t>
            </a:r>
            <a:r>
              <a:rPr sz="1900" spc="21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831A14"/>
                </a:solidFill>
                <a:latin typeface="Comic Sans MS"/>
                <a:cs typeface="Comic Sans MS"/>
              </a:rPr>
              <a:t>prudemment</a:t>
            </a:r>
            <a:endParaRPr sz="1900">
              <a:latin typeface="Comic Sans MS"/>
              <a:cs typeface="Comic Sans MS"/>
            </a:endParaRPr>
          </a:p>
          <a:p>
            <a:pPr marL="444500" marR="5080" algn="ctr">
              <a:lnSpc>
                <a:spcPct val="153400"/>
              </a:lnSpc>
              <a:spcBef>
                <a:spcPts val="500"/>
              </a:spcBef>
              <a:tabLst>
                <a:tab pos="6285865" algn="l"/>
              </a:tabLst>
            </a:pPr>
            <a:r>
              <a:rPr sz="1900" spc="-20" dirty="0">
                <a:solidFill>
                  <a:srgbClr val="831A14"/>
                </a:solidFill>
                <a:latin typeface="Comic Sans MS"/>
                <a:cs typeface="Comic Sans MS"/>
              </a:rPr>
              <a:t>Il</a:t>
            </a:r>
            <a:r>
              <a:rPr sz="1900" spc="11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831A14"/>
                </a:solidFill>
                <a:latin typeface="Comic Sans MS"/>
                <a:cs typeface="Comic Sans MS"/>
              </a:rPr>
              <a:t>est</a:t>
            </a:r>
            <a:r>
              <a:rPr sz="1900" spc="4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831A14"/>
                </a:solidFill>
                <a:latin typeface="Comic Sans MS"/>
                <a:cs typeface="Comic Sans MS"/>
              </a:rPr>
              <a:t>nécessaire</a:t>
            </a:r>
            <a:r>
              <a:rPr sz="1900" spc="29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831A14"/>
                </a:solidFill>
                <a:latin typeface="Comic Sans MS"/>
                <a:cs typeface="Comic Sans MS"/>
              </a:rPr>
              <a:t>de</a:t>
            </a:r>
            <a:r>
              <a:rPr sz="1900" spc="9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831A14"/>
                </a:solidFill>
                <a:latin typeface="Comic Sans MS"/>
                <a:cs typeface="Comic Sans MS"/>
              </a:rPr>
              <a:t>comprendre</a:t>
            </a:r>
            <a:r>
              <a:rPr sz="1900" spc="19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831A14"/>
                </a:solidFill>
                <a:latin typeface="Comic Sans MS"/>
                <a:cs typeface="Comic Sans MS"/>
              </a:rPr>
              <a:t>le</a:t>
            </a:r>
            <a:r>
              <a:rPr sz="1900" spc="9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831A14"/>
                </a:solidFill>
                <a:latin typeface="Comic Sans MS"/>
                <a:cs typeface="Comic Sans MS"/>
              </a:rPr>
              <a:t>comportement	</a:t>
            </a:r>
            <a:r>
              <a:rPr sz="1900" spc="-10" dirty="0">
                <a:solidFill>
                  <a:srgbClr val="831A14"/>
                </a:solidFill>
                <a:latin typeface="Comic Sans MS"/>
                <a:cs typeface="Comic Sans MS"/>
              </a:rPr>
              <a:t>du</a:t>
            </a:r>
            <a:r>
              <a:rPr sz="1900" spc="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831A14"/>
                </a:solidFill>
                <a:latin typeface="Comic Sans MS"/>
                <a:cs typeface="Comic Sans MS"/>
              </a:rPr>
              <a:t>système</a:t>
            </a:r>
            <a:r>
              <a:rPr sz="1900" spc="13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831A14"/>
                </a:solidFill>
                <a:latin typeface="Comic Sans MS"/>
                <a:cs typeface="Comic Sans MS"/>
              </a:rPr>
              <a:t>à </a:t>
            </a:r>
            <a:r>
              <a:rPr sz="1900" spc="-55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831A14"/>
                </a:solidFill>
                <a:latin typeface="Comic Sans MS"/>
                <a:cs typeface="Comic Sans MS"/>
              </a:rPr>
              <a:t>tester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6700" y="1093101"/>
            <a:ext cx="5130800" cy="95694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28600" marR="5080" indent="-215900">
              <a:lnSpc>
                <a:spcPts val="3500"/>
              </a:lnSpc>
              <a:spcBef>
                <a:spcPts val="495"/>
              </a:spcBef>
            </a:pPr>
            <a:r>
              <a:rPr sz="3200" b="1" dirty="0">
                <a:latin typeface="Comic Sans MS"/>
                <a:cs typeface="Comic Sans MS"/>
              </a:rPr>
              <a:t>Tests</a:t>
            </a:r>
            <a:r>
              <a:rPr sz="3200" b="1" spc="-19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par</a:t>
            </a:r>
            <a:r>
              <a:rPr sz="3200" b="1" spc="-165" dirty="0">
                <a:latin typeface="Comic Sans MS"/>
                <a:cs typeface="Comic Sans MS"/>
              </a:rPr>
              <a:t> </a:t>
            </a:r>
            <a:r>
              <a:rPr sz="3200" b="1" spc="-10" dirty="0">
                <a:latin typeface="Comic Sans MS"/>
                <a:cs typeface="Comic Sans MS"/>
              </a:rPr>
              <a:t>Partitionnement </a:t>
            </a:r>
            <a:r>
              <a:rPr sz="3200" b="1" spc="-137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dirty="0">
                <a:latin typeface="Comic Sans MS"/>
                <a:cs typeface="Comic Sans MS"/>
              </a:rPr>
              <a:t>n</a:t>
            </a:r>
            <a:r>
              <a:rPr sz="3200" b="1" spc="-65" dirty="0">
                <a:latin typeface="Comic Sans MS"/>
                <a:cs typeface="Comic Sans MS"/>
              </a:rPr>
              <a:t> </a:t>
            </a:r>
            <a:r>
              <a:rPr sz="3200" b="1" spc="20" dirty="0">
                <a:latin typeface="Comic Sans MS"/>
                <a:cs typeface="Comic Sans MS"/>
              </a:rPr>
              <a:t>Cla</a:t>
            </a:r>
            <a:r>
              <a:rPr sz="3200" b="1" spc="40" dirty="0">
                <a:latin typeface="Comic Sans MS"/>
                <a:cs typeface="Comic Sans MS"/>
              </a:rPr>
              <a:t>ss</a:t>
            </a:r>
            <a:r>
              <a:rPr sz="3200" b="1" spc="-90" dirty="0">
                <a:latin typeface="Comic Sans MS"/>
                <a:cs typeface="Comic Sans MS"/>
              </a:rPr>
              <a:t>e</a:t>
            </a:r>
            <a:r>
              <a:rPr sz="3200" b="1" dirty="0">
                <a:latin typeface="Comic Sans MS"/>
                <a:cs typeface="Comic Sans MS"/>
              </a:rPr>
              <a:t>s</a:t>
            </a:r>
            <a:r>
              <a:rPr sz="3200" b="1" spc="-350" dirty="0">
                <a:latin typeface="Comic Sans MS"/>
                <a:cs typeface="Comic Sans MS"/>
              </a:rPr>
              <a:t> </a:t>
            </a:r>
            <a:r>
              <a:rPr sz="3200" b="1" spc="20" dirty="0">
                <a:latin typeface="Comic Sans MS"/>
                <a:cs typeface="Comic Sans MS"/>
              </a:rPr>
              <a:t>d</a:t>
            </a:r>
            <a:r>
              <a:rPr sz="3200" b="1" spc="-25" dirty="0">
                <a:latin typeface="Comic Sans MS"/>
                <a:cs typeface="Comic Sans MS"/>
              </a:rPr>
              <a:t>’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35" dirty="0">
                <a:latin typeface="Comic Sans MS"/>
                <a:cs typeface="Comic Sans MS"/>
              </a:rPr>
              <a:t>qu</a:t>
            </a:r>
            <a:r>
              <a:rPr sz="3200" b="1" dirty="0">
                <a:latin typeface="Comic Sans MS"/>
                <a:cs typeface="Comic Sans MS"/>
              </a:rPr>
              <a:t>i</a:t>
            </a:r>
            <a:r>
              <a:rPr sz="3200" b="1" spc="40" dirty="0">
                <a:latin typeface="Comic Sans MS"/>
                <a:cs typeface="Comic Sans MS"/>
              </a:rPr>
              <a:t>v</a:t>
            </a:r>
            <a:r>
              <a:rPr sz="3200" b="1" spc="20" dirty="0">
                <a:latin typeface="Comic Sans MS"/>
                <a:cs typeface="Comic Sans MS"/>
              </a:rPr>
              <a:t>a</a:t>
            </a:r>
            <a:r>
              <a:rPr sz="3200" b="1" spc="-80" dirty="0">
                <a:latin typeface="Comic Sans MS"/>
                <a:cs typeface="Comic Sans MS"/>
              </a:rPr>
              <a:t>l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spc="-75" dirty="0">
                <a:latin typeface="Comic Sans MS"/>
                <a:cs typeface="Comic Sans MS"/>
              </a:rPr>
              <a:t>n</a:t>
            </a:r>
            <a:r>
              <a:rPr sz="3200" b="1" spc="-45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e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2843" y="2234781"/>
            <a:ext cx="7877175" cy="380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200"/>
              </a:lnSpc>
              <a:spcBef>
                <a:spcPts val="100"/>
              </a:spcBef>
            </a:pP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Partitionnement</a:t>
            </a:r>
            <a:r>
              <a:rPr sz="2300" b="1" u="sng" spc="-28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unidimensionnel</a:t>
            </a:r>
            <a:r>
              <a:rPr sz="2300" b="1" u="sng" spc="-3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(Weak</a:t>
            </a:r>
            <a:r>
              <a:rPr sz="2300" b="1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Equivalence</a:t>
            </a:r>
            <a:r>
              <a:rPr sz="2300" b="1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5" dirty="0">
                <a:solidFill>
                  <a:srgbClr val="404040"/>
                </a:solidFill>
                <a:latin typeface="Comic Sans MS"/>
                <a:cs typeface="Comic Sans MS"/>
              </a:rPr>
              <a:t>Class </a:t>
            </a:r>
            <a:r>
              <a:rPr sz="2300" b="1" spc="-9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5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b="1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2300" b="1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5" dirty="0">
                <a:solidFill>
                  <a:srgbClr val="404040"/>
                </a:solidFill>
                <a:latin typeface="Comic Sans MS"/>
                <a:cs typeface="Comic Sans MS"/>
              </a:rPr>
              <a:t>WECT)</a:t>
            </a:r>
            <a:endParaRPr sz="2300">
              <a:latin typeface="Comic Sans MS"/>
              <a:cs typeface="Comic Sans MS"/>
            </a:endParaRPr>
          </a:p>
          <a:p>
            <a:pPr marL="101600">
              <a:lnSpc>
                <a:spcPct val="100000"/>
              </a:lnSpc>
              <a:spcBef>
                <a:spcPts val="434"/>
              </a:spcBef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  <a:p>
            <a:pPr marL="88900" marR="12700">
              <a:lnSpc>
                <a:spcPct val="112200"/>
              </a:lnSpc>
            </a:pP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 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d’entrée</a:t>
            </a:r>
            <a:endParaRPr sz="2300">
              <a:latin typeface="Comic Sans MS"/>
              <a:cs typeface="Comic Sans MS"/>
            </a:endParaRPr>
          </a:p>
          <a:p>
            <a:pPr marL="88900" marR="462280" indent="12700">
              <a:lnSpc>
                <a:spcPct val="112200"/>
              </a:lnSpc>
              <a:spcBef>
                <a:spcPts val="2500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type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partitionnement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utilisé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plus </a:t>
            </a:r>
            <a:r>
              <a:rPr sz="2300" spc="-6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œ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  <a:p>
            <a:pPr marL="469900" marR="719455" indent="-152400">
              <a:lnSpc>
                <a:spcPct val="118300"/>
              </a:lnSpc>
              <a:spcBef>
                <a:spcPts val="120"/>
              </a:spcBef>
              <a:buClr>
                <a:srgbClr val="D34817"/>
              </a:buClr>
              <a:buSzPct val="84210"/>
              <a:buFont typeface="Calibri"/>
              <a:buChar char="◦"/>
              <a:tabLst>
                <a:tab pos="532765" algn="l"/>
                <a:tab pos="533400" algn="l"/>
              </a:tabLst>
            </a:pPr>
            <a:r>
              <a:rPr dirty="0"/>
              <a:t>	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Néanmoins,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il n’exerce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certaines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combinaisons pouvant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conduire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détecter</a:t>
            </a:r>
            <a:r>
              <a:rPr sz="1900" spc="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fautes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1000" y="1534680"/>
            <a:ext cx="74460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heavy" spc="-30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W</a:t>
            </a:r>
            <a:r>
              <a:rPr sz="3200" b="1" u="heavy" spc="10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3200" b="1" u="heavy" spc="20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3200" b="1" u="heavy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k</a:t>
            </a:r>
            <a:r>
              <a:rPr sz="3200" b="1" spc="-12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35" dirty="0">
                <a:latin typeface="Comic Sans MS"/>
                <a:cs typeface="Comic Sans MS"/>
              </a:rPr>
              <a:t>qu</a:t>
            </a:r>
            <a:r>
              <a:rPr sz="3200" b="1" dirty="0">
                <a:latin typeface="Comic Sans MS"/>
                <a:cs typeface="Comic Sans MS"/>
              </a:rPr>
              <a:t>i</a:t>
            </a:r>
            <a:r>
              <a:rPr sz="3200" b="1" spc="40" dirty="0">
                <a:latin typeface="Comic Sans MS"/>
                <a:cs typeface="Comic Sans MS"/>
              </a:rPr>
              <a:t>v</a:t>
            </a:r>
            <a:r>
              <a:rPr sz="3200" b="1" spc="20" dirty="0">
                <a:latin typeface="Comic Sans MS"/>
                <a:cs typeface="Comic Sans MS"/>
              </a:rPr>
              <a:t>a</a:t>
            </a:r>
            <a:r>
              <a:rPr sz="3200" b="1" spc="-80" dirty="0">
                <a:latin typeface="Comic Sans MS"/>
                <a:cs typeface="Comic Sans MS"/>
              </a:rPr>
              <a:t>l</a:t>
            </a:r>
            <a:r>
              <a:rPr sz="3200" b="1" spc="10" dirty="0">
                <a:latin typeface="Comic Sans MS"/>
                <a:cs typeface="Comic Sans MS"/>
              </a:rPr>
              <a:t>e</a:t>
            </a:r>
            <a:r>
              <a:rPr sz="3200" b="1" spc="-75" dirty="0">
                <a:latin typeface="Comic Sans MS"/>
                <a:cs typeface="Comic Sans MS"/>
              </a:rPr>
              <a:t>n</a:t>
            </a:r>
            <a:r>
              <a:rPr sz="3200" b="1" spc="-45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-280" dirty="0">
                <a:latin typeface="Comic Sans MS"/>
                <a:cs typeface="Comic Sans MS"/>
              </a:rPr>
              <a:t> </a:t>
            </a:r>
            <a:r>
              <a:rPr sz="3200" b="1" spc="20" dirty="0">
                <a:latin typeface="Comic Sans MS"/>
                <a:cs typeface="Comic Sans MS"/>
              </a:rPr>
              <a:t>Cla</a:t>
            </a:r>
            <a:r>
              <a:rPr sz="3200" b="1" spc="40" dirty="0">
                <a:latin typeface="Comic Sans MS"/>
                <a:cs typeface="Comic Sans MS"/>
              </a:rPr>
              <a:t>s</a:t>
            </a:r>
            <a:r>
              <a:rPr sz="3200" b="1" dirty="0">
                <a:latin typeface="Comic Sans MS"/>
                <a:cs typeface="Comic Sans MS"/>
              </a:rPr>
              <a:t>s</a:t>
            </a:r>
            <a:r>
              <a:rPr sz="3200" b="1" spc="-350" dirty="0">
                <a:latin typeface="Comic Sans MS"/>
                <a:cs typeface="Comic Sans MS"/>
              </a:rPr>
              <a:t> </a:t>
            </a:r>
            <a:r>
              <a:rPr sz="3200" b="1" spc="-30" dirty="0">
                <a:latin typeface="Comic Sans MS"/>
                <a:cs typeface="Comic Sans MS"/>
              </a:rPr>
              <a:t>T</a:t>
            </a:r>
            <a:r>
              <a:rPr sz="3200" b="1" spc="5" dirty="0">
                <a:latin typeface="Comic Sans MS"/>
                <a:cs typeface="Comic Sans MS"/>
              </a:rPr>
              <a:t>e</a:t>
            </a:r>
            <a:r>
              <a:rPr sz="3200" b="1" spc="40" dirty="0">
                <a:latin typeface="Comic Sans MS"/>
                <a:cs typeface="Comic Sans MS"/>
              </a:rPr>
              <a:t>s</a:t>
            </a:r>
            <a:r>
              <a:rPr sz="3200" b="1" dirty="0">
                <a:latin typeface="Comic Sans MS"/>
                <a:cs typeface="Comic Sans MS"/>
              </a:rPr>
              <a:t>t</a:t>
            </a:r>
            <a:r>
              <a:rPr sz="3200" b="1" spc="-95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-</a:t>
            </a:r>
            <a:r>
              <a:rPr sz="3200" b="1" spc="-45" dirty="0">
                <a:latin typeface="Comic Sans MS"/>
                <a:cs typeface="Comic Sans MS"/>
              </a:rPr>
              <a:t> </a:t>
            </a:r>
            <a:r>
              <a:rPr sz="3200" b="1" spc="-30" dirty="0">
                <a:latin typeface="Comic Sans MS"/>
                <a:cs typeface="Comic Sans MS"/>
              </a:rPr>
              <a:t>W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20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T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7513" y="2208958"/>
            <a:ext cx="7886700" cy="304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5470">
              <a:lnSpc>
                <a:spcPct val="112200"/>
              </a:lnSpc>
              <a:spcBef>
                <a:spcPts val="100"/>
              </a:spcBef>
            </a:pP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b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b="1" u="sng" spc="-114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300" b="1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spc="-10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300" b="1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nn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b="1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spc="-28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b="1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b="1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b="1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b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nn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300" b="1" u="sng" spc="-3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-6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(</a:t>
            </a:r>
            <a:r>
              <a:rPr sz="2300" b="1" u="sng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g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0" dirty="0">
                <a:solidFill>
                  <a:srgbClr val="404040"/>
                </a:solidFill>
                <a:latin typeface="Comic Sans MS"/>
                <a:cs typeface="Comic Sans MS"/>
              </a:rPr>
              <a:t>Equivalence</a:t>
            </a:r>
            <a:r>
              <a:rPr sz="2300" b="1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5" dirty="0">
                <a:solidFill>
                  <a:srgbClr val="404040"/>
                </a:solidFill>
                <a:latin typeface="Comic Sans MS"/>
                <a:cs typeface="Comic Sans MS"/>
              </a:rPr>
              <a:t>Class</a:t>
            </a:r>
            <a:r>
              <a:rPr sz="2300" b="1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5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b="1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2300" b="1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spc="-15" dirty="0">
                <a:solidFill>
                  <a:srgbClr val="404040"/>
                </a:solidFill>
                <a:latin typeface="Comic Sans MS"/>
                <a:cs typeface="Comic Sans MS"/>
              </a:rPr>
              <a:t>SECT)</a:t>
            </a:r>
            <a:endParaRPr sz="2300">
              <a:latin typeface="Comic Sans MS"/>
              <a:cs typeface="Comic Sans MS"/>
            </a:endParaRPr>
          </a:p>
          <a:p>
            <a:pPr marL="88900" marR="898525" indent="12700">
              <a:lnSpc>
                <a:spcPct val="112200"/>
              </a:lnSpc>
              <a:spcBef>
                <a:spcPts val="1100"/>
              </a:spcBef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 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  <a:p>
            <a:pPr marL="469900" indent="-152400">
              <a:lnSpc>
                <a:spcPct val="100000"/>
              </a:lnSpc>
              <a:spcBef>
                <a:spcPts val="735"/>
              </a:spcBef>
              <a:buClr>
                <a:srgbClr val="D34817"/>
              </a:buClr>
              <a:buFont typeface="Calibri"/>
              <a:buChar char="◦"/>
              <a:tabLst>
                <a:tab pos="46990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Grand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test,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difficiles</a:t>
            </a:r>
            <a:r>
              <a:rPr sz="1900" spc="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gérer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manuellement</a:t>
            </a:r>
            <a:endParaRPr sz="1900">
              <a:latin typeface="Comic Sans MS"/>
              <a:cs typeface="Comic Sans MS"/>
            </a:endParaRPr>
          </a:p>
          <a:p>
            <a:pPr marL="469900" marR="5080" indent="-152400">
              <a:lnSpc>
                <a:spcPct val="113900"/>
              </a:lnSpc>
              <a:spcBef>
                <a:spcPts val="2100"/>
              </a:spcBef>
              <a:buClr>
                <a:srgbClr val="D34817"/>
              </a:buClr>
              <a:buFont typeface="Calibri"/>
              <a:buChar char="◦"/>
              <a:tabLst>
                <a:tab pos="469900" algn="l"/>
              </a:tabLst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Cependant,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30" dirty="0">
                <a:solidFill>
                  <a:srgbClr val="404040"/>
                </a:solidFill>
                <a:latin typeface="Comic Sans MS"/>
                <a:cs typeface="Comic Sans MS"/>
              </a:rPr>
              <a:t>bien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que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certaines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classes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créées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puissent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être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invalides,</a:t>
            </a:r>
            <a:r>
              <a:rPr sz="1900" spc="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cette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méthode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offre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grande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variété</a:t>
            </a:r>
            <a:r>
              <a:rPr sz="1900" spc="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19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5575" y="1534680"/>
            <a:ext cx="75095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u="heavy" spc="-20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3200" b="1" u="heavy" spc="-10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3200" b="1" u="heavy" spc="-40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3200" b="1" u="heavy" spc="15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3200" b="1" u="heavy" spc="25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3200" b="1" u="heavy" dirty="0"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g</a:t>
            </a:r>
            <a:r>
              <a:rPr sz="3200" b="1" spc="-19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35" dirty="0">
                <a:latin typeface="Comic Sans MS"/>
                <a:cs typeface="Comic Sans MS"/>
              </a:rPr>
              <a:t>qu</a:t>
            </a:r>
            <a:r>
              <a:rPr sz="3200" b="1" dirty="0">
                <a:latin typeface="Comic Sans MS"/>
                <a:cs typeface="Comic Sans MS"/>
              </a:rPr>
              <a:t>i</a:t>
            </a:r>
            <a:r>
              <a:rPr sz="3200" b="1" spc="40" dirty="0">
                <a:latin typeface="Comic Sans MS"/>
                <a:cs typeface="Comic Sans MS"/>
              </a:rPr>
              <a:t>v</a:t>
            </a:r>
            <a:r>
              <a:rPr sz="3200" b="1" spc="20" dirty="0">
                <a:latin typeface="Comic Sans MS"/>
                <a:cs typeface="Comic Sans MS"/>
              </a:rPr>
              <a:t>al</a:t>
            </a:r>
            <a:r>
              <a:rPr sz="3200" b="1" spc="-90" dirty="0">
                <a:latin typeface="Comic Sans MS"/>
                <a:cs typeface="Comic Sans MS"/>
              </a:rPr>
              <a:t>e</a:t>
            </a:r>
            <a:r>
              <a:rPr sz="3200" b="1" spc="25" dirty="0">
                <a:latin typeface="Comic Sans MS"/>
                <a:cs typeface="Comic Sans MS"/>
              </a:rPr>
              <a:t>n</a:t>
            </a:r>
            <a:r>
              <a:rPr sz="3200" b="1" spc="-45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-380" dirty="0">
                <a:latin typeface="Comic Sans MS"/>
                <a:cs typeface="Comic Sans MS"/>
              </a:rPr>
              <a:t> </a:t>
            </a:r>
            <a:r>
              <a:rPr sz="3200" b="1" spc="20" dirty="0">
                <a:latin typeface="Comic Sans MS"/>
                <a:cs typeface="Comic Sans MS"/>
              </a:rPr>
              <a:t>Cla</a:t>
            </a:r>
            <a:r>
              <a:rPr sz="3200" b="1" spc="40" dirty="0">
                <a:latin typeface="Comic Sans MS"/>
                <a:cs typeface="Comic Sans MS"/>
              </a:rPr>
              <a:t>s</a:t>
            </a:r>
            <a:r>
              <a:rPr sz="3200" b="1" dirty="0">
                <a:latin typeface="Comic Sans MS"/>
                <a:cs typeface="Comic Sans MS"/>
              </a:rPr>
              <a:t>s</a:t>
            </a:r>
            <a:r>
              <a:rPr sz="3200" b="1" spc="-245" dirty="0">
                <a:latin typeface="Comic Sans MS"/>
                <a:cs typeface="Comic Sans MS"/>
              </a:rPr>
              <a:t> </a:t>
            </a:r>
            <a:r>
              <a:rPr sz="3200" b="1" spc="-30" dirty="0">
                <a:latin typeface="Comic Sans MS"/>
                <a:cs typeface="Comic Sans MS"/>
              </a:rPr>
              <a:t>T</a:t>
            </a:r>
            <a:r>
              <a:rPr sz="3200" b="1" spc="5" dirty="0">
                <a:latin typeface="Comic Sans MS"/>
                <a:cs typeface="Comic Sans MS"/>
              </a:rPr>
              <a:t>e</a:t>
            </a:r>
            <a:r>
              <a:rPr sz="3200" b="1" spc="40" dirty="0">
                <a:latin typeface="Comic Sans MS"/>
                <a:cs typeface="Comic Sans MS"/>
              </a:rPr>
              <a:t>s</a:t>
            </a:r>
            <a:r>
              <a:rPr sz="3200" b="1" dirty="0">
                <a:latin typeface="Comic Sans MS"/>
                <a:cs typeface="Comic Sans MS"/>
              </a:rPr>
              <a:t>t</a:t>
            </a:r>
            <a:r>
              <a:rPr sz="3200" b="1" spc="-195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-</a:t>
            </a:r>
            <a:r>
              <a:rPr sz="3200" b="1" spc="-45" dirty="0">
                <a:latin typeface="Comic Sans MS"/>
                <a:cs typeface="Comic Sans MS"/>
              </a:rPr>
              <a:t> </a:t>
            </a:r>
            <a:r>
              <a:rPr sz="3200" b="1" spc="-20" dirty="0">
                <a:latin typeface="Comic Sans MS"/>
                <a:cs typeface="Comic Sans MS"/>
              </a:rPr>
              <a:t>S</a:t>
            </a:r>
            <a:r>
              <a:rPr sz="3200" b="1" dirty="0">
                <a:latin typeface="Comic Sans MS"/>
                <a:cs typeface="Comic Sans MS"/>
              </a:rPr>
              <a:t>E</a:t>
            </a:r>
            <a:r>
              <a:rPr sz="3200" b="1" spc="20" dirty="0">
                <a:latin typeface="Comic Sans MS"/>
                <a:cs typeface="Comic Sans MS"/>
              </a:rPr>
              <a:t>C</a:t>
            </a:r>
            <a:r>
              <a:rPr sz="3200" b="1" dirty="0">
                <a:latin typeface="Comic Sans MS"/>
                <a:cs typeface="Comic Sans MS"/>
              </a:rPr>
              <a:t>T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737" y="2100366"/>
            <a:ext cx="7512684" cy="391858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595"/>
              </a:spcBef>
            </a:pP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endParaRPr sz="2300">
              <a:latin typeface="Comic Sans MS"/>
              <a:cs typeface="Comic Sans MS"/>
            </a:endParaRPr>
          </a:p>
          <a:p>
            <a:pPr marL="139700">
              <a:lnSpc>
                <a:spcPct val="100000"/>
              </a:lnSpc>
              <a:spcBef>
                <a:spcPts val="1240"/>
              </a:spcBef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se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subdivise</a:t>
            </a:r>
            <a:r>
              <a:rPr sz="1900" spc="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3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classes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d’équivalence,</a:t>
            </a:r>
            <a:r>
              <a:rPr sz="1900" spc="40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4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et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endParaRPr sz="1900">
              <a:latin typeface="Comic Sans MS"/>
              <a:cs typeface="Comic Sans MS"/>
            </a:endParaRPr>
          </a:p>
          <a:p>
            <a:pPr marL="279400" indent="-139700">
              <a:lnSpc>
                <a:spcPct val="100000"/>
              </a:lnSpc>
              <a:spcBef>
                <a:spcPts val="1415"/>
              </a:spcBef>
              <a:buClr>
                <a:srgbClr val="D34817"/>
              </a:buClr>
              <a:buFont typeface="Calibri"/>
              <a:buChar char="◦"/>
              <a:tabLst>
                <a:tab pos="279400" algn="l"/>
                <a:tab pos="2437765" algn="l"/>
                <a:tab pos="29203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A1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A2</a:t>
            </a:r>
            <a:r>
              <a:rPr sz="19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A3	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où	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50" spc="15" baseline="-17094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950" spc="150" baseline="-1709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An</a:t>
            </a:r>
            <a:endParaRPr sz="1900">
              <a:latin typeface="Comic Sans MS"/>
              <a:cs typeface="Comic Sans MS"/>
            </a:endParaRPr>
          </a:p>
          <a:p>
            <a:pPr marL="279400" indent="-139700">
              <a:lnSpc>
                <a:spcPct val="100000"/>
              </a:lnSpc>
              <a:spcBef>
                <a:spcPts val="1415"/>
              </a:spcBef>
              <a:buClr>
                <a:srgbClr val="D34817"/>
              </a:buClr>
              <a:buFont typeface="Calibri"/>
              <a:buChar char="◦"/>
              <a:tabLst>
                <a:tab pos="279400" algn="l"/>
                <a:tab pos="2920365" algn="l"/>
                <a:tab pos="34029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B1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B2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B3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B4	où	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1950" spc="-22" baseline="-17094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950" spc="292" baseline="-1709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Bn</a:t>
            </a:r>
            <a:endParaRPr sz="1900">
              <a:latin typeface="Comic Sans MS"/>
              <a:cs typeface="Comic Sans MS"/>
            </a:endParaRPr>
          </a:p>
          <a:p>
            <a:pPr marL="279400" indent="-139700">
              <a:lnSpc>
                <a:spcPct val="100000"/>
              </a:lnSpc>
              <a:spcBef>
                <a:spcPts val="1320"/>
              </a:spcBef>
              <a:buClr>
                <a:srgbClr val="D34817"/>
              </a:buClr>
              <a:buFont typeface="Calibri"/>
              <a:buChar char="◦"/>
              <a:tabLst>
                <a:tab pos="279400" algn="l"/>
                <a:tab pos="1752600" algn="l"/>
                <a:tab pos="22218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C1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C2	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où	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950" spc="15" baseline="-17094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950" spc="292" baseline="-1709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Cn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50">
              <a:latin typeface="Comic Sans MS"/>
              <a:cs typeface="Comic Sans MS"/>
            </a:endParaRPr>
          </a:p>
          <a:p>
            <a:pPr marL="50800" marR="43180">
              <a:lnSpc>
                <a:spcPct val="111000"/>
              </a:lnSpc>
            </a:pP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cl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5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100" spc="15" dirty="0">
                <a:solidFill>
                  <a:srgbClr val="404040"/>
                </a:solidFill>
                <a:latin typeface="Comic Sans MS"/>
                <a:cs typeface="Comic Sans MS"/>
              </a:rPr>
              <a:t>W</a:t>
            </a:r>
            <a:r>
              <a:rPr sz="2100" spc="-1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) :</a:t>
            </a:r>
            <a:r>
              <a:rPr sz="21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-15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  variable,</a:t>
            </a:r>
            <a:r>
              <a:rPr sz="21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choisir</a:t>
            </a: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représentant</a:t>
            </a:r>
            <a:r>
              <a:rPr sz="21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classe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d’équivalence</a:t>
            </a:r>
            <a:endParaRPr sz="2100">
              <a:latin typeface="Comic Sans MS"/>
              <a:cs typeface="Comic Sans MS"/>
            </a:endParaRPr>
          </a:p>
          <a:p>
            <a:pPr marL="76200">
              <a:lnSpc>
                <a:spcPct val="100000"/>
              </a:lnSpc>
              <a:spcBef>
                <a:spcPts val="1275"/>
              </a:spcBef>
            </a:pPr>
            <a:r>
              <a:rPr sz="1900" b="1" spc="-25" dirty="0">
                <a:solidFill>
                  <a:srgbClr val="9B2D1F"/>
                </a:solidFill>
                <a:latin typeface="Comic Sans MS"/>
                <a:cs typeface="Comic Sans MS"/>
              </a:rPr>
              <a:t>Le</a:t>
            </a:r>
            <a:r>
              <a:rPr sz="1900" b="1" spc="10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-5" dirty="0">
                <a:solidFill>
                  <a:srgbClr val="9B2D1F"/>
                </a:solidFill>
                <a:latin typeface="Comic Sans MS"/>
                <a:cs typeface="Comic Sans MS"/>
              </a:rPr>
              <a:t>nombre</a:t>
            </a:r>
            <a:r>
              <a:rPr sz="1900" b="1" spc="10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-10" dirty="0">
                <a:solidFill>
                  <a:srgbClr val="9B2D1F"/>
                </a:solidFill>
                <a:latin typeface="Comic Sans MS"/>
                <a:cs typeface="Comic Sans MS"/>
              </a:rPr>
              <a:t>de</a:t>
            </a:r>
            <a:r>
              <a:rPr sz="1900" b="1" spc="10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20" dirty="0">
                <a:solidFill>
                  <a:srgbClr val="9B2D1F"/>
                </a:solidFill>
                <a:latin typeface="Comic Sans MS"/>
                <a:cs typeface="Comic Sans MS"/>
              </a:rPr>
              <a:t>cas</a:t>
            </a:r>
            <a:r>
              <a:rPr sz="1900" b="1" spc="-5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-10" dirty="0">
                <a:solidFill>
                  <a:srgbClr val="9B2D1F"/>
                </a:solidFill>
                <a:latin typeface="Comic Sans MS"/>
                <a:cs typeface="Comic Sans MS"/>
              </a:rPr>
              <a:t>de</a:t>
            </a:r>
            <a:r>
              <a:rPr sz="1900" b="1" spc="10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test</a:t>
            </a:r>
            <a:r>
              <a:rPr sz="1900" b="1" spc="-2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est</a:t>
            </a:r>
            <a:r>
              <a:rPr sz="1900" b="1" spc="7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-5" dirty="0">
                <a:solidFill>
                  <a:srgbClr val="9B2D1F"/>
                </a:solidFill>
                <a:latin typeface="Comic Sans MS"/>
                <a:cs typeface="Comic Sans MS"/>
              </a:rPr>
              <a:t>donc</a:t>
            </a:r>
            <a:r>
              <a:rPr sz="1900" b="1" spc="9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5" dirty="0">
                <a:solidFill>
                  <a:srgbClr val="9B2D1F"/>
                </a:solidFill>
                <a:latin typeface="Comic Sans MS"/>
                <a:cs typeface="Comic Sans MS"/>
              </a:rPr>
              <a:t>max(|A|,</a:t>
            </a:r>
            <a:r>
              <a:rPr sz="1900" b="1" spc="4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|B|,</a:t>
            </a:r>
            <a:r>
              <a:rPr sz="1900" b="1" spc="4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|C|)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1100" y="1534680"/>
            <a:ext cx="58585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omic Sans MS"/>
                <a:cs typeface="Comic Sans MS"/>
              </a:rPr>
              <a:t>Nombre</a:t>
            </a:r>
            <a:r>
              <a:rPr sz="3200" b="1" spc="-195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de</a:t>
            </a:r>
            <a:r>
              <a:rPr sz="3200" b="1" spc="-9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Cas</a:t>
            </a:r>
            <a:r>
              <a:rPr sz="3200" b="1" spc="-160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Test</a:t>
            </a:r>
            <a:r>
              <a:rPr sz="3200" b="1" spc="-21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-</a:t>
            </a:r>
            <a:r>
              <a:rPr sz="3200" b="1" spc="-60" dirty="0">
                <a:latin typeface="Comic Sans MS"/>
                <a:cs typeface="Comic Sans MS"/>
              </a:rPr>
              <a:t> </a:t>
            </a:r>
            <a:r>
              <a:rPr sz="3200" b="1" spc="-5" dirty="0">
                <a:latin typeface="Comic Sans MS"/>
                <a:cs typeface="Comic Sans MS"/>
              </a:rPr>
              <a:t>WECT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733649" y="3277423"/>
          <a:ext cx="6221730" cy="14498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9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693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10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652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ts val="1310"/>
                        </a:lnSpc>
                        <a:spcBef>
                          <a:spcPts val="10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310"/>
                        </a:lnSpc>
                        <a:spcBef>
                          <a:spcPts val="10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1350" algn="r">
                        <a:lnSpc>
                          <a:spcPts val="1310"/>
                        </a:lnSpc>
                        <a:spcBef>
                          <a:spcPts val="10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36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9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5" dirty="0">
                          <a:latin typeface="Times New Roman"/>
                          <a:cs typeface="Times New Roman"/>
                        </a:rPr>
                        <a:t>WE1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8025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5155" algn="r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9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5" dirty="0">
                          <a:latin typeface="Times New Roman"/>
                          <a:cs typeface="Times New Roman"/>
                        </a:rPr>
                        <a:t>WE2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8025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5155" algn="r">
                        <a:lnSpc>
                          <a:spcPts val="131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32">
                <a:tc>
                  <a:txBody>
                    <a:bodyPr/>
                    <a:lstStyle/>
                    <a:p>
                      <a:pPr algn="ctr">
                        <a:lnSpc>
                          <a:spcPts val="1285"/>
                        </a:lnSpc>
                        <a:spcBef>
                          <a:spcPts val="745"/>
                        </a:spcBef>
                      </a:pPr>
                      <a:r>
                        <a:rPr sz="1200" spc="5" dirty="0">
                          <a:latin typeface="Times New Roman"/>
                          <a:cs typeface="Times New Roman"/>
                        </a:rPr>
                        <a:t>WE3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8025">
                        <a:lnSpc>
                          <a:spcPts val="1285"/>
                        </a:lnSpc>
                        <a:spcBef>
                          <a:spcPts val="7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85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5155" algn="r">
                        <a:lnSpc>
                          <a:spcPts val="1285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6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5" dirty="0">
                          <a:latin typeface="Times New Roman"/>
                          <a:cs typeface="Times New Roman"/>
                        </a:rPr>
                        <a:t>WE4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802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05155" algn="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9010" y="2454537"/>
            <a:ext cx="26409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5" dirty="0">
                <a:latin typeface="Palatino Linotype"/>
                <a:cs typeface="Palatino Linotype"/>
              </a:rPr>
              <a:t>Cas</a:t>
            </a:r>
            <a:r>
              <a:rPr sz="2600" spc="15" dirty="0">
                <a:latin typeface="Palatino Linotype"/>
                <a:cs typeface="Palatino Linotype"/>
              </a:rPr>
              <a:t> </a:t>
            </a:r>
            <a:r>
              <a:rPr sz="2600" spc="5" dirty="0">
                <a:latin typeface="Palatino Linotype"/>
                <a:cs typeface="Palatino Linotype"/>
              </a:rPr>
              <a:t>de</a:t>
            </a:r>
            <a:r>
              <a:rPr sz="2600" spc="-120" dirty="0">
                <a:latin typeface="Palatino Linotype"/>
                <a:cs typeface="Palatino Linotype"/>
              </a:rPr>
              <a:t> </a:t>
            </a:r>
            <a:r>
              <a:rPr sz="2600" spc="-30" dirty="0">
                <a:latin typeface="Palatino Linotype"/>
                <a:cs typeface="Palatino Linotype"/>
              </a:rPr>
              <a:t>test</a:t>
            </a:r>
            <a:r>
              <a:rPr sz="2600" spc="70" dirty="0">
                <a:latin typeface="Palatino Linotype"/>
                <a:cs typeface="Palatino Linotype"/>
              </a:rPr>
              <a:t> </a:t>
            </a:r>
            <a:r>
              <a:rPr sz="2600" spc="-10" dirty="0">
                <a:latin typeface="Palatino Linotype"/>
                <a:cs typeface="Palatino Linotype"/>
              </a:rPr>
              <a:t>WECT</a:t>
            </a:r>
            <a:endParaRPr sz="2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21100" y="1534680"/>
            <a:ext cx="58585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omic Sans MS"/>
                <a:cs typeface="Comic Sans MS"/>
              </a:rPr>
              <a:t>Nombre</a:t>
            </a:r>
            <a:r>
              <a:rPr sz="3200" b="1" spc="-195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de</a:t>
            </a:r>
            <a:r>
              <a:rPr sz="3200" b="1" spc="-9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Cas</a:t>
            </a:r>
            <a:r>
              <a:rPr sz="3200" b="1" spc="-160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Test</a:t>
            </a:r>
            <a:r>
              <a:rPr sz="3200" b="1" spc="-21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-</a:t>
            </a:r>
            <a:r>
              <a:rPr sz="3200" b="1" spc="-60" dirty="0">
                <a:latin typeface="Comic Sans MS"/>
                <a:cs typeface="Comic Sans MS"/>
              </a:rPr>
              <a:t> </a:t>
            </a:r>
            <a:r>
              <a:rPr sz="3200" b="1" spc="-5" dirty="0">
                <a:latin typeface="Comic Sans MS"/>
                <a:cs typeface="Comic Sans MS"/>
              </a:rPr>
              <a:t>WECT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3479" y="2252102"/>
            <a:ext cx="608393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4579" y="4104704"/>
            <a:ext cx="819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404040"/>
                </a:solidFill>
                <a:latin typeface="Comic Sans MS"/>
                <a:cs typeface="Comic Sans MS"/>
              </a:rPr>
              <a:t>`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5379" y="2759664"/>
            <a:ext cx="7781290" cy="320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indent="-139700">
              <a:lnSpc>
                <a:spcPct val="100000"/>
              </a:lnSpc>
              <a:spcBef>
                <a:spcPts val="95"/>
              </a:spcBef>
              <a:buClr>
                <a:srgbClr val="D34817"/>
              </a:buClr>
              <a:buFont typeface="Calibri"/>
              <a:buChar char="◦"/>
              <a:tabLst>
                <a:tab pos="266700" algn="l"/>
                <a:tab pos="2425065" algn="l"/>
                <a:tab pos="29076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A1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A2</a:t>
            </a:r>
            <a:r>
              <a:rPr sz="19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A3	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où	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950" spc="15" baseline="-17094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950" spc="150" baseline="-1709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An</a:t>
            </a:r>
            <a:endParaRPr sz="1900">
              <a:latin typeface="Comic Sans MS"/>
              <a:cs typeface="Comic Sans MS"/>
            </a:endParaRPr>
          </a:p>
          <a:p>
            <a:pPr marL="266700" indent="-139700">
              <a:lnSpc>
                <a:spcPct val="100000"/>
              </a:lnSpc>
              <a:spcBef>
                <a:spcPts val="1420"/>
              </a:spcBef>
              <a:buClr>
                <a:srgbClr val="D34817"/>
              </a:buClr>
              <a:buFont typeface="Calibri"/>
              <a:buChar char="◦"/>
              <a:tabLst>
                <a:tab pos="266700" algn="l"/>
                <a:tab pos="2907665" algn="l"/>
                <a:tab pos="33902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B1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B2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B3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B4	où	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1950" spc="-22" baseline="-17094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950" spc="292" baseline="-1709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Bn</a:t>
            </a:r>
            <a:endParaRPr sz="1900">
              <a:latin typeface="Comic Sans MS"/>
              <a:cs typeface="Comic Sans MS"/>
            </a:endParaRPr>
          </a:p>
          <a:p>
            <a:pPr marL="266700" indent="-139700">
              <a:lnSpc>
                <a:spcPct val="100000"/>
              </a:lnSpc>
              <a:spcBef>
                <a:spcPts val="1415"/>
              </a:spcBef>
              <a:buClr>
                <a:srgbClr val="D34817"/>
              </a:buClr>
              <a:buFont typeface="Calibri"/>
              <a:buChar char="◦"/>
              <a:tabLst>
                <a:tab pos="266700" algn="l"/>
                <a:tab pos="1739900" algn="l"/>
                <a:tab pos="2209165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C1</a:t>
            </a:r>
            <a:r>
              <a:rPr sz="19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C2	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où	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950" spc="15" baseline="-17094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950" spc="292" baseline="-1709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in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Cn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1850">
              <a:latin typeface="Comic Sans MS"/>
              <a:cs typeface="Comic Sans MS"/>
            </a:endParaRPr>
          </a:p>
          <a:p>
            <a:pPr marL="38100" marR="30480" indent="12700" algn="just">
              <a:lnSpc>
                <a:spcPct val="112200"/>
              </a:lnSpc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classes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d’équivalence</a:t>
            </a:r>
            <a:r>
              <a:rPr sz="2300" spc="-3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fortes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(SECT)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basé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2300" spc="-6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produit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Cartésien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sous-ensembles</a:t>
            </a:r>
            <a:r>
              <a:rPr sz="2300" spc="-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partitions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(A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x </a:t>
            </a:r>
            <a:r>
              <a:rPr sz="2300" spc="-6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 marL="127000" algn="just">
              <a:lnSpc>
                <a:spcPct val="100000"/>
              </a:lnSpc>
              <a:spcBef>
                <a:spcPts val="1240"/>
              </a:spcBef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donc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|A|</a:t>
            </a:r>
            <a:r>
              <a:rPr sz="1900" b="1" spc="7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x</a:t>
            </a:r>
            <a:r>
              <a:rPr sz="1900" b="1" spc="5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-5" dirty="0">
                <a:solidFill>
                  <a:srgbClr val="9B2D1F"/>
                </a:solidFill>
                <a:latin typeface="Comic Sans MS"/>
                <a:cs typeface="Comic Sans MS"/>
              </a:rPr>
              <a:t>|B|</a:t>
            </a:r>
            <a:r>
              <a:rPr sz="1900" b="1" spc="-3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dirty="0">
                <a:solidFill>
                  <a:srgbClr val="9B2D1F"/>
                </a:solidFill>
                <a:latin typeface="Comic Sans MS"/>
                <a:cs typeface="Comic Sans MS"/>
              </a:rPr>
              <a:t>x</a:t>
            </a:r>
            <a:r>
              <a:rPr sz="1900" b="1" spc="4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1900" b="1" spc="10" dirty="0">
                <a:solidFill>
                  <a:srgbClr val="9B2D1F"/>
                </a:solidFill>
                <a:latin typeface="Comic Sans MS"/>
                <a:cs typeface="Comic Sans MS"/>
              </a:rPr>
              <a:t>|C|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84575" y="1534680"/>
            <a:ext cx="57188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omic Sans MS"/>
                <a:cs typeface="Comic Sans MS"/>
              </a:rPr>
              <a:t>Nombre</a:t>
            </a:r>
            <a:r>
              <a:rPr sz="3200" b="1" spc="-195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de</a:t>
            </a:r>
            <a:r>
              <a:rPr sz="3200" b="1" spc="-9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Cas</a:t>
            </a:r>
            <a:r>
              <a:rPr sz="3200" b="1" spc="-165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Test</a:t>
            </a:r>
            <a:r>
              <a:rPr sz="3200" b="1" spc="-215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-</a:t>
            </a:r>
            <a:r>
              <a:rPr sz="3200" b="1" spc="-6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SECT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172200"/>
            <a:ext cx="9829800" cy="469900"/>
            <a:chOff x="114300" y="6172200"/>
            <a:chExt cx="9829800" cy="4699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11900" y="6172199"/>
              <a:ext cx="1181100" cy="177800"/>
            </a:xfrm>
            <a:custGeom>
              <a:avLst/>
              <a:gdLst/>
              <a:ahLst/>
              <a:cxnLst/>
              <a:rect l="l" t="t" r="r" b="b"/>
              <a:pathLst>
                <a:path w="1181100" h="17780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177800"/>
                  </a:lnTo>
                  <a:lnTo>
                    <a:pt x="12700" y="1778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  <a:path w="1181100" h="177800">
                  <a:moveTo>
                    <a:pt x="1181100" y="0"/>
                  </a:moveTo>
                  <a:lnTo>
                    <a:pt x="1168400" y="0"/>
                  </a:lnTo>
                  <a:lnTo>
                    <a:pt x="1168400" y="12700"/>
                  </a:lnTo>
                  <a:lnTo>
                    <a:pt x="1168400" y="177800"/>
                  </a:lnTo>
                  <a:lnTo>
                    <a:pt x="1181100" y="177800"/>
                  </a:lnTo>
                  <a:lnTo>
                    <a:pt x="1181100" y="12700"/>
                  </a:lnTo>
                  <a:lnTo>
                    <a:pt x="1181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41399" y="2156385"/>
          <a:ext cx="8034016" cy="40060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5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6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rowSpan="25">
                  <a:txBody>
                    <a:bodyPr/>
                    <a:lstStyle/>
                    <a:p>
                      <a:pPr marL="963930" marR="770890">
                        <a:lnSpc>
                          <a:spcPts val="3100"/>
                        </a:lnSpc>
                        <a:spcBef>
                          <a:spcPts val="2495"/>
                        </a:spcBef>
                      </a:pPr>
                      <a:r>
                        <a:rPr sz="2600" spc="-15" dirty="0">
                          <a:latin typeface="Palatino Linotype"/>
                          <a:cs typeface="Palatino Linotype"/>
                        </a:rPr>
                        <a:t>Cas </a:t>
                      </a:r>
                      <a:r>
                        <a:rPr sz="2600" spc="5" dirty="0">
                          <a:latin typeface="Palatino Linotype"/>
                          <a:cs typeface="Palatino Linotype"/>
                        </a:rPr>
                        <a:t>de </a:t>
                      </a:r>
                      <a:r>
                        <a:rPr sz="2600" spc="-30" dirty="0">
                          <a:latin typeface="Palatino Linotype"/>
                          <a:cs typeface="Palatino Linotype"/>
                        </a:rPr>
                        <a:t>test </a:t>
                      </a:r>
                      <a:r>
                        <a:rPr sz="2600" spc="-2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600" dirty="0">
                          <a:latin typeface="Palatino Linotype"/>
                          <a:cs typeface="Palatino Linotype"/>
                        </a:rPr>
                        <a:t>SECT</a:t>
                      </a:r>
                      <a:r>
                        <a:rPr sz="2600" spc="-8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600" dirty="0">
                          <a:latin typeface="Palatino Linotype"/>
                          <a:cs typeface="Palatino Linotype"/>
                        </a:rPr>
                        <a:t>:</a:t>
                      </a:r>
                      <a:r>
                        <a:rPr sz="2600" spc="-45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2600" spc="-10" dirty="0">
                          <a:latin typeface="Palatino Linotype"/>
                          <a:cs typeface="Palatino Linotype"/>
                        </a:rPr>
                        <a:t>3*4*2</a:t>
                      </a:r>
                      <a:endParaRPr sz="2600">
                        <a:latin typeface="Palatino Linotype"/>
                        <a:cs typeface="Palatino Linotype"/>
                      </a:endParaRPr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750" b="1" spc="-10" dirty="0">
                          <a:latin typeface="Courier New"/>
                          <a:cs typeface="Courier New"/>
                        </a:rPr>
                        <a:t>Cas</a:t>
                      </a:r>
                      <a:r>
                        <a:rPr sz="75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50" b="1" spc="-10" dirty="0"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75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50" b="1" spc="-10" dirty="0">
                          <a:latin typeface="Courier New"/>
                          <a:cs typeface="Courier New"/>
                        </a:rPr>
                        <a:t>Test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750" b="1" dirty="0">
                          <a:latin typeface="Courier New"/>
                          <a:cs typeface="Courier New"/>
                        </a:rPr>
                        <a:t>A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750" b="1" dirty="0">
                          <a:latin typeface="Courier New"/>
                          <a:cs typeface="Courier New"/>
                        </a:rPr>
                        <a:t>B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372110">
                        <a:lnSpc>
                          <a:spcPts val="840"/>
                        </a:lnSpc>
                        <a:spcBef>
                          <a:spcPts val="5"/>
                        </a:spcBef>
                      </a:pPr>
                      <a:r>
                        <a:rPr sz="750" b="1" dirty="0">
                          <a:latin typeface="Courier New"/>
                          <a:cs typeface="Courier New"/>
                        </a:rPr>
                        <a:t>C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8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SE5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SE6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9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  <a:spcBef>
                          <a:spcPts val="37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SE7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  <a:spcBef>
                          <a:spcPts val="37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  <a:spcBef>
                          <a:spcPts val="37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25"/>
                        </a:lnSpc>
                        <a:spcBef>
                          <a:spcPts val="37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9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5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SE8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SE9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SE10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83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SE15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SE16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SE17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9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SE18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SE19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2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25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SE20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5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T="463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6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SE21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6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SE22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8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SE23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ts val="735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C1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24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6865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SE24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A3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B4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50" b="1" dirty="0">
                          <a:latin typeface="Courier New"/>
                          <a:cs typeface="Courier New"/>
                        </a:rPr>
                        <a:t>C2</a:t>
                      </a:r>
                      <a:endParaRPr sz="65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D3481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84575" y="1534680"/>
            <a:ext cx="57188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Comic Sans MS"/>
                <a:cs typeface="Comic Sans MS"/>
              </a:rPr>
              <a:t>Nombre</a:t>
            </a:r>
            <a:r>
              <a:rPr sz="3200" b="1" spc="-195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de</a:t>
            </a:r>
            <a:r>
              <a:rPr sz="3200" b="1" spc="-95" dirty="0">
                <a:latin typeface="Comic Sans MS"/>
                <a:cs typeface="Comic Sans MS"/>
              </a:rPr>
              <a:t> </a:t>
            </a:r>
            <a:r>
              <a:rPr sz="3200" b="1" spc="10" dirty="0">
                <a:latin typeface="Comic Sans MS"/>
                <a:cs typeface="Comic Sans MS"/>
              </a:rPr>
              <a:t>Cas</a:t>
            </a:r>
            <a:r>
              <a:rPr sz="3200" b="1" spc="-165" dirty="0">
                <a:latin typeface="Comic Sans MS"/>
                <a:cs typeface="Comic Sans MS"/>
              </a:rPr>
              <a:t> </a:t>
            </a:r>
            <a:r>
              <a:rPr sz="3200" b="1" spc="5" dirty="0">
                <a:latin typeface="Comic Sans MS"/>
                <a:cs typeface="Comic Sans MS"/>
              </a:rPr>
              <a:t>Test</a:t>
            </a:r>
            <a:r>
              <a:rPr sz="3200" b="1" spc="-215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-</a:t>
            </a:r>
            <a:r>
              <a:rPr sz="3200" b="1" spc="-60" dirty="0">
                <a:latin typeface="Comic Sans MS"/>
                <a:cs typeface="Comic Sans MS"/>
              </a:rPr>
              <a:t> </a:t>
            </a:r>
            <a:r>
              <a:rPr sz="3200" b="1" dirty="0">
                <a:latin typeface="Comic Sans MS"/>
                <a:cs typeface="Comic Sans MS"/>
              </a:rPr>
              <a:t>SECT</a:t>
            </a:r>
            <a:endParaRPr sz="32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223000"/>
            <a:ext cx="9829800" cy="419100"/>
            <a:chOff x="114300" y="6223000"/>
            <a:chExt cx="9829800" cy="4191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62482" y="2299341"/>
            <a:ext cx="7912734" cy="277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8790" indent="12700">
              <a:lnSpc>
                <a:spcPct val="112200"/>
              </a:lnSpc>
              <a:spcBef>
                <a:spcPts val="100"/>
              </a:spcBef>
            </a:pP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es 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 marL="241300" marR="194310" indent="-139700">
              <a:lnSpc>
                <a:spcPct val="112200"/>
              </a:lnSpc>
              <a:spcBef>
                <a:spcPts val="150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partitionnement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unidimensionnel</a:t>
            </a:r>
            <a:r>
              <a:rPr sz="2300" spc="-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ou</a:t>
            </a:r>
            <a:r>
              <a:rPr sz="2300" b="1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u="sng" spc="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f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b</a:t>
            </a:r>
            <a:r>
              <a:rPr sz="23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3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b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W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endParaRPr sz="2300">
              <a:latin typeface="Comic Sans MS"/>
              <a:cs typeface="Comic Sans MS"/>
            </a:endParaRPr>
          </a:p>
          <a:p>
            <a:pPr marL="241300" marR="5080" indent="-139700">
              <a:lnSpc>
                <a:spcPct val="112200"/>
              </a:lnSpc>
              <a:spcBef>
                <a:spcPts val="160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partitionnement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multidimensionnel</a:t>
            </a:r>
            <a:r>
              <a:rPr sz="2300" spc="-3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u="sng" spc="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f</a:t>
            </a:r>
            <a:r>
              <a:rPr sz="2300" u="sng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3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b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5049" y="1463581"/>
            <a:ext cx="806132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69464" algn="l"/>
                <a:tab pos="8047990" algn="l"/>
              </a:tabLst>
            </a:pPr>
            <a:r>
              <a:rPr u="heavy" dirty="0">
                <a:uFill>
                  <a:solidFill>
                    <a:srgbClr val="D34817"/>
                  </a:solidFill>
                </a:uFill>
              </a:rPr>
              <a:t> 	</a:t>
            </a:r>
            <a:r>
              <a:rPr u="heavy" spc="-35" dirty="0">
                <a:uFill>
                  <a:solidFill>
                    <a:srgbClr val="D34817"/>
                  </a:solidFill>
                </a:uFill>
              </a:rPr>
              <a:t>V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a</a:t>
            </a:r>
            <a:r>
              <a:rPr u="heavy" spc="30" dirty="0">
                <a:uFill>
                  <a:solidFill>
                    <a:srgbClr val="D34817"/>
                  </a:solidFill>
                </a:uFill>
              </a:rPr>
              <a:t>l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30" dirty="0">
                <a:uFill>
                  <a:solidFill>
                    <a:srgbClr val="D34817"/>
                  </a:solidFill>
                </a:uFill>
              </a:rPr>
              <a:t>u</a:t>
            </a:r>
            <a:r>
              <a:rPr u="heavy" spc="25" dirty="0">
                <a:uFill>
                  <a:solidFill>
                    <a:srgbClr val="D34817"/>
                  </a:solidFill>
                </a:uFill>
              </a:rPr>
              <a:t>r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s</a:t>
            </a:r>
            <a:r>
              <a:rPr u="heavy" spc="-370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spc="-30" dirty="0">
                <a:uFill>
                  <a:solidFill>
                    <a:srgbClr val="D34817"/>
                  </a:solidFill>
                </a:uFill>
              </a:rPr>
              <a:t>I</a:t>
            </a:r>
            <a:r>
              <a:rPr u="heavy" spc="-45" dirty="0">
                <a:uFill>
                  <a:solidFill>
                    <a:srgbClr val="D34817"/>
                  </a:solidFill>
                </a:uFill>
              </a:rPr>
              <a:t>n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v</a:t>
            </a:r>
            <a:r>
              <a:rPr u="heavy" spc="5" dirty="0">
                <a:uFill>
                  <a:solidFill>
                    <a:srgbClr val="D34817"/>
                  </a:solidFill>
                </a:uFill>
              </a:rPr>
              <a:t>a</a:t>
            </a:r>
            <a:r>
              <a:rPr u="heavy" spc="30" dirty="0">
                <a:uFill>
                  <a:solidFill>
                    <a:srgbClr val="D34817"/>
                  </a:solidFill>
                </a:uFill>
              </a:rPr>
              <a:t>l</a:t>
            </a:r>
            <a:r>
              <a:rPr u="heavy" spc="5" dirty="0">
                <a:uFill>
                  <a:solidFill>
                    <a:srgbClr val="D34817"/>
                  </a:solidFill>
                </a:uFill>
              </a:rPr>
              <a:t>i</a:t>
            </a:r>
            <a:r>
              <a:rPr u="heavy" spc="-95" dirty="0">
                <a:uFill>
                  <a:solidFill>
                    <a:srgbClr val="D34817"/>
                  </a:solidFill>
                </a:uFill>
              </a:rPr>
              <a:t>d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s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382" y="2273740"/>
            <a:ext cx="7821295" cy="276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 marR="210820" indent="-139700">
              <a:lnSpc>
                <a:spcPct val="126699"/>
              </a:lnSpc>
              <a:spcBef>
                <a:spcPts val="100"/>
              </a:spcBef>
              <a:buClr>
                <a:srgbClr val="D34817"/>
              </a:buClr>
              <a:buFont typeface="Calibri"/>
              <a:buChar char="◦"/>
              <a:tabLst>
                <a:tab pos="152400" algn="l"/>
              </a:tabLst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3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  d’équivalence</a:t>
            </a:r>
            <a:r>
              <a:rPr sz="2300" spc="-3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valide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D34817"/>
              </a:buClr>
              <a:buFont typeface="Calibri"/>
              <a:buChar char="◦"/>
            </a:pPr>
            <a:endParaRPr sz="2900">
              <a:latin typeface="Comic Sans MS"/>
              <a:cs typeface="Comic Sans MS"/>
            </a:endParaRPr>
          </a:p>
          <a:p>
            <a:pPr marL="152400" marR="5080" indent="-139700">
              <a:lnSpc>
                <a:spcPct val="126699"/>
              </a:lnSpc>
              <a:buClr>
                <a:srgbClr val="D34817"/>
              </a:buClr>
              <a:buFont typeface="Calibri"/>
              <a:buChar char="◦"/>
              <a:tabLst>
                <a:tab pos="152400" algn="l"/>
              </a:tabLst>
            </a:pP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Utiliser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élément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d’une</a:t>
            </a:r>
            <a:r>
              <a:rPr sz="23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classe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d’équivalence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invalide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 marL="152400">
              <a:lnSpc>
                <a:spcPct val="100000"/>
              </a:lnSpc>
              <a:spcBef>
                <a:spcPts val="735"/>
              </a:spcBef>
            </a:pP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6042" y="1080074"/>
            <a:ext cx="6340475" cy="10026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57200" marR="5080" indent="-444500">
              <a:lnSpc>
                <a:spcPts val="3500"/>
              </a:lnSpc>
              <a:spcBef>
                <a:spcPts val="795"/>
              </a:spcBef>
            </a:pPr>
            <a:r>
              <a:rPr sz="3500" spc="20" dirty="0"/>
              <a:t>T</a:t>
            </a:r>
            <a:r>
              <a:rPr sz="3500" spc="-20" dirty="0"/>
              <a:t>e</a:t>
            </a:r>
            <a:r>
              <a:rPr sz="3500" spc="-5" dirty="0"/>
              <a:t>s</a:t>
            </a:r>
            <a:r>
              <a:rPr sz="3500" spc="-55" dirty="0"/>
              <a:t>t</a:t>
            </a:r>
            <a:r>
              <a:rPr sz="3500" dirty="0"/>
              <a:t>s</a:t>
            </a:r>
            <a:r>
              <a:rPr sz="3500" spc="-355" dirty="0"/>
              <a:t> </a:t>
            </a:r>
            <a:r>
              <a:rPr sz="3500" spc="25" dirty="0"/>
              <a:t>p</a:t>
            </a:r>
            <a:r>
              <a:rPr sz="3500" spc="10" dirty="0"/>
              <a:t>a</a:t>
            </a:r>
            <a:r>
              <a:rPr sz="3500" dirty="0"/>
              <a:t>r</a:t>
            </a:r>
            <a:r>
              <a:rPr sz="3500" spc="-229" dirty="0"/>
              <a:t> </a:t>
            </a:r>
            <a:r>
              <a:rPr sz="3500" spc="-10" dirty="0"/>
              <a:t>C</a:t>
            </a:r>
            <a:r>
              <a:rPr sz="3500" spc="40" dirty="0"/>
              <a:t>l</a:t>
            </a:r>
            <a:r>
              <a:rPr sz="3500" spc="5" dirty="0"/>
              <a:t>a</a:t>
            </a:r>
            <a:r>
              <a:rPr sz="3500" spc="-5" dirty="0"/>
              <a:t>ss</a:t>
            </a:r>
            <a:r>
              <a:rPr sz="3500" spc="-120" dirty="0"/>
              <a:t>e</a:t>
            </a:r>
            <a:r>
              <a:rPr sz="3500" dirty="0"/>
              <a:t>s</a:t>
            </a:r>
            <a:r>
              <a:rPr sz="3500" spc="-350" dirty="0"/>
              <a:t> </a:t>
            </a:r>
            <a:r>
              <a:rPr sz="3500" spc="40" dirty="0"/>
              <a:t>d</a:t>
            </a:r>
            <a:r>
              <a:rPr sz="3500" spc="-35" dirty="0"/>
              <a:t>’</a:t>
            </a:r>
            <a:r>
              <a:rPr sz="3500" spc="10" dirty="0"/>
              <a:t>E</a:t>
            </a:r>
            <a:r>
              <a:rPr sz="3500" spc="-20" dirty="0"/>
              <a:t>qu</a:t>
            </a:r>
            <a:r>
              <a:rPr sz="3500" spc="-85" dirty="0"/>
              <a:t>i</a:t>
            </a:r>
            <a:r>
              <a:rPr sz="3500" spc="-5" dirty="0"/>
              <a:t>v</a:t>
            </a:r>
            <a:r>
              <a:rPr sz="3500" spc="-95" dirty="0"/>
              <a:t>a</a:t>
            </a:r>
            <a:r>
              <a:rPr sz="3500" spc="-65" dirty="0"/>
              <a:t>l</a:t>
            </a:r>
            <a:r>
              <a:rPr sz="3500" spc="-120" dirty="0"/>
              <a:t>e</a:t>
            </a:r>
            <a:r>
              <a:rPr sz="3500" spc="-35" dirty="0"/>
              <a:t>n</a:t>
            </a:r>
            <a:r>
              <a:rPr sz="3500" dirty="0"/>
              <a:t>ce  </a:t>
            </a:r>
            <a:r>
              <a:rPr sz="3500" spc="-25" dirty="0"/>
              <a:t>F</a:t>
            </a:r>
            <a:r>
              <a:rPr sz="3500" spc="5" dirty="0"/>
              <a:t>a</a:t>
            </a:r>
            <a:r>
              <a:rPr sz="3500" spc="20" dirty="0"/>
              <a:t>ib</a:t>
            </a:r>
            <a:r>
              <a:rPr sz="3500" spc="-60" dirty="0"/>
              <a:t>l</a:t>
            </a:r>
            <a:r>
              <a:rPr sz="3500" spc="-20" dirty="0"/>
              <a:t>e</a:t>
            </a:r>
            <a:r>
              <a:rPr sz="3500" dirty="0"/>
              <a:t>s</a:t>
            </a:r>
            <a:r>
              <a:rPr sz="3500" spc="-455" dirty="0"/>
              <a:t> </a:t>
            </a:r>
            <a:r>
              <a:rPr sz="3500" dirty="0"/>
              <a:t>R</a:t>
            </a:r>
            <a:r>
              <a:rPr sz="3500" spc="-45" dirty="0"/>
              <a:t>o</a:t>
            </a:r>
            <a:r>
              <a:rPr sz="3500" spc="20" dirty="0"/>
              <a:t>b</a:t>
            </a:r>
            <a:r>
              <a:rPr sz="3500" spc="-25" dirty="0"/>
              <a:t>u</a:t>
            </a:r>
            <a:r>
              <a:rPr sz="3500" spc="-5" dirty="0"/>
              <a:t>s</a:t>
            </a:r>
            <a:r>
              <a:rPr sz="3500" spc="-50" dirty="0"/>
              <a:t>t</a:t>
            </a:r>
            <a:r>
              <a:rPr sz="3500" spc="-20" dirty="0"/>
              <a:t>e</a:t>
            </a:r>
            <a:r>
              <a:rPr sz="3500" dirty="0"/>
              <a:t>s</a:t>
            </a:r>
            <a:r>
              <a:rPr sz="3500" spc="-350" dirty="0"/>
              <a:t> </a:t>
            </a:r>
            <a:r>
              <a:rPr sz="3500" spc="15" dirty="0"/>
              <a:t>(</a:t>
            </a:r>
            <a:r>
              <a:rPr sz="3500" spc="-45" dirty="0"/>
              <a:t>W</a:t>
            </a:r>
            <a:r>
              <a:rPr sz="3500" spc="-5" dirty="0"/>
              <a:t>R</a:t>
            </a:r>
            <a:r>
              <a:rPr sz="3500" spc="10" dirty="0"/>
              <a:t>E</a:t>
            </a:r>
            <a:r>
              <a:rPr sz="3500" spc="-110" dirty="0"/>
              <a:t>C</a:t>
            </a:r>
            <a:r>
              <a:rPr sz="3500" spc="20" dirty="0"/>
              <a:t>T)</a:t>
            </a:r>
            <a:endParaRPr sz="3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4911" y="2221870"/>
            <a:ext cx="7867015" cy="286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4420" indent="12700">
              <a:lnSpc>
                <a:spcPct val="112200"/>
              </a:lnSpc>
              <a:spcBef>
                <a:spcPts val="100"/>
              </a:spcBef>
            </a:pP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8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</a:pPr>
            <a:r>
              <a:rPr sz="2300" dirty="0">
                <a:solidFill>
                  <a:srgbClr val="831A14"/>
                </a:solidFill>
                <a:latin typeface="Comic Sans MS"/>
                <a:cs typeface="Comic Sans MS"/>
              </a:rPr>
              <a:t>Problème</a:t>
            </a:r>
            <a:r>
              <a:rPr sz="2300" spc="-25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831A14"/>
                </a:solidFill>
                <a:latin typeface="Comic Sans MS"/>
                <a:cs typeface="Comic Sans MS"/>
              </a:rPr>
              <a:t>avec</a:t>
            </a:r>
            <a:r>
              <a:rPr sz="2300" spc="-17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31A14"/>
                </a:solidFill>
                <a:latin typeface="Comic Sans MS"/>
                <a:cs typeface="Comic Sans MS"/>
              </a:rPr>
              <a:t>les</a:t>
            </a:r>
            <a:r>
              <a:rPr sz="2300" spc="-1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831A14"/>
                </a:solidFill>
                <a:latin typeface="Comic Sans MS"/>
                <a:cs typeface="Comic Sans MS"/>
              </a:rPr>
              <a:t>tests</a:t>
            </a:r>
            <a:r>
              <a:rPr sz="2300" spc="-21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831A14"/>
                </a:solidFill>
                <a:latin typeface="Comic Sans MS"/>
                <a:cs typeface="Comic Sans MS"/>
              </a:rPr>
              <a:t>par</a:t>
            </a:r>
            <a:r>
              <a:rPr sz="2300" spc="-9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31A14"/>
                </a:solidFill>
                <a:latin typeface="Comic Sans MS"/>
                <a:cs typeface="Comic Sans MS"/>
              </a:rPr>
              <a:t>classes</a:t>
            </a:r>
            <a:r>
              <a:rPr sz="2300" spc="-11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831A14"/>
                </a:solidFill>
                <a:latin typeface="Comic Sans MS"/>
                <a:cs typeface="Comic Sans MS"/>
              </a:rPr>
              <a:t>d’équivalence</a:t>
            </a:r>
            <a:r>
              <a:rPr sz="2300" spc="-350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831A14"/>
                </a:solidFill>
                <a:latin typeface="Comic Sans MS"/>
                <a:cs typeface="Comic Sans MS"/>
              </a:rPr>
              <a:t>robustes</a:t>
            </a:r>
            <a:endParaRPr sz="2300">
              <a:latin typeface="Comic Sans MS"/>
              <a:cs typeface="Comic Sans MS"/>
            </a:endParaRPr>
          </a:p>
          <a:p>
            <a:pPr marL="240665" marR="256540" indent="-139700">
              <a:lnSpc>
                <a:spcPct val="112100"/>
              </a:lnSpc>
              <a:spcBef>
                <a:spcPts val="106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2600" spc="15" dirty="0">
                <a:solidFill>
                  <a:srgbClr val="831A14"/>
                </a:solidFill>
                <a:latin typeface="Comic Sans MS"/>
                <a:cs typeface="Comic Sans MS"/>
              </a:rPr>
              <a:t>Souvent</a:t>
            </a:r>
            <a:r>
              <a:rPr sz="2600" spc="-204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-15" dirty="0">
                <a:solidFill>
                  <a:srgbClr val="831A14"/>
                </a:solidFill>
                <a:latin typeface="Comic Sans MS"/>
                <a:cs typeface="Comic Sans MS"/>
              </a:rPr>
              <a:t>les</a:t>
            </a:r>
            <a:r>
              <a:rPr sz="2600" spc="5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-15" dirty="0">
                <a:solidFill>
                  <a:srgbClr val="831A14"/>
                </a:solidFill>
                <a:latin typeface="Comic Sans MS"/>
                <a:cs typeface="Comic Sans MS"/>
              </a:rPr>
              <a:t>spécifications</a:t>
            </a:r>
            <a:r>
              <a:rPr sz="2600" spc="-4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15" dirty="0">
                <a:solidFill>
                  <a:srgbClr val="831A14"/>
                </a:solidFill>
                <a:latin typeface="Comic Sans MS"/>
                <a:cs typeface="Comic Sans MS"/>
              </a:rPr>
              <a:t>ne</a:t>
            </a:r>
            <a:r>
              <a:rPr sz="2600" spc="-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25" dirty="0">
                <a:solidFill>
                  <a:srgbClr val="831A14"/>
                </a:solidFill>
                <a:latin typeface="Comic Sans MS"/>
                <a:cs typeface="Comic Sans MS"/>
              </a:rPr>
              <a:t>sont</a:t>
            </a:r>
            <a:r>
              <a:rPr sz="2600" spc="-204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-10" dirty="0">
                <a:solidFill>
                  <a:srgbClr val="831A14"/>
                </a:solidFill>
                <a:latin typeface="Comic Sans MS"/>
                <a:cs typeface="Comic Sans MS"/>
              </a:rPr>
              <a:t>pas</a:t>
            </a:r>
            <a:r>
              <a:rPr sz="2600" spc="5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-25" dirty="0">
                <a:solidFill>
                  <a:srgbClr val="831A14"/>
                </a:solidFill>
                <a:latin typeface="Comic Sans MS"/>
                <a:cs typeface="Comic Sans MS"/>
              </a:rPr>
              <a:t>explicites </a:t>
            </a:r>
            <a:r>
              <a:rPr sz="2600" spc="-76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20" dirty="0">
                <a:solidFill>
                  <a:srgbClr val="831A14"/>
                </a:solidFill>
                <a:latin typeface="Comic Sans MS"/>
                <a:cs typeface="Comic Sans MS"/>
              </a:rPr>
              <a:t>pour</a:t>
            </a:r>
            <a:r>
              <a:rPr sz="2600" spc="-13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-15" dirty="0">
                <a:solidFill>
                  <a:srgbClr val="831A14"/>
                </a:solidFill>
                <a:latin typeface="Comic Sans MS"/>
                <a:cs typeface="Comic Sans MS"/>
              </a:rPr>
              <a:t>les</a:t>
            </a:r>
            <a:r>
              <a:rPr sz="2600" spc="-4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dirty="0">
                <a:solidFill>
                  <a:srgbClr val="831A14"/>
                </a:solidFill>
                <a:latin typeface="Comic Sans MS"/>
                <a:cs typeface="Comic Sans MS"/>
              </a:rPr>
              <a:t>données</a:t>
            </a:r>
            <a:r>
              <a:rPr sz="2600" spc="-45" dirty="0">
                <a:solidFill>
                  <a:srgbClr val="831A14"/>
                </a:solidFill>
                <a:latin typeface="Comic Sans MS"/>
                <a:cs typeface="Comic Sans MS"/>
              </a:rPr>
              <a:t> </a:t>
            </a:r>
            <a:r>
              <a:rPr sz="2600" spc="-15" dirty="0">
                <a:solidFill>
                  <a:srgbClr val="831A14"/>
                </a:solidFill>
                <a:latin typeface="Comic Sans MS"/>
                <a:cs typeface="Comic Sans MS"/>
              </a:rPr>
              <a:t>invalides</a:t>
            </a:r>
            <a:endParaRPr sz="26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0342" y="1080074"/>
            <a:ext cx="6085205" cy="10026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57200" marR="5080" indent="-444500">
              <a:lnSpc>
                <a:spcPts val="3500"/>
              </a:lnSpc>
              <a:spcBef>
                <a:spcPts val="795"/>
              </a:spcBef>
            </a:pPr>
            <a:r>
              <a:rPr sz="3500" spc="20" dirty="0"/>
              <a:t>T</a:t>
            </a:r>
            <a:r>
              <a:rPr sz="3500" spc="-20" dirty="0"/>
              <a:t>e</a:t>
            </a:r>
            <a:r>
              <a:rPr sz="3500" spc="-5" dirty="0"/>
              <a:t>s</a:t>
            </a:r>
            <a:r>
              <a:rPr sz="3500" dirty="0"/>
              <a:t>t</a:t>
            </a:r>
            <a:r>
              <a:rPr sz="3500" spc="-300" dirty="0"/>
              <a:t> </a:t>
            </a:r>
            <a:r>
              <a:rPr sz="3500" spc="25" dirty="0"/>
              <a:t>p</a:t>
            </a:r>
            <a:r>
              <a:rPr sz="3500" spc="10" dirty="0"/>
              <a:t>a</a:t>
            </a:r>
            <a:r>
              <a:rPr sz="3500" dirty="0"/>
              <a:t>r</a:t>
            </a:r>
            <a:r>
              <a:rPr sz="3500" spc="-229" dirty="0"/>
              <a:t> </a:t>
            </a:r>
            <a:r>
              <a:rPr sz="3500" spc="-10" dirty="0"/>
              <a:t>C</a:t>
            </a:r>
            <a:r>
              <a:rPr sz="3500" spc="40" dirty="0"/>
              <a:t>l</a:t>
            </a:r>
            <a:r>
              <a:rPr sz="3500" spc="5" dirty="0"/>
              <a:t>a</a:t>
            </a:r>
            <a:r>
              <a:rPr sz="3500" spc="-5" dirty="0"/>
              <a:t>s</a:t>
            </a:r>
            <a:r>
              <a:rPr sz="3500" spc="-105" dirty="0"/>
              <a:t>s</a:t>
            </a:r>
            <a:r>
              <a:rPr sz="3500" spc="-20" dirty="0"/>
              <a:t>e</a:t>
            </a:r>
            <a:r>
              <a:rPr sz="3500" dirty="0"/>
              <a:t>s</a:t>
            </a:r>
            <a:r>
              <a:rPr sz="3500" spc="-455" dirty="0"/>
              <a:t> </a:t>
            </a:r>
            <a:r>
              <a:rPr sz="3500" spc="40" dirty="0"/>
              <a:t>d</a:t>
            </a:r>
            <a:r>
              <a:rPr sz="3500" spc="-35" dirty="0"/>
              <a:t>’</a:t>
            </a:r>
            <a:r>
              <a:rPr sz="3500" spc="-20" dirty="0"/>
              <a:t>é</a:t>
            </a:r>
            <a:r>
              <a:rPr sz="3500" spc="-25" dirty="0"/>
              <a:t>qu</a:t>
            </a:r>
            <a:r>
              <a:rPr sz="3500" spc="20" dirty="0"/>
              <a:t>i</a:t>
            </a:r>
            <a:r>
              <a:rPr sz="3500" spc="-105" dirty="0"/>
              <a:t>v</a:t>
            </a:r>
            <a:r>
              <a:rPr sz="3500" spc="5" dirty="0"/>
              <a:t>a</a:t>
            </a:r>
            <a:r>
              <a:rPr sz="3500" spc="-60" dirty="0"/>
              <a:t>l</a:t>
            </a:r>
            <a:r>
              <a:rPr sz="3500" spc="-120" dirty="0"/>
              <a:t>e</a:t>
            </a:r>
            <a:r>
              <a:rPr sz="3500" spc="-35" dirty="0"/>
              <a:t>n</a:t>
            </a:r>
            <a:r>
              <a:rPr sz="3500" spc="-100" dirty="0"/>
              <a:t>c</a:t>
            </a:r>
            <a:r>
              <a:rPr sz="3500" dirty="0"/>
              <a:t>e  </a:t>
            </a:r>
            <a:r>
              <a:rPr sz="3500" spc="-25" dirty="0"/>
              <a:t>F</a:t>
            </a:r>
            <a:r>
              <a:rPr sz="3500" spc="-45" dirty="0"/>
              <a:t>o</a:t>
            </a:r>
            <a:r>
              <a:rPr sz="3500" spc="15" dirty="0"/>
              <a:t>r</a:t>
            </a:r>
            <a:r>
              <a:rPr sz="3500" spc="-50" dirty="0"/>
              <a:t>t</a:t>
            </a:r>
            <a:r>
              <a:rPr sz="3500" spc="-20" dirty="0"/>
              <a:t>e</a:t>
            </a:r>
            <a:r>
              <a:rPr sz="3500" dirty="0"/>
              <a:t>s</a:t>
            </a:r>
            <a:r>
              <a:rPr sz="3500" spc="-350" dirty="0"/>
              <a:t> </a:t>
            </a:r>
            <a:r>
              <a:rPr sz="3500" dirty="0"/>
              <a:t>R</a:t>
            </a:r>
            <a:r>
              <a:rPr sz="3500" spc="-45" dirty="0"/>
              <a:t>o</a:t>
            </a:r>
            <a:r>
              <a:rPr sz="3500" spc="20" dirty="0"/>
              <a:t>b</a:t>
            </a:r>
            <a:r>
              <a:rPr sz="3500" spc="-25" dirty="0"/>
              <a:t>u</a:t>
            </a:r>
            <a:r>
              <a:rPr sz="3500" spc="-5" dirty="0"/>
              <a:t>s</a:t>
            </a:r>
            <a:r>
              <a:rPr sz="3500" spc="-50" dirty="0"/>
              <a:t>t</a:t>
            </a:r>
            <a:r>
              <a:rPr sz="3500" spc="-20" dirty="0"/>
              <a:t>e</a:t>
            </a:r>
            <a:r>
              <a:rPr sz="3500" dirty="0"/>
              <a:t>s</a:t>
            </a:r>
            <a:r>
              <a:rPr sz="3500" spc="-355" dirty="0"/>
              <a:t> </a:t>
            </a:r>
            <a:r>
              <a:rPr sz="3500" spc="15" dirty="0"/>
              <a:t>(</a:t>
            </a:r>
            <a:r>
              <a:rPr sz="3500" spc="-30" dirty="0"/>
              <a:t>S</a:t>
            </a:r>
            <a:r>
              <a:rPr sz="3500" spc="-5" dirty="0"/>
              <a:t>R</a:t>
            </a:r>
            <a:r>
              <a:rPr sz="3500" spc="10" dirty="0"/>
              <a:t>E</a:t>
            </a:r>
            <a:r>
              <a:rPr sz="3500" spc="-10" dirty="0"/>
              <a:t>C</a:t>
            </a:r>
            <a:r>
              <a:rPr sz="3500" spc="-80" dirty="0"/>
              <a:t>T</a:t>
            </a:r>
            <a:r>
              <a:rPr sz="3500" dirty="0"/>
              <a:t>)</a:t>
            </a:r>
            <a:endParaRPr sz="3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2715" marR="5080" indent="12700">
              <a:lnSpc>
                <a:spcPct val="111600"/>
              </a:lnSpc>
              <a:spcBef>
                <a:spcPts val="125"/>
              </a:spcBef>
            </a:pPr>
            <a:r>
              <a:rPr sz="2350" i="1" spc="-75" dirty="0">
                <a:latin typeface="Comic Sans MS"/>
                <a:cs typeface="Comic Sans MS"/>
              </a:rPr>
              <a:t>N</a:t>
            </a:r>
            <a:r>
              <a:rPr sz="2350" i="1" spc="10" dirty="0">
                <a:latin typeface="Comic Sans MS"/>
                <a:cs typeface="Comic Sans MS"/>
              </a:rPr>
              <a:t>ex</a:t>
            </a:r>
            <a:r>
              <a:rPr sz="2350" i="1" spc="-10" dirty="0">
                <a:latin typeface="Comic Sans MS"/>
                <a:cs typeface="Comic Sans MS"/>
              </a:rPr>
              <a:t>t</a:t>
            </a:r>
            <a:r>
              <a:rPr sz="2350" i="1" dirty="0">
                <a:latin typeface="Comic Sans MS"/>
                <a:cs typeface="Comic Sans MS"/>
              </a:rPr>
              <a:t>D</a:t>
            </a:r>
            <a:r>
              <a:rPr sz="2350" i="1" spc="-10" dirty="0">
                <a:latin typeface="Comic Sans MS"/>
                <a:cs typeface="Comic Sans MS"/>
              </a:rPr>
              <a:t>at</a:t>
            </a:r>
            <a:r>
              <a:rPr sz="2350" i="1" spc="-30" dirty="0">
                <a:latin typeface="Comic Sans MS"/>
                <a:cs typeface="Comic Sans MS"/>
              </a:rPr>
              <a:t>e</a:t>
            </a:r>
            <a:r>
              <a:rPr sz="2350" i="1" spc="-370" dirty="0">
                <a:latin typeface="Comic Sans MS"/>
                <a:cs typeface="Comic Sans MS"/>
              </a:rPr>
              <a:t> </a:t>
            </a:r>
            <a:r>
              <a:rPr spc="35" dirty="0"/>
              <a:t>e</a:t>
            </a:r>
            <a:r>
              <a:rPr spc="-20" dirty="0"/>
              <a:t>s</a:t>
            </a:r>
            <a:r>
              <a:rPr dirty="0"/>
              <a:t>t</a:t>
            </a:r>
            <a:r>
              <a:rPr spc="-75" dirty="0"/>
              <a:t> </a:t>
            </a:r>
            <a:r>
              <a:rPr dirty="0"/>
              <a:t>u</a:t>
            </a:r>
            <a:r>
              <a:rPr spc="-10" dirty="0"/>
              <a:t>n</a:t>
            </a:r>
            <a:r>
              <a:rPr dirty="0"/>
              <a:t>e</a:t>
            </a:r>
            <a:r>
              <a:rPr spc="-150" dirty="0"/>
              <a:t> </a:t>
            </a:r>
            <a:r>
              <a:rPr spc="25" dirty="0"/>
              <a:t>f</a:t>
            </a:r>
            <a:r>
              <a:rPr spc="-15" dirty="0"/>
              <a:t>o</a:t>
            </a:r>
            <a:r>
              <a:rPr spc="-10" dirty="0"/>
              <a:t>n</a:t>
            </a:r>
            <a:r>
              <a:rPr spc="15" dirty="0"/>
              <a:t>ct</a:t>
            </a:r>
            <a:r>
              <a:rPr spc="-45" dirty="0"/>
              <a:t>i</a:t>
            </a:r>
            <a:r>
              <a:rPr spc="-15" dirty="0"/>
              <a:t>o</a:t>
            </a:r>
            <a:r>
              <a:rPr dirty="0"/>
              <a:t>n</a:t>
            </a:r>
            <a:r>
              <a:rPr spc="-95" dirty="0"/>
              <a:t> </a:t>
            </a:r>
            <a:r>
              <a:rPr spc="20" dirty="0"/>
              <a:t>a</a:t>
            </a:r>
            <a:r>
              <a:rPr spc="-20" dirty="0"/>
              <a:t>v</a:t>
            </a:r>
            <a:r>
              <a:rPr spc="35" dirty="0"/>
              <a:t>e</a:t>
            </a:r>
            <a:r>
              <a:rPr dirty="0"/>
              <a:t>c</a:t>
            </a:r>
            <a:r>
              <a:rPr spc="-175" dirty="0"/>
              <a:t> </a:t>
            </a:r>
            <a:r>
              <a:rPr spc="15" dirty="0"/>
              <a:t>t</a:t>
            </a:r>
            <a:r>
              <a:rPr spc="-10" dirty="0"/>
              <a:t>r</a:t>
            </a:r>
            <a:r>
              <a:rPr spc="-15" dirty="0"/>
              <a:t>o</a:t>
            </a:r>
            <a:r>
              <a:rPr spc="-45" dirty="0"/>
              <a:t>i</a:t>
            </a:r>
            <a:r>
              <a:rPr dirty="0"/>
              <a:t>s</a:t>
            </a:r>
            <a:r>
              <a:rPr spc="-110" dirty="0"/>
              <a:t> </a:t>
            </a:r>
            <a:r>
              <a:rPr spc="-20" dirty="0"/>
              <a:t>v</a:t>
            </a:r>
            <a:r>
              <a:rPr spc="20" dirty="0"/>
              <a:t>a</a:t>
            </a:r>
            <a:r>
              <a:rPr spc="-10" dirty="0"/>
              <a:t>r</a:t>
            </a:r>
            <a:r>
              <a:rPr spc="-45" dirty="0"/>
              <a:t>i</a:t>
            </a:r>
            <a:r>
              <a:rPr spc="20" dirty="0"/>
              <a:t>a</a:t>
            </a:r>
            <a:r>
              <a:rPr spc="30" dirty="0"/>
              <a:t>b</a:t>
            </a:r>
            <a:r>
              <a:rPr spc="-30" dirty="0"/>
              <a:t>l</a:t>
            </a:r>
            <a:r>
              <a:rPr spc="35" dirty="0"/>
              <a:t>e</a:t>
            </a:r>
            <a:r>
              <a:rPr dirty="0"/>
              <a:t>s</a:t>
            </a:r>
            <a:r>
              <a:rPr spc="-210" dirty="0"/>
              <a:t> </a:t>
            </a:r>
            <a:r>
              <a:rPr dirty="0"/>
              <a:t>:</a:t>
            </a:r>
            <a:r>
              <a:rPr spc="20" dirty="0"/>
              <a:t> </a:t>
            </a:r>
            <a:r>
              <a:rPr spc="-35" dirty="0"/>
              <a:t>M</a:t>
            </a:r>
            <a:r>
              <a:rPr spc="-40" dirty="0"/>
              <a:t>O</a:t>
            </a:r>
            <a:r>
              <a:rPr spc="40" dirty="0"/>
              <a:t>I</a:t>
            </a:r>
            <a:r>
              <a:rPr dirty="0"/>
              <a:t>S,  </a:t>
            </a:r>
            <a:r>
              <a:rPr spc="-25" dirty="0"/>
              <a:t>JOUR,</a:t>
            </a:r>
            <a:r>
              <a:rPr spc="-35" dirty="0"/>
              <a:t> </a:t>
            </a:r>
            <a:r>
              <a:rPr spc="-20" dirty="0"/>
              <a:t>ANNEE</a:t>
            </a:r>
            <a:endParaRPr sz="2350">
              <a:latin typeface="Comic Sans MS"/>
              <a:cs typeface="Comic Sans MS"/>
            </a:endParaRPr>
          </a:p>
          <a:p>
            <a:pPr marL="145415" marR="457200">
              <a:lnSpc>
                <a:spcPct val="195500"/>
              </a:lnSpc>
            </a:pPr>
            <a:r>
              <a:rPr spc="-40" dirty="0"/>
              <a:t>E</a:t>
            </a:r>
            <a:r>
              <a:rPr spc="-30" dirty="0"/>
              <a:t>l</a:t>
            </a:r>
            <a:r>
              <a:rPr spc="-35" dirty="0"/>
              <a:t>l</a:t>
            </a:r>
            <a:r>
              <a:rPr dirty="0"/>
              <a:t>e</a:t>
            </a:r>
            <a:r>
              <a:rPr spc="50" dirty="0"/>
              <a:t> </a:t>
            </a:r>
            <a:r>
              <a:rPr spc="-5" dirty="0"/>
              <a:t>r</a:t>
            </a:r>
            <a:r>
              <a:rPr spc="35" dirty="0"/>
              <a:t>e</a:t>
            </a:r>
            <a:r>
              <a:rPr spc="15" dirty="0"/>
              <a:t>t</a:t>
            </a:r>
            <a:r>
              <a:rPr spc="-15" dirty="0"/>
              <a:t>o</a:t>
            </a:r>
            <a:r>
              <a:rPr dirty="0"/>
              <a:t>u</a:t>
            </a:r>
            <a:r>
              <a:rPr spc="-5" dirty="0"/>
              <a:t>rn</a:t>
            </a:r>
            <a:r>
              <a:rPr dirty="0"/>
              <a:t>e</a:t>
            </a:r>
            <a:r>
              <a:rPr spc="-250" dirty="0"/>
              <a:t> </a:t>
            </a:r>
            <a:r>
              <a:rPr spc="-30" dirty="0"/>
              <a:t>l</a:t>
            </a:r>
            <a:r>
              <a:rPr dirty="0"/>
              <a:t>a</a:t>
            </a:r>
            <a:r>
              <a:rPr spc="-65" dirty="0"/>
              <a:t> </a:t>
            </a:r>
            <a:r>
              <a:rPr spc="45" dirty="0"/>
              <a:t>d</a:t>
            </a:r>
            <a:r>
              <a:rPr spc="20" dirty="0"/>
              <a:t>a</a:t>
            </a:r>
            <a:r>
              <a:rPr spc="15" dirty="0"/>
              <a:t>t</a:t>
            </a:r>
            <a:r>
              <a:rPr dirty="0"/>
              <a:t>e</a:t>
            </a:r>
            <a:r>
              <a:rPr spc="-150" dirty="0"/>
              <a:t> </a:t>
            </a:r>
            <a:r>
              <a:rPr spc="45" dirty="0"/>
              <a:t>d</a:t>
            </a:r>
            <a:r>
              <a:rPr dirty="0"/>
              <a:t>u</a:t>
            </a:r>
            <a:r>
              <a:rPr spc="-80" dirty="0"/>
              <a:t> </a:t>
            </a:r>
            <a:r>
              <a:rPr spc="-30" dirty="0"/>
              <a:t>l</a:t>
            </a:r>
            <a:r>
              <a:rPr spc="35" dirty="0"/>
              <a:t>e</a:t>
            </a:r>
            <a:r>
              <a:rPr spc="-5" dirty="0"/>
              <a:t>n</a:t>
            </a:r>
            <a:r>
              <a:rPr spc="45" dirty="0"/>
              <a:t>d</a:t>
            </a:r>
            <a:r>
              <a:rPr spc="35" dirty="0"/>
              <a:t>e</a:t>
            </a:r>
            <a:r>
              <a:rPr spc="10" dirty="0"/>
              <a:t>m</a:t>
            </a:r>
            <a:r>
              <a:rPr spc="20" dirty="0"/>
              <a:t>a</a:t>
            </a:r>
            <a:r>
              <a:rPr spc="-45" dirty="0"/>
              <a:t>i</a:t>
            </a:r>
            <a:r>
              <a:rPr dirty="0"/>
              <a:t>n</a:t>
            </a:r>
            <a:r>
              <a:rPr spc="-295" dirty="0"/>
              <a:t> </a:t>
            </a:r>
            <a:r>
              <a:rPr spc="45" dirty="0"/>
              <a:t>d</a:t>
            </a:r>
            <a:r>
              <a:rPr dirty="0"/>
              <a:t>e</a:t>
            </a:r>
            <a:r>
              <a:rPr spc="-150" dirty="0"/>
              <a:t> </a:t>
            </a:r>
            <a:r>
              <a:rPr spc="-30" dirty="0"/>
              <a:t>l</a:t>
            </a:r>
            <a:r>
              <a:rPr dirty="0"/>
              <a:t>a</a:t>
            </a:r>
            <a:r>
              <a:rPr spc="35" dirty="0"/>
              <a:t> </a:t>
            </a:r>
            <a:r>
              <a:rPr spc="45" dirty="0"/>
              <a:t>d</a:t>
            </a:r>
            <a:r>
              <a:rPr spc="20" dirty="0"/>
              <a:t>a</a:t>
            </a:r>
            <a:r>
              <a:rPr spc="15" dirty="0"/>
              <a:t>t</a:t>
            </a:r>
            <a:r>
              <a:rPr dirty="0"/>
              <a:t>e</a:t>
            </a:r>
            <a:r>
              <a:rPr spc="-250" dirty="0"/>
              <a:t> </a:t>
            </a:r>
            <a:r>
              <a:rPr spc="45" dirty="0"/>
              <a:t>d</a:t>
            </a:r>
            <a:r>
              <a:rPr spc="-15" dirty="0"/>
              <a:t>o</a:t>
            </a:r>
            <a:r>
              <a:rPr spc="-5" dirty="0"/>
              <a:t>nn</a:t>
            </a:r>
            <a:r>
              <a:rPr spc="35" dirty="0"/>
              <a:t>é</a:t>
            </a:r>
            <a:r>
              <a:rPr dirty="0"/>
              <a:t>e  </a:t>
            </a:r>
            <a:r>
              <a:rPr spc="15" dirty="0"/>
              <a:t>A</a:t>
            </a:r>
            <a:r>
              <a:rPr spc="-5" dirty="0"/>
              <a:t>nn</a:t>
            </a:r>
            <a:r>
              <a:rPr spc="35" dirty="0"/>
              <a:t>ée</a:t>
            </a:r>
            <a:r>
              <a:rPr dirty="0"/>
              <a:t>s</a:t>
            </a:r>
            <a:r>
              <a:rPr spc="-210" dirty="0"/>
              <a:t> </a:t>
            </a:r>
            <a:r>
              <a:rPr spc="-20" dirty="0"/>
              <a:t>v</a:t>
            </a:r>
            <a:r>
              <a:rPr spc="20" dirty="0"/>
              <a:t>a</a:t>
            </a:r>
            <a:r>
              <a:rPr spc="-30" dirty="0"/>
              <a:t>l</a:t>
            </a:r>
            <a:r>
              <a:rPr spc="-45" dirty="0"/>
              <a:t>i</a:t>
            </a:r>
            <a:r>
              <a:rPr spc="45" dirty="0"/>
              <a:t>d</a:t>
            </a:r>
            <a:r>
              <a:rPr spc="40" dirty="0"/>
              <a:t>e</a:t>
            </a:r>
            <a:r>
              <a:rPr spc="-20" dirty="0"/>
              <a:t>s</a:t>
            </a:r>
            <a:r>
              <a:rPr dirty="0"/>
              <a:t>:</a:t>
            </a:r>
            <a:r>
              <a:rPr spc="-175" dirty="0"/>
              <a:t> </a:t>
            </a:r>
            <a:r>
              <a:rPr spc="-40" dirty="0"/>
              <a:t>1</a:t>
            </a:r>
            <a:r>
              <a:rPr spc="-5" dirty="0"/>
              <a:t>8</a:t>
            </a:r>
            <a:r>
              <a:rPr spc="-40" dirty="0"/>
              <a:t>1</a:t>
            </a:r>
            <a:r>
              <a:rPr dirty="0"/>
              <a:t>2</a:t>
            </a:r>
            <a:r>
              <a:rPr spc="40" dirty="0"/>
              <a:t>-</a:t>
            </a:r>
            <a:r>
              <a:rPr spc="-5" dirty="0"/>
              <a:t>20</a:t>
            </a:r>
            <a:r>
              <a:rPr spc="-40" dirty="0"/>
              <a:t>1</a:t>
            </a:r>
            <a:r>
              <a:rPr spc="-5" dirty="0"/>
              <a:t>2</a:t>
            </a:r>
            <a:r>
              <a:rPr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6942" y="1463581"/>
            <a:ext cx="46158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dirty="0"/>
              <a:t>:</a:t>
            </a:r>
            <a:r>
              <a:rPr spc="-140" dirty="0"/>
              <a:t> </a:t>
            </a:r>
            <a:r>
              <a:rPr spc="-10" dirty="0"/>
              <a:t>N</a:t>
            </a:r>
            <a:r>
              <a:rPr spc="-35" dirty="0"/>
              <a:t>e</a:t>
            </a:r>
            <a:r>
              <a:rPr spc="-5" dirty="0"/>
              <a:t>x</a:t>
            </a:r>
            <a:r>
              <a:rPr spc="-40" dirty="0"/>
              <a:t>t</a:t>
            </a:r>
            <a:r>
              <a:rPr spc="-15" dirty="0"/>
              <a:t>D</a:t>
            </a:r>
            <a:r>
              <a:rPr dirty="0"/>
              <a:t>a</a:t>
            </a:r>
            <a:r>
              <a:rPr spc="-40" dirty="0"/>
              <a:t>t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182" y="2087455"/>
            <a:ext cx="8023225" cy="3754120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228600" marR="436880" indent="-139700">
              <a:lnSpc>
                <a:spcPct val="118300"/>
              </a:lnSpc>
              <a:spcBef>
                <a:spcPts val="819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si</a:t>
            </a:r>
            <a:r>
              <a:rPr sz="19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n’est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dernier</a:t>
            </a:r>
            <a:r>
              <a:rPr sz="1900" spc="3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mois,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fonction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date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augmente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simplement</a:t>
            </a:r>
            <a:r>
              <a:rPr sz="1900" spc="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valeur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endParaRPr sz="1900">
              <a:latin typeface="Comic Sans MS"/>
              <a:cs typeface="Comic Sans MS"/>
            </a:endParaRPr>
          </a:p>
          <a:p>
            <a:pPr marL="228600" marR="713740" indent="-139700">
              <a:lnSpc>
                <a:spcPct val="118300"/>
              </a:lnSpc>
              <a:spcBef>
                <a:spcPts val="900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fin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mois,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suivant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 et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valeur</a:t>
            </a:r>
            <a:r>
              <a:rPr sz="1900" spc="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MOIS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augmentée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endParaRPr sz="1900">
              <a:latin typeface="Comic Sans MS"/>
              <a:cs typeface="Comic Sans MS"/>
            </a:endParaRPr>
          </a:p>
          <a:p>
            <a:pPr marL="228600" marR="5080" indent="-139700">
              <a:lnSpc>
                <a:spcPct val="118300"/>
              </a:lnSpc>
              <a:spcBef>
                <a:spcPts val="900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fin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d’une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année,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deux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MOIS</a:t>
            </a:r>
            <a:r>
              <a:rPr sz="1900" spc="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remises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1,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valeur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ANNEE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augmentée</a:t>
            </a:r>
            <a:endParaRPr sz="1900">
              <a:latin typeface="Comic Sans MS"/>
              <a:cs typeface="Comic Sans MS"/>
            </a:endParaRPr>
          </a:p>
          <a:p>
            <a:pPr marL="228600" marR="325120" indent="-139700">
              <a:lnSpc>
                <a:spcPct val="118300"/>
              </a:lnSpc>
              <a:spcBef>
                <a:spcPts val="900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Finalement,</a:t>
            </a:r>
            <a:r>
              <a:rPr sz="1900" spc="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problème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l’année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bissextile</a:t>
            </a:r>
            <a:r>
              <a:rPr sz="1900" spc="3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rend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intéressante</a:t>
            </a:r>
            <a:r>
              <a:rPr sz="1900" spc="2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détermination</a:t>
            </a:r>
            <a:r>
              <a:rPr sz="1900" spc="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dernier</a:t>
            </a:r>
            <a:r>
              <a:rPr sz="1900" spc="3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9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d’un</a:t>
            </a:r>
            <a:r>
              <a:rPr sz="1900" spc="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mois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36942" y="1463581"/>
            <a:ext cx="46158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dirty="0"/>
              <a:t>:</a:t>
            </a:r>
            <a:r>
              <a:rPr spc="-140" dirty="0"/>
              <a:t> </a:t>
            </a:r>
            <a:r>
              <a:rPr spc="-10" dirty="0"/>
              <a:t>N</a:t>
            </a:r>
            <a:r>
              <a:rPr spc="-35" dirty="0"/>
              <a:t>e</a:t>
            </a:r>
            <a:r>
              <a:rPr spc="-5" dirty="0"/>
              <a:t>x</a:t>
            </a:r>
            <a:r>
              <a:rPr spc="-40" dirty="0"/>
              <a:t>t</a:t>
            </a:r>
            <a:r>
              <a:rPr spc="-15" dirty="0"/>
              <a:t>D</a:t>
            </a:r>
            <a:r>
              <a:rPr dirty="0"/>
              <a:t>a</a:t>
            </a:r>
            <a:r>
              <a:rPr spc="-40" dirty="0"/>
              <a:t>t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223000"/>
            <a:ext cx="9829800" cy="419100"/>
            <a:chOff x="114300" y="6223000"/>
            <a:chExt cx="9829800" cy="4191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62482" y="2369064"/>
            <a:ext cx="7922895" cy="374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54575">
              <a:lnSpc>
                <a:spcPct val="135300"/>
              </a:lnSpc>
              <a:spcBef>
                <a:spcPts val="100"/>
              </a:spcBef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M1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 { MOIS: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MOIS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30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jours}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M2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{</a:t>
            </a:r>
            <a:r>
              <a:rPr sz="16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MOIS:</a:t>
            </a:r>
            <a:r>
              <a:rPr sz="16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MOIS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31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jours}</a:t>
            </a:r>
            <a:endParaRPr sz="1600">
              <a:latin typeface="Comic Sans MS"/>
              <a:cs typeface="Comic Sans MS"/>
            </a:endParaRPr>
          </a:p>
          <a:p>
            <a:pPr marL="12700" marR="4703445">
              <a:lnSpc>
                <a:spcPct val="140500"/>
              </a:lnSpc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M3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 { MOIS: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MOIS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est Février}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20" dirty="0">
                <a:solidFill>
                  <a:srgbClr val="404040"/>
                </a:solidFill>
                <a:latin typeface="Comic Sans MS"/>
                <a:cs typeface="Comic Sans MS"/>
              </a:rPr>
              <a:t>D1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{JOUR:</a:t>
            </a:r>
            <a:r>
              <a:rPr sz="16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1&lt;=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&lt;=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27}</a:t>
            </a:r>
            <a:endParaRPr sz="1600">
              <a:latin typeface="Comic Sans MS"/>
              <a:cs typeface="Comic Sans MS"/>
            </a:endParaRPr>
          </a:p>
          <a:p>
            <a:pPr marL="12700" marR="5491480" algn="just">
              <a:lnSpc>
                <a:spcPct val="138800"/>
              </a:lnSpc>
              <a:spcBef>
                <a:spcPts val="30"/>
              </a:spcBef>
            </a:pPr>
            <a:r>
              <a:rPr sz="1600" spc="20" dirty="0">
                <a:solidFill>
                  <a:srgbClr val="404040"/>
                </a:solidFill>
                <a:latin typeface="Comic Sans MS"/>
                <a:cs typeface="Comic Sans MS"/>
              </a:rPr>
              <a:t>D2</a:t>
            </a:r>
            <a:r>
              <a:rPr sz="16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{JOUR:</a:t>
            </a:r>
            <a:r>
              <a:rPr sz="16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6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28}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20" dirty="0">
                <a:solidFill>
                  <a:srgbClr val="404040"/>
                </a:solidFill>
                <a:latin typeface="Comic Sans MS"/>
                <a:cs typeface="Comic Sans MS"/>
              </a:rPr>
              <a:t>D3</a:t>
            </a:r>
            <a:r>
              <a:rPr sz="16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{JOUR:</a:t>
            </a:r>
            <a:r>
              <a:rPr sz="16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6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29}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20" dirty="0">
                <a:solidFill>
                  <a:srgbClr val="404040"/>
                </a:solidFill>
                <a:latin typeface="Comic Sans MS"/>
                <a:cs typeface="Comic Sans MS"/>
              </a:rPr>
              <a:t>D4</a:t>
            </a:r>
            <a:r>
              <a:rPr sz="16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{JOUR:</a:t>
            </a:r>
            <a:r>
              <a:rPr sz="16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6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30}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20" dirty="0">
                <a:solidFill>
                  <a:srgbClr val="404040"/>
                </a:solidFill>
                <a:latin typeface="Comic Sans MS"/>
                <a:cs typeface="Comic Sans MS"/>
              </a:rPr>
              <a:t>D5</a:t>
            </a:r>
            <a:r>
              <a:rPr sz="16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{JOUR:</a:t>
            </a:r>
            <a:r>
              <a:rPr sz="16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JOUR</a:t>
            </a:r>
            <a:r>
              <a:rPr sz="16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31}</a:t>
            </a:r>
            <a:endParaRPr sz="1600">
              <a:latin typeface="Comic Sans MS"/>
              <a:cs typeface="Comic Sans MS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Y1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{ANNEE:</a:t>
            </a:r>
            <a:r>
              <a:rPr sz="16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ANNEE</a:t>
            </a:r>
            <a:r>
              <a:rPr sz="16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1900}</a:t>
            </a:r>
            <a:endParaRPr sz="1600">
              <a:latin typeface="Comic Sans MS"/>
              <a:cs typeface="Comic Sans MS"/>
            </a:endParaRPr>
          </a:p>
          <a:p>
            <a:pPr marL="12700" marR="5080" algn="just">
              <a:lnSpc>
                <a:spcPts val="2700"/>
              </a:lnSpc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Y2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{ANNEE: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1812 &lt;=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ANNEE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&lt;=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2012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 (ANNEE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!= 1900)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 (ANNEE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mod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4 =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0)}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Y3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=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{ANNEE:</a:t>
            </a:r>
            <a:r>
              <a:rPr sz="16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(1812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&lt;=</a:t>
            </a:r>
            <a:r>
              <a:rPr sz="16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ANNEE</a:t>
            </a:r>
            <a:r>
              <a:rPr sz="16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&lt;=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2012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6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ANNEE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mod</a:t>
            </a:r>
            <a:r>
              <a:rPr sz="1600" spc="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4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!=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 0</a:t>
            </a:r>
            <a:r>
              <a:rPr sz="16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)}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5049" y="1463581"/>
            <a:ext cx="806132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13864" algn="l"/>
                <a:tab pos="8047990" algn="l"/>
              </a:tabLst>
            </a:pPr>
            <a:r>
              <a:rPr u="heavy" dirty="0">
                <a:uFill>
                  <a:solidFill>
                    <a:srgbClr val="D34817"/>
                  </a:solidFill>
                </a:uFill>
              </a:rPr>
              <a:t> 	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5" dirty="0">
                <a:uFill>
                  <a:solidFill>
                    <a:srgbClr val="D34817"/>
                  </a:solidFill>
                </a:uFill>
              </a:rPr>
              <a:t>x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30" dirty="0">
                <a:uFill>
                  <a:solidFill>
                    <a:srgbClr val="D34817"/>
                  </a:solidFill>
                </a:uFill>
              </a:rPr>
              <a:t>m</a:t>
            </a:r>
            <a:r>
              <a:rPr u="heavy" spc="10" dirty="0">
                <a:uFill>
                  <a:solidFill>
                    <a:srgbClr val="D34817"/>
                  </a:solidFill>
                </a:uFill>
              </a:rPr>
              <a:t>p</a:t>
            </a:r>
            <a:r>
              <a:rPr u="heavy" spc="30" dirty="0">
                <a:uFill>
                  <a:solidFill>
                    <a:srgbClr val="D34817"/>
                  </a:solidFill>
                </a:uFill>
              </a:rPr>
              <a:t>l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405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:</a:t>
            </a:r>
            <a:r>
              <a:rPr u="heavy" spc="-140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D34817"/>
                  </a:solidFill>
                </a:uFill>
              </a:rPr>
              <a:t>N</a:t>
            </a:r>
            <a:r>
              <a:rPr u="heavy" spc="-35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5" dirty="0">
                <a:uFill>
                  <a:solidFill>
                    <a:srgbClr val="D34817"/>
                  </a:solidFill>
                </a:uFill>
              </a:rPr>
              <a:t>x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t</a:t>
            </a:r>
            <a:r>
              <a:rPr u="heavy" spc="-15" dirty="0">
                <a:uFill>
                  <a:solidFill>
                    <a:srgbClr val="D34817"/>
                  </a:solidFill>
                </a:uFill>
              </a:rPr>
              <a:t>D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a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t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e	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4579" y="2214257"/>
            <a:ext cx="6304915" cy="1012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80"/>
              </a:lnSpc>
              <a:spcBef>
                <a:spcPts val="95"/>
              </a:spcBef>
            </a:pP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1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1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-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u="sng" spc="-1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g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mm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16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ex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  <a:p>
            <a:pPr marL="101600">
              <a:lnSpc>
                <a:spcPts val="2680"/>
              </a:lnSpc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W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5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–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um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endParaRPr sz="2300">
              <a:latin typeface="Comic Sans MS"/>
              <a:cs typeface="Comic Sans MS"/>
            </a:endParaRPr>
          </a:p>
          <a:p>
            <a:pPr marL="177800">
              <a:lnSpc>
                <a:spcPct val="100000"/>
              </a:lnSpc>
              <a:spcBef>
                <a:spcPts val="140"/>
              </a:spcBef>
              <a:tabLst>
                <a:tab pos="2247265" algn="l"/>
                <a:tab pos="3377565" algn="l"/>
              </a:tabLst>
            </a:pPr>
            <a:r>
              <a:rPr sz="1900" b="1" spc="20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1900" b="1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spc="-5" dirty="0">
                <a:solidFill>
                  <a:srgbClr val="404040"/>
                </a:solidFill>
                <a:latin typeface="Comic Sans MS"/>
                <a:cs typeface="Comic Sans MS"/>
              </a:rPr>
              <a:t>ID:</a:t>
            </a:r>
            <a:r>
              <a:rPr sz="1900" b="1" spc="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spc="-15" dirty="0">
                <a:solidFill>
                  <a:srgbClr val="404040"/>
                </a:solidFill>
                <a:latin typeface="Comic Sans MS"/>
                <a:cs typeface="Comic Sans MS"/>
              </a:rPr>
              <a:t>MOIS,	</a:t>
            </a:r>
            <a:r>
              <a:rPr sz="1900" b="1" spc="-5" dirty="0">
                <a:solidFill>
                  <a:srgbClr val="404040"/>
                </a:solidFill>
                <a:latin typeface="Comic Sans MS"/>
                <a:cs typeface="Comic Sans MS"/>
              </a:rPr>
              <a:t>JOUR,	</a:t>
            </a:r>
            <a:r>
              <a:rPr sz="1900" b="1" spc="-15" dirty="0">
                <a:solidFill>
                  <a:srgbClr val="404040"/>
                </a:solidFill>
                <a:latin typeface="Comic Sans MS"/>
                <a:cs typeface="Comic Sans MS"/>
              </a:rPr>
              <a:t>ANNEE,</a:t>
            </a:r>
            <a:r>
              <a:rPr sz="1900" b="1" spc="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b="1" spc="-15" dirty="0">
                <a:solidFill>
                  <a:srgbClr val="404040"/>
                </a:solidFill>
                <a:latin typeface="Comic Sans MS"/>
                <a:cs typeface="Comic Sans MS"/>
              </a:rPr>
              <a:t>Sortie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endParaRPr sz="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30629" y="3242856"/>
          <a:ext cx="5162547" cy="18205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1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70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spc="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WE1: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6,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spc="2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14,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1900,</a:t>
                      </a:r>
                      <a:r>
                        <a:rPr sz="1900" spc="-1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6/15/1900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900" spc="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WE2: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900" spc="2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12,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28,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71755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2000,</a:t>
                      </a:r>
                      <a:r>
                        <a:rPr sz="1900" spc="-12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12/29/2000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717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3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900" spc="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WE3: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7,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29,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6355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1912,</a:t>
                      </a:r>
                      <a:r>
                        <a:rPr sz="1900" spc="-1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3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7/30/1912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463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WE4: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2,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30,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1913,</a:t>
                      </a:r>
                      <a:r>
                        <a:rPr sz="1900" spc="-114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Donnée</a:t>
                      </a:r>
                      <a:r>
                        <a:rPr sz="1900" spc="5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invalide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73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9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900" spc="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WE5: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900" spc="4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6,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900" spc="2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31,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900" spc="30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1900,</a:t>
                      </a:r>
                      <a:r>
                        <a:rPr sz="1900" spc="-114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Donnée</a:t>
                      </a:r>
                      <a:r>
                        <a:rPr sz="1900" spc="6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900" spc="-15" dirty="0">
                          <a:solidFill>
                            <a:srgbClr val="404040"/>
                          </a:solidFill>
                          <a:latin typeface="Comic Sans MS"/>
                          <a:cs typeface="Comic Sans MS"/>
                        </a:rPr>
                        <a:t>invalide</a:t>
                      </a:r>
                      <a:endParaRPr sz="1900">
                        <a:latin typeface="Comic Sans MS"/>
                        <a:cs typeface="Comic Sans MS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73479" y="5201396"/>
            <a:ext cx="6616700" cy="956944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4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5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&gt;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&gt;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W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endParaRPr sz="2300">
              <a:latin typeface="Comic Sans MS"/>
              <a:cs typeface="Comic Sans MS"/>
            </a:endParaRPr>
          </a:p>
          <a:p>
            <a:pPr marL="228600" indent="-139700">
              <a:lnSpc>
                <a:spcPct val="100000"/>
              </a:lnSpc>
              <a:spcBef>
                <a:spcPts val="1035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Meilleur</a:t>
            </a:r>
            <a:r>
              <a:rPr sz="19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mais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“cher”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45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cas</a:t>
            </a:r>
            <a:r>
              <a:rPr sz="19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contre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5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(pour</a:t>
            </a:r>
            <a:r>
              <a:rPr sz="1900" spc="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WECT)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36942" y="1463581"/>
            <a:ext cx="46158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dirty="0"/>
              <a:t>:</a:t>
            </a:r>
            <a:r>
              <a:rPr spc="-140" dirty="0"/>
              <a:t> </a:t>
            </a:r>
            <a:r>
              <a:rPr spc="-10" dirty="0"/>
              <a:t>N</a:t>
            </a:r>
            <a:r>
              <a:rPr spc="-35" dirty="0"/>
              <a:t>e</a:t>
            </a:r>
            <a:r>
              <a:rPr spc="-5" dirty="0"/>
              <a:t>x</a:t>
            </a:r>
            <a:r>
              <a:rPr spc="-40" dirty="0"/>
              <a:t>t</a:t>
            </a:r>
            <a:r>
              <a:rPr spc="-15" dirty="0"/>
              <a:t>D</a:t>
            </a:r>
            <a:r>
              <a:rPr dirty="0"/>
              <a:t>a</a:t>
            </a:r>
            <a:r>
              <a:rPr spc="-40" dirty="0"/>
              <a:t>t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223000"/>
            <a:ext cx="9829800" cy="419100"/>
            <a:chOff x="114300" y="6223000"/>
            <a:chExt cx="9829800" cy="4191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5049" y="1463581"/>
            <a:ext cx="806132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13864" algn="l"/>
                <a:tab pos="8047990" algn="l"/>
              </a:tabLst>
            </a:pPr>
            <a:r>
              <a:rPr u="heavy" dirty="0">
                <a:uFill>
                  <a:solidFill>
                    <a:srgbClr val="D34817"/>
                  </a:solidFill>
                </a:uFill>
              </a:rPr>
              <a:t> 	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5" dirty="0">
                <a:uFill>
                  <a:solidFill>
                    <a:srgbClr val="D34817"/>
                  </a:solidFill>
                </a:uFill>
              </a:rPr>
              <a:t>x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30" dirty="0">
                <a:uFill>
                  <a:solidFill>
                    <a:srgbClr val="D34817"/>
                  </a:solidFill>
                </a:uFill>
              </a:rPr>
              <a:t>m</a:t>
            </a:r>
            <a:r>
              <a:rPr u="heavy" spc="10" dirty="0">
                <a:uFill>
                  <a:solidFill>
                    <a:srgbClr val="D34817"/>
                  </a:solidFill>
                </a:uFill>
              </a:rPr>
              <a:t>p</a:t>
            </a:r>
            <a:r>
              <a:rPr u="heavy" spc="30" dirty="0">
                <a:uFill>
                  <a:solidFill>
                    <a:srgbClr val="D34817"/>
                  </a:solidFill>
                </a:uFill>
              </a:rPr>
              <a:t>l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405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:</a:t>
            </a:r>
            <a:r>
              <a:rPr u="heavy" spc="-140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spc="-10" dirty="0">
                <a:uFill>
                  <a:solidFill>
                    <a:srgbClr val="D34817"/>
                  </a:solidFill>
                </a:uFill>
              </a:rPr>
              <a:t>N</a:t>
            </a:r>
            <a:r>
              <a:rPr u="heavy" spc="-35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spc="-5" dirty="0">
                <a:uFill>
                  <a:solidFill>
                    <a:srgbClr val="D34817"/>
                  </a:solidFill>
                </a:uFill>
              </a:rPr>
              <a:t>x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t</a:t>
            </a:r>
            <a:r>
              <a:rPr u="heavy" spc="-15" dirty="0">
                <a:uFill>
                  <a:solidFill>
                    <a:srgbClr val="D34817"/>
                  </a:solidFill>
                </a:uFill>
              </a:rPr>
              <a:t>D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a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t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e	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25272" y="2411413"/>
            <a:ext cx="3552825" cy="2112645"/>
            <a:chOff x="1425272" y="2411413"/>
            <a:chExt cx="3552825" cy="2112645"/>
          </a:xfrm>
        </p:grpSpPr>
        <p:sp>
          <p:nvSpPr>
            <p:cNvPr id="7" name="object 7"/>
            <p:cNvSpPr/>
            <p:nvPr/>
          </p:nvSpPr>
          <p:spPr>
            <a:xfrm>
              <a:off x="1426860" y="2413000"/>
              <a:ext cx="8255" cy="68580"/>
            </a:xfrm>
            <a:custGeom>
              <a:avLst/>
              <a:gdLst/>
              <a:ahLst/>
              <a:cxnLst/>
              <a:rect l="l" t="t" r="r" b="b"/>
              <a:pathLst>
                <a:path w="8255" h="68580">
                  <a:moveTo>
                    <a:pt x="8173" y="0"/>
                  </a:moveTo>
                  <a:lnTo>
                    <a:pt x="0" y="0"/>
                  </a:lnTo>
                  <a:lnTo>
                    <a:pt x="0" y="68184"/>
                  </a:lnTo>
                  <a:lnTo>
                    <a:pt x="8173" y="6818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26859" y="2413000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h="68580">
                  <a:moveTo>
                    <a:pt x="0" y="0"/>
                  </a:moveTo>
                  <a:lnTo>
                    <a:pt x="0" y="681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43206" y="2429364"/>
              <a:ext cx="33020" cy="52069"/>
            </a:xfrm>
            <a:custGeom>
              <a:avLst/>
              <a:gdLst/>
              <a:ahLst/>
              <a:cxnLst/>
              <a:rect l="l" t="t" r="r" b="b"/>
              <a:pathLst>
                <a:path w="33019" h="52069">
                  <a:moveTo>
                    <a:pt x="32693" y="0"/>
                  </a:moveTo>
                  <a:lnTo>
                    <a:pt x="0" y="0"/>
                  </a:lnTo>
                  <a:lnTo>
                    <a:pt x="0" y="51820"/>
                  </a:lnTo>
                  <a:lnTo>
                    <a:pt x="32693" y="51820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3206" y="2429365"/>
              <a:ext cx="0" cy="52069"/>
            </a:xfrm>
            <a:custGeom>
              <a:avLst/>
              <a:gdLst/>
              <a:ahLst/>
              <a:cxnLst/>
              <a:rect l="l" t="t" r="r" b="b"/>
              <a:pathLst>
                <a:path h="52069">
                  <a:moveTo>
                    <a:pt x="0" y="0"/>
                  </a:moveTo>
                  <a:lnTo>
                    <a:pt x="0" y="518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84072" y="247027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5" h="11430">
                  <a:moveTo>
                    <a:pt x="8173" y="0"/>
                  </a:moveTo>
                  <a:lnTo>
                    <a:pt x="0" y="0"/>
                  </a:lnTo>
                  <a:lnTo>
                    <a:pt x="0" y="10909"/>
                  </a:lnTo>
                  <a:lnTo>
                    <a:pt x="8173" y="10909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4073" y="2470276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h="11430">
                  <a:moveTo>
                    <a:pt x="0" y="0"/>
                  </a:moveTo>
                  <a:lnTo>
                    <a:pt x="0" y="109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84072" y="2470274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5">
                  <a:moveTo>
                    <a:pt x="817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8173" y="8182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4073" y="2470276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5">
                  <a:moveTo>
                    <a:pt x="0" y="0"/>
                  </a:moveTo>
                  <a:lnTo>
                    <a:pt x="8173" y="0"/>
                  </a:lnTo>
                </a:path>
                <a:path w="8255" h="8255">
                  <a:moveTo>
                    <a:pt x="0" y="0"/>
                  </a:moveTo>
                  <a:lnTo>
                    <a:pt x="0" y="81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84072" y="248118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84073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3206" y="2481185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43206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26860" y="248118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6859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84072" y="26611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84073" y="266119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43206" y="2661193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43206" y="2661194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26860" y="26611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26859" y="266119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84072" y="266660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84073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43206" y="2666602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43206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26860" y="266660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26859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84072" y="284688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84073" y="2846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43206" y="2846883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43206" y="2846884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26860" y="284688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26859" y="2846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18517" y="2478457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448" y="0"/>
                  </a:moveTo>
                  <a:lnTo>
                    <a:pt x="0" y="0"/>
                  </a:lnTo>
                  <a:lnTo>
                    <a:pt x="0" y="2727"/>
                  </a:lnTo>
                  <a:lnTo>
                    <a:pt x="5448" y="2727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18518" y="247845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4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18517" y="248118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18518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018517" y="26611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18518" y="266119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018517" y="266660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018518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492246" y="2846883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92246" y="2846884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18517" y="284688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018518" y="2846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31859" y="2478457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448" y="0"/>
                  </a:moveTo>
                  <a:lnTo>
                    <a:pt x="0" y="0"/>
                  </a:lnTo>
                  <a:lnTo>
                    <a:pt x="0" y="2727"/>
                  </a:lnTo>
                  <a:lnTo>
                    <a:pt x="5448" y="2727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31858" y="247845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4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31859" y="248118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31858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31859" y="26611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31858" y="266119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31859" y="266660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31858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023967" y="2846883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023967" y="2846884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31859" y="284688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631858" y="2846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193662" y="2478457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448" y="0"/>
                  </a:moveTo>
                  <a:lnTo>
                    <a:pt x="0" y="0"/>
                  </a:lnTo>
                  <a:lnTo>
                    <a:pt x="0" y="2727"/>
                  </a:lnTo>
                  <a:lnTo>
                    <a:pt x="5448" y="2727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93661" y="247845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4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93662" y="248118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193661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193662" y="26611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193661" y="266119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93662" y="266660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193661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37307" y="2846883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637307" y="2846884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193662" y="284688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193661" y="2846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806888" y="2478457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449" y="0"/>
                  </a:moveTo>
                  <a:lnTo>
                    <a:pt x="0" y="0"/>
                  </a:lnTo>
                  <a:lnTo>
                    <a:pt x="0" y="2727"/>
                  </a:lnTo>
                  <a:lnTo>
                    <a:pt x="5449" y="2727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06888" y="247845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44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806888" y="248118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806888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806888" y="26611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806888" y="266119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806888" y="266660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9" y="180281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806888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99111" y="2846883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199110" y="2846884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806888" y="284688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06888" y="2846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968297" y="2413000"/>
              <a:ext cx="8255" cy="68580"/>
            </a:xfrm>
            <a:custGeom>
              <a:avLst/>
              <a:gdLst/>
              <a:ahLst/>
              <a:cxnLst/>
              <a:rect l="l" t="t" r="r" b="b"/>
              <a:pathLst>
                <a:path w="8254" h="68580">
                  <a:moveTo>
                    <a:pt x="8173" y="0"/>
                  </a:moveTo>
                  <a:lnTo>
                    <a:pt x="0" y="0"/>
                  </a:lnTo>
                  <a:lnTo>
                    <a:pt x="0" y="68184"/>
                  </a:lnTo>
                  <a:lnTo>
                    <a:pt x="8173" y="6818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968296" y="2413000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h="68580">
                  <a:moveTo>
                    <a:pt x="0" y="0"/>
                  </a:moveTo>
                  <a:lnTo>
                    <a:pt x="0" y="6818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927429" y="2429364"/>
              <a:ext cx="33020" cy="52069"/>
            </a:xfrm>
            <a:custGeom>
              <a:avLst/>
              <a:gdLst/>
              <a:ahLst/>
              <a:cxnLst/>
              <a:rect l="l" t="t" r="r" b="b"/>
              <a:pathLst>
                <a:path w="33020" h="52069">
                  <a:moveTo>
                    <a:pt x="32693" y="0"/>
                  </a:moveTo>
                  <a:lnTo>
                    <a:pt x="0" y="0"/>
                  </a:lnTo>
                  <a:lnTo>
                    <a:pt x="0" y="51820"/>
                  </a:lnTo>
                  <a:lnTo>
                    <a:pt x="32693" y="51820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927430" y="2429365"/>
              <a:ext cx="0" cy="52069"/>
            </a:xfrm>
            <a:custGeom>
              <a:avLst/>
              <a:gdLst/>
              <a:ahLst/>
              <a:cxnLst/>
              <a:rect l="l" t="t" r="r" b="b"/>
              <a:pathLst>
                <a:path h="52069">
                  <a:moveTo>
                    <a:pt x="0" y="0"/>
                  </a:moveTo>
                  <a:lnTo>
                    <a:pt x="0" y="518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911083" y="2470275"/>
              <a:ext cx="8255" cy="11430"/>
            </a:xfrm>
            <a:custGeom>
              <a:avLst/>
              <a:gdLst/>
              <a:ahLst/>
              <a:cxnLst/>
              <a:rect l="l" t="t" r="r" b="b"/>
              <a:pathLst>
                <a:path w="8254" h="11430">
                  <a:moveTo>
                    <a:pt x="8173" y="0"/>
                  </a:moveTo>
                  <a:lnTo>
                    <a:pt x="0" y="0"/>
                  </a:lnTo>
                  <a:lnTo>
                    <a:pt x="0" y="10909"/>
                  </a:lnTo>
                  <a:lnTo>
                    <a:pt x="8173" y="10909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911083" y="2470276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h="11430">
                  <a:moveTo>
                    <a:pt x="0" y="0"/>
                  </a:moveTo>
                  <a:lnTo>
                    <a:pt x="0" y="1090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911083" y="2470274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817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8173" y="8182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911083" y="2470276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5">
                  <a:moveTo>
                    <a:pt x="0" y="0"/>
                  </a:moveTo>
                  <a:lnTo>
                    <a:pt x="0" y="81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4968297" y="248118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968296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927429" y="2481185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927430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911083" y="248118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911083" y="2481185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968297" y="26611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68296" y="266119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927429" y="2661193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927430" y="2661194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911083" y="26611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911083" y="266119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968297" y="266660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968296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927429" y="2666602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927430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911083" y="266660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911083" y="2666648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2338" y="2846883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12337" y="2846884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968297" y="284688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968296" y="2846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927429" y="2846883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927430" y="2846884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911083" y="284688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911083" y="2846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484072" y="285233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484073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443206" y="2852338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443206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426860" y="285233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426859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018517" y="285233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018518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631859" y="285233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631858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193662" y="285233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193661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806888" y="285233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806888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968297" y="285233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968296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927429" y="2852338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927430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911083" y="285233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911083" y="285234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484072" y="30323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484073" y="30323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443206" y="3032347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443206" y="3032347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426860" y="30323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426859" y="30323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018517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018518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31859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31858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3193662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3193661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806888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806888" y="30323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968297" y="30323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968296" y="30323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927429" y="3032347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927430" y="3032347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911083" y="30323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4911083" y="30323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484072" y="3037801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5" h="182880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484073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443206" y="3037801"/>
              <a:ext cx="33020" cy="182880"/>
            </a:xfrm>
            <a:custGeom>
              <a:avLst/>
              <a:gdLst/>
              <a:ahLst/>
              <a:cxnLst/>
              <a:rect l="l" t="t" r="r" b="b"/>
              <a:pathLst>
                <a:path w="33019" h="182880">
                  <a:moveTo>
                    <a:pt x="3269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32693" y="182735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443206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426860" y="3037801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5" h="182880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426859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2018517" y="3037801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80">
                  <a:moveTo>
                    <a:pt x="5448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8" y="182735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018518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631859" y="3037801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80">
                  <a:moveTo>
                    <a:pt x="5448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8" y="182735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631858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193662" y="3037801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80">
                  <a:moveTo>
                    <a:pt x="5448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8" y="182735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193661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806888" y="3037801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80">
                  <a:moveTo>
                    <a:pt x="5449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9" y="182735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806888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968297" y="3037801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4" h="182880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968296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4927429" y="3037801"/>
              <a:ext cx="33020" cy="182880"/>
            </a:xfrm>
            <a:custGeom>
              <a:avLst/>
              <a:gdLst/>
              <a:ahLst/>
              <a:cxnLst/>
              <a:rect l="l" t="t" r="r" b="b"/>
              <a:pathLst>
                <a:path w="33020" h="182880">
                  <a:moveTo>
                    <a:pt x="3269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32693" y="182735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4927430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4911083" y="3037801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4" h="182880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4911083" y="3037802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80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484072" y="322053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484073" y="322053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443206" y="3220536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443206" y="3220537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426860" y="322053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426859" y="322053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2018517" y="322053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018518" y="322053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2631859" y="322053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2631858" y="322053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193662" y="322053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193661" y="322053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806888" y="322053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806888" y="322053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4968297" y="322053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968296" y="322053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4927429" y="3220536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4927430" y="3220537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4911083" y="322053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4911083" y="322053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484072" y="322606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484073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443206" y="3226060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443206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426860" y="322606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426859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018517" y="322606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018518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631859" y="322606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631858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3193662" y="322606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193661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06888" y="322606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9" y="180281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06888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968297" y="322606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4968296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4927429" y="3226060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4927430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911083" y="322606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911083" y="3225992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3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484072" y="340634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484073" y="340634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443206" y="3406341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443206" y="3406341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426860" y="340634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1426859" y="340634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018517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018518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631859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2631858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193662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193661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806888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806888" y="34063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4968297" y="340634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4968296" y="340634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4927429" y="3406341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4927430" y="3406341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4911083" y="340634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4911083" y="340634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1484072" y="341179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484073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1443206" y="3411795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1443206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1426860" y="341179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1426859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2018517" y="341179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018518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631859" y="341179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2631858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193662" y="341179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193661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806888" y="3411795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806888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4968297" y="341179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4968296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4927429" y="3411795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4927430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4911083" y="3411795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911083" y="3411796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1484072" y="359180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1484073" y="359180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1443206" y="3591804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1443206" y="3591804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1426860" y="359180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1426859" y="359180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2018517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2018518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2631859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2631858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193662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3193661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806888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806888" y="359180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968297" y="359180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968296" y="359180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927429" y="3591804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927430" y="3591804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911083" y="359180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911083" y="359180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1484072" y="3597214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1484073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1443206" y="3597214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1443206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1426860" y="3597214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1426859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2018517" y="3597214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2018518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2631859" y="3597214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2631858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193662" y="3597214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193661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806888" y="3597214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9" y="180281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3806888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4968297" y="3597214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4968296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4927429" y="3597214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4927430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4911083" y="3597214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4911083" y="3597259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1484072" y="3777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1484073" y="3777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1443206" y="3777495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1443206" y="3777495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426860" y="3777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1426859" y="3777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2018517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2018518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2631859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2631858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193662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3193661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3806888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3806888" y="3777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4968297" y="3777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4968296" y="3777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4927429" y="3777495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4927430" y="3777495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4911083" y="3777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4911083" y="3777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484072" y="3782949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1484073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1443206" y="3782949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1443206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1426860" y="3782949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1426859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2018517" y="3782949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2018518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2631859" y="3782949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2631858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3193662" y="3782949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3193661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3806888" y="3782949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3806888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4968297" y="3782949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968296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4927429" y="3782949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4927430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911083" y="3782949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911083" y="3782950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1484072" y="396295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1484073" y="396295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1443206" y="3962957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1443206" y="3962958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1426860" y="396295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1426859" y="396295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018517" y="396295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2018518" y="396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2631859" y="396295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2631858" y="396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3193662" y="396295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3193661" y="396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3806888" y="396295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3806888" y="396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4968297" y="396295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4968296" y="396295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4927429" y="3962957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4927430" y="3962958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4911083" y="396295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4911083" y="396295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1484072" y="396841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1484073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443206" y="3968412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1443206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1426860" y="396841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1426859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2018517" y="396841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2018518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2631859" y="396841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2631858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3193662" y="396841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3193661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3806888" y="3968412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3806888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4968297" y="396841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4968296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4927429" y="3968412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4927430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4911083" y="3968412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4911083" y="396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1484072" y="41484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1484073" y="414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1443206" y="4148420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1443206" y="4148421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1426860" y="41484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1426859" y="414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2018517" y="41484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2018518" y="414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2631859" y="41484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2631858" y="414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3193662" y="41484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3193661" y="414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3806888" y="41484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3806888" y="414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4968297" y="41484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4968296" y="414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4927429" y="4148420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4927430" y="4148421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4911083" y="41484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4911083" y="414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1484072" y="4153943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5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1484073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1443206" y="4153943"/>
              <a:ext cx="33020" cy="183515"/>
            </a:xfrm>
            <a:custGeom>
              <a:avLst/>
              <a:gdLst/>
              <a:ahLst/>
              <a:cxnLst/>
              <a:rect l="l" t="t" r="r" b="b"/>
              <a:pathLst>
                <a:path w="33019" h="183514">
                  <a:moveTo>
                    <a:pt x="3269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32693" y="183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1443206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1426860" y="4153943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5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1426859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2018517" y="4153943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8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8" y="183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2018518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2631859" y="4153943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8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8" y="183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2631858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3193662" y="4153943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8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8" y="183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3193661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3806888" y="4153943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9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9" y="183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3806888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4968297" y="4153943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4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4968296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4927429" y="4153943"/>
              <a:ext cx="33020" cy="183515"/>
            </a:xfrm>
            <a:custGeom>
              <a:avLst/>
              <a:gdLst/>
              <a:ahLst/>
              <a:cxnLst/>
              <a:rect l="l" t="t" r="r" b="b"/>
              <a:pathLst>
                <a:path w="33020" h="183514">
                  <a:moveTo>
                    <a:pt x="3269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32693" y="183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4927430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4911083" y="4153943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4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4911083" y="4153876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1484072" y="43369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1484073" y="43369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1443206" y="4336951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1443206" y="4336952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1426860" y="43369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1426859" y="43369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2018517" y="43369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2018518" y="433695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2631859" y="43369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2631858" y="433695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193662" y="43369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3193661" y="433695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3806888" y="43369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3806888" y="433695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4968297" y="43369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4968296" y="43369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4927429" y="4336951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4927430" y="4336952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4911083" y="43369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4911083" y="43369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1484072" y="434240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1484073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1443206" y="4342407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1443206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1426860" y="434240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1426859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2018517" y="434240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2018518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2631859" y="434240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2631858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3193662" y="434240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3193661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3806888" y="434240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3806888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4968297" y="434240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4968296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4927429" y="4342407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927430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4911083" y="434240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4911083" y="434240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1" name="object 461"/>
          <p:cNvSpPr txBox="1"/>
          <p:nvPr/>
        </p:nvSpPr>
        <p:spPr>
          <a:xfrm>
            <a:off x="1602146" y="4569718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2283711" y="4569718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6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2840065" y="4569718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31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3366224" y="4569718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4178562" y="4569718"/>
            <a:ext cx="39560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ER</a:t>
            </a:r>
            <a:r>
              <a:rPr sz="800" spc="-15" dirty="0">
                <a:latin typeface="Courier New"/>
                <a:cs typeface="Courier New"/>
              </a:rPr>
              <a:t>R</a:t>
            </a:r>
            <a:r>
              <a:rPr sz="800" spc="5" dirty="0">
                <a:latin typeface="Courier New"/>
                <a:cs typeface="Courier New"/>
              </a:rPr>
              <a:t>E</a:t>
            </a:r>
            <a:r>
              <a:rPr sz="800" spc="-15" dirty="0">
                <a:latin typeface="Courier New"/>
                <a:cs typeface="Courier New"/>
              </a:rPr>
              <a:t>U</a:t>
            </a:r>
            <a:r>
              <a:rPr sz="800" spc="5" dirty="0"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466" name="object 466"/>
          <p:cNvGrpSpPr/>
          <p:nvPr/>
        </p:nvGrpSpPr>
        <p:grpSpPr>
          <a:xfrm>
            <a:off x="1425272" y="4520828"/>
            <a:ext cx="3552825" cy="189230"/>
            <a:chOff x="1425272" y="4520828"/>
            <a:chExt cx="3552825" cy="189230"/>
          </a:xfrm>
        </p:grpSpPr>
        <p:sp>
          <p:nvSpPr>
            <p:cNvPr id="467" name="object 467"/>
            <p:cNvSpPr/>
            <p:nvPr/>
          </p:nvSpPr>
          <p:spPr>
            <a:xfrm>
              <a:off x="1484072" y="452241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8" name="object 468"/>
            <p:cNvSpPr/>
            <p:nvPr/>
          </p:nvSpPr>
          <p:spPr>
            <a:xfrm>
              <a:off x="1484073" y="452241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9" name="object 469"/>
            <p:cNvSpPr/>
            <p:nvPr/>
          </p:nvSpPr>
          <p:spPr>
            <a:xfrm>
              <a:off x="1443206" y="4522415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0" name="object 470"/>
            <p:cNvSpPr/>
            <p:nvPr/>
          </p:nvSpPr>
          <p:spPr>
            <a:xfrm>
              <a:off x="1443206" y="4522416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1" name="object 471"/>
            <p:cNvSpPr/>
            <p:nvPr/>
          </p:nvSpPr>
          <p:spPr>
            <a:xfrm>
              <a:off x="1426860" y="452241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2" name="object 472"/>
            <p:cNvSpPr/>
            <p:nvPr/>
          </p:nvSpPr>
          <p:spPr>
            <a:xfrm>
              <a:off x="1426859" y="452241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3" name="object 473"/>
            <p:cNvSpPr/>
            <p:nvPr/>
          </p:nvSpPr>
          <p:spPr>
            <a:xfrm>
              <a:off x="2018517" y="452241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4" name="object 474"/>
            <p:cNvSpPr/>
            <p:nvPr/>
          </p:nvSpPr>
          <p:spPr>
            <a:xfrm>
              <a:off x="2018518" y="452241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2631859" y="452241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2631858" y="452241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3193662" y="452241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3193661" y="452241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3806888" y="452241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3806888" y="452241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4968297" y="452241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4968296" y="452241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4927429" y="4522415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4927430" y="4522416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4911083" y="452241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4911083" y="452241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1484072" y="452787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1484073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1443206" y="4527870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1443206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1426860" y="452787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1426859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3" name="object 493"/>
            <p:cNvSpPr/>
            <p:nvPr/>
          </p:nvSpPr>
          <p:spPr>
            <a:xfrm>
              <a:off x="2018517" y="452787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4" name="object 494"/>
            <p:cNvSpPr/>
            <p:nvPr/>
          </p:nvSpPr>
          <p:spPr>
            <a:xfrm>
              <a:off x="2018518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5" name="object 495"/>
            <p:cNvSpPr/>
            <p:nvPr/>
          </p:nvSpPr>
          <p:spPr>
            <a:xfrm>
              <a:off x="2631859" y="452787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6" name="object 496"/>
            <p:cNvSpPr/>
            <p:nvPr/>
          </p:nvSpPr>
          <p:spPr>
            <a:xfrm>
              <a:off x="2631858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3193662" y="452787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3193661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3806888" y="4527870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0" name="object 500"/>
            <p:cNvSpPr/>
            <p:nvPr/>
          </p:nvSpPr>
          <p:spPr>
            <a:xfrm>
              <a:off x="3806888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1" name="object 501"/>
            <p:cNvSpPr/>
            <p:nvPr/>
          </p:nvSpPr>
          <p:spPr>
            <a:xfrm>
              <a:off x="4968297" y="452787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2" name="object 502"/>
            <p:cNvSpPr/>
            <p:nvPr/>
          </p:nvSpPr>
          <p:spPr>
            <a:xfrm>
              <a:off x="4968296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3" name="object 503"/>
            <p:cNvSpPr/>
            <p:nvPr/>
          </p:nvSpPr>
          <p:spPr>
            <a:xfrm>
              <a:off x="4927429" y="4527870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4" name="object 504"/>
            <p:cNvSpPr/>
            <p:nvPr/>
          </p:nvSpPr>
          <p:spPr>
            <a:xfrm>
              <a:off x="4927430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5" name="object 505"/>
            <p:cNvSpPr/>
            <p:nvPr/>
          </p:nvSpPr>
          <p:spPr>
            <a:xfrm>
              <a:off x="4911083" y="4527870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4911083" y="452787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7" name="object 507"/>
          <p:cNvSpPr txBox="1"/>
          <p:nvPr/>
        </p:nvSpPr>
        <p:spPr>
          <a:xfrm>
            <a:off x="1602146" y="4755409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08" name="object 508"/>
          <p:cNvSpPr txBox="1"/>
          <p:nvPr/>
        </p:nvSpPr>
        <p:spPr>
          <a:xfrm>
            <a:off x="2283711" y="4755409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6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09" name="object 509"/>
          <p:cNvSpPr txBox="1"/>
          <p:nvPr/>
        </p:nvSpPr>
        <p:spPr>
          <a:xfrm>
            <a:off x="2840065" y="4755409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31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0" name="object 510"/>
          <p:cNvSpPr txBox="1"/>
          <p:nvPr/>
        </p:nvSpPr>
        <p:spPr>
          <a:xfrm>
            <a:off x="3366224" y="4755409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4178562" y="4755409"/>
            <a:ext cx="39560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ER</a:t>
            </a:r>
            <a:r>
              <a:rPr sz="800" spc="-15" dirty="0">
                <a:latin typeface="Courier New"/>
                <a:cs typeface="Courier New"/>
              </a:rPr>
              <a:t>R</a:t>
            </a:r>
            <a:r>
              <a:rPr sz="800" spc="5" dirty="0">
                <a:latin typeface="Courier New"/>
                <a:cs typeface="Courier New"/>
              </a:rPr>
              <a:t>E</a:t>
            </a:r>
            <a:r>
              <a:rPr sz="800" spc="-15" dirty="0">
                <a:latin typeface="Courier New"/>
                <a:cs typeface="Courier New"/>
              </a:rPr>
              <a:t>U</a:t>
            </a:r>
            <a:r>
              <a:rPr sz="800" spc="5" dirty="0">
                <a:latin typeface="Courier New"/>
                <a:cs typeface="Courier New"/>
              </a:rPr>
              <a:t>R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512" name="object 512"/>
          <p:cNvGrpSpPr/>
          <p:nvPr/>
        </p:nvGrpSpPr>
        <p:grpSpPr>
          <a:xfrm>
            <a:off x="1425272" y="4706291"/>
            <a:ext cx="3552825" cy="189230"/>
            <a:chOff x="1425272" y="4706291"/>
            <a:chExt cx="3552825" cy="189230"/>
          </a:xfrm>
        </p:grpSpPr>
        <p:sp>
          <p:nvSpPr>
            <p:cNvPr id="513" name="object 513"/>
            <p:cNvSpPr/>
            <p:nvPr/>
          </p:nvSpPr>
          <p:spPr>
            <a:xfrm>
              <a:off x="1484072" y="470787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1484073" y="470787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15"/>
            <p:cNvSpPr/>
            <p:nvPr/>
          </p:nvSpPr>
          <p:spPr>
            <a:xfrm>
              <a:off x="1443206" y="4707878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16"/>
            <p:cNvSpPr/>
            <p:nvPr/>
          </p:nvSpPr>
          <p:spPr>
            <a:xfrm>
              <a:off x="1443206" y="4707879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17"/>
            <p:cNvSpPr/>
            <p:nvPr/>
          </p:nvSpPr>
          <p:spPr>
            <a:xfrm>
              <a:off x="1426860" y="470787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1426859" y="470787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1492246" y="4707878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1492246" y="4707879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1"/>
            <p:cNvSpPr/>
            <p:nvPr/>
          </p:nvSpPr>
          <p:spPr>
            <a:xfrm>
              <a:off x="2018517" y="47078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2"/>
            <p:cNvSpPr/>
            <p:nvPr/>
          </p:nvSpPr>
          <p:spPr>
            <a:xfrm>
              <a:off x="2018518" y="470787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3"/>
            <p:cNvSpPr/>
            <p:nvPr/>
          </p:nvSpPr>
          <p:spPr>
            <a:xfrm>
              <a:off x="2023967" y="4707878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2023967" y="4707879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25"/>
            <p:cNvSpPr/>
            <p:nvPr/>
          </p:nvSpPr>
          <p:spPr>
            <a:xfrm>
              <a:off x="2631859" y="47078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26"/>
            <p:cNvSpPr/>
            <p:nvPr/>
          </p:nvSpPr>
          <p:spPr>
            <a:xfrm>
              <a:off x="2631858" y="470787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2637307" y="4707878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2637307" y="4707879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3193662" y="47078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3193661" y="470787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1"/>
            <p:cNvSpPr/>
            <p:nvPr/>
          </p:nvSpPr>
          <p:spPr>
            <a:xfrm>
              <a:off x="3199111" y="4707878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2"/>
            <p:cNvSpPr/>
            <p:nvPr/>
          </p:nvSpPr>
          <p:spPr>
            <a:xfrm>
              <a:off x="3199110" y="4707879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3"/>
            <p:cNvSpPr/>
            <p:nvPr/>
          </p:nvSpPr>
          <p:spPr>
            <a:xfrm>
              <a:off x="3806888" y="47078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34"/>
            <p:cNvSpPr/>
            <p:nvPr/>
          </p:nvSpPr>
          <p:spPr>
            <a:xfrm>
              <a:off x="3806888" y="470787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35"/>
            <p:cNvSpPr/>
            <p:nvPr/>
          </p:nvSpPr>
          <p:spPr>
            <a:xfrm>
              <a:off x="3812338" y="4707878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36"/>
            <p:cNvSpPr/>
            <p:nvPr/>
          </p:nvSpPr>
          <p:spPr>
            <a:xfrm>
              <a:off x="3812337" y="4707879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4968297" y="470787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4968296" y="470787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4927429" y="4707878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4927430" y="4707879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1"/>
            <p:cNvSpPr/>
            <p:nvPr/>
          </p:nvSpPr>
          <p:spPr>
            <a:xfrm>
              <a:off x="4911083" y="470787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2"/>
            <p:cNvSpPr/>
            <p:nvPr/>
          </p:nvSpPr>
          <p:spPr>
            <a:xfrm>
              <a:off x="4911083" y="470787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3"/>
            <p:cNvSpPr/>
            <p:nvPr/>
          </p:nvSpPr>
          <p:spPr>
            <a:xfrm>
              <a:off x="1484072" y="471328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44"/>
            <p:cNvSpPr/>
            <p:nvPr/>
          </p:nvSpPr>
          <p:spPr>
            <a:xfrm>
              <a:off x="1484073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45"/>
            <p:cNvSpPr/>
            <p:nvPr/>
          </p:nvSpPr>
          <p:spPr>
            <a:xfrm>
              <a:off x="1443206" y="4713288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1443206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1426860" y="471328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1426859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2018517" y="471328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2018518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2631859" y="471328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2631858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3193662" y="471328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8" y="180281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3193661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3806888" y="4713288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5449" y="180281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3806888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4968297" y="471328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4968296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4927429" y="4713288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32693" y="180281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4927430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4911083" y="4713288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281"/>
                  </a:lnTo>
                  <a:lnTo>
                    <a:pt x="8173" y="18028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4911083" y="471333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2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3" name="object 563"/>
          <p:cNvSpPr txBox="1"/>
          <p:nvPr/>
        </p:nvSpPr>
        <p:spPr>
          <a:xfrm>
            <a:off x="1602146" y="4940872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64" name="object 564"/>
          <p:cNvSpPr txBox="1"/>
          <p:nvPr/>
        </p:nvSpPr>
        <p:spPr>
          <a:xfrm>
            <a:off x="2283711" y="4940872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65" name="object 565"/>
          <p:cNvSpPr txBox="1"/>
          <p:nvPr/>
        </p:nvSpPr>
        <p:spPr>
          <a:xfrm>
            <a:off x="2840065" y="4940872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66" name="object 566"/>
          <p:cNvSpPr txBox="1"/>
          <p:nvPr/>
        </p:nvSpPr>
        <p:spPr>
          <a:xfrm>
            <a:off x="3366224" y="4940872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0</a:t>
            </a:r>
            <a:r>
              <a:rPr sz="800" spc="5" dirty="0">
                <a:latin typeface="Courier New"/>
                <a:cs typeface="Courier New"/>
              </a:rPr>
              <a:t>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567" name="object 567"/>
          <p:cNvSpPr txBox="1"/>
          <p:nvPr/>
        </p:nvSpPr>
        <p:spPr>
          <a:xfrm>
            <a:off x="4088655" y="4940872"/>
            <a:ext cx="58102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Courier New"/>
                <a:cs typeface="Courier New"/>
              </a:rPr>
              <a:t>7/15/1900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568" name="object 568"/>
          <p:cNvGrpSpPr/>
          <p:nvPr/>
        </p:nvGrpSpPr>
        <p:grpSpPr>
          <a:xfrm>
            <a:off x="1425272" y="4891982"/>
            <a:ext cx="3552825" cy="189230"/>
            <a:chOff x="1425272" y="4891982"/>
            <a:chExt cx="3552825" cy="189230"/>
          </a:xfrm>
        </p:grpSpPr>
        <p:sp>
          <p:nvSpPr>
            <p:cNvPr id="569" name="object 569"/>
            <p:cNvSpPr/>
            <p:nvPr/>
          </p:nvSpPr>
          <p:spPr>
            <a:xfrm>
              <a:off x="1484072" y="489356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1484073" y="489356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1443206" y="4893568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1443206" y="4893569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1426860" y="489356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1426859" y="489356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1492246" y="4893568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1492246" y="4893569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2018517" y="489356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2018518" y="48935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2023967" y="4893568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2023967" y="4893569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2631859" y="489356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2631858" y="48935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2637307" y="4893568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2637307" y="4893569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3193662" y="489356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3193661" y="48935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3199111" y="4893568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3199110" y="4893569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3806888" y="489356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3806888" y="48935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3812338" y="4893568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3812337" y="4893569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4968297" y="489356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4968296" y="489356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4927429" y="4893568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4927430" y="4893569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4911083" y="489356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4911083" y="489356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1484072" y="489902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1484073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1443206" y="4899023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1443206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1426860" y="489902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1426859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2018517" y="489902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2018518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2631859" y="489902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2631858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3193662" y="489902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3193661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3806888" y="489902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3806888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4968297" y="489902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4968296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4927429" y="4899023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4927430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4911083" y="489902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4911083" y="4899024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9" name="object 619"/>
          <p:cNvSpPr txBox="1"/>
          <p:nvPr/>
        </p:nvSpPr>
        <p:spPr>
          <a:xfrm>
            <a:off x="1602146" y="5126335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20" name="object 620"/>
          <p:cNvSpPr txBox="1"/>
          <p:nvPr/>
        </p:nvSpPr>
        <p:spPr>
          <a:xfrm>
            <a:off x="2283711" y="5126335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21" name="object 621"/>
          <p:cNvSpPr txBox="1"/>
          <p:nvPr/>
        </p:nvSpPr>
        <p:spPr>
          <a:xfrm>
            <a:off x="2840065" y="5126335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22" name="object 622"/>
          <p:cNvSpPr txBox="1"/>
          <p:nvPr/>
        </p:nvSpPr>
        <p:spPr>
          <a:xfrm>
            <a:off x="3366224" y="5126335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23" name="object 623"/>
          <p:cNvSpPr txBox="1"/>
          <p:nvPr/>
        </p:nvSpPr>
        <p:spPr>
          <a:xfrm>
            <a:off x="4088655" y="5126335"/>
            <a:ext cx="58102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Courier New"/>
                <a:cs typeface="Courier New"/>
              </a:rPr>
              <a:t>7/15/1912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624" name="object 624"/>
          <p:cNvGrpSpPr/>
          <p:nvPr/>
        </p:nvGrpSpPr>
        <p:grpSpPr>
          <a:xfrm>
            <a:off x="1425272" y="5077445"/>
            <a:ext cx="3552825" cy="189230"/>
            <a:chOff x="1425272" y="5077445"/>
            <a:chExt cx="3552825" cy="189230"/>
          </a:xfrm>
        </p:grpSpPr>
        <p:sp>
          <p:nvSpPr>
            <p:cNvPr id="625" name="object 625"/>
            <p:cNvSpPr/>
            <p:nvPr/>
          </p:nvSpPr>
          <p:spPr>
            <a:xfrm>
              <a:off x="1484072" y="5079032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1484073" y="507903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1443206" y="5079032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1443206" y="5079032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1426860" y="5079032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1426859" y="507903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1492246" y="5079032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1492246" y="5079032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2018517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2018518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2023967" y="5079032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2023967" y="5079032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2631859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2631858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2637307" y="5079032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2637307" y="5079032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1" name="object 641"/>
            <p:cNvSpPr/>
            <p:nvPr/>
          </p:nvSpPr>
          <p:spPr>
            <a:xfrm>
              <a:off x="3193662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2" name="object 642"/>
            <p:cNvSpPr/>
            <p:nvPr/>
          </p:nvSpPr>
          <p:spPr>
            <a:xfrm>
              <a:off x="3193661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3199111" y="5079032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3199110" y="5079032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3806888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3806888" y="507903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3812338" y="5079032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3812337" y="5079032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4968297" y="5079032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4968296" y="507903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4927429" y="5079032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4927430" y="5079032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4911083" y="5079032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4911083" y="507903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1484072" y="508448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1484073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1443206" y="5084487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1443206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1426860" y="508448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1426859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2018517" y="508448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2018518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2631859" y="508448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2631858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3193662" y="508448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3193661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3806888" y="5084487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3806888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4968297" y="508448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4968296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4927429" y="5084487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4927430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4911083" y="5084487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4911083" y="508448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5" name="object 675"/>
          <p:cNvSpPr txBox="1"/>
          <p:nvPr/>
        </p:nvSpPr>
        <p:spPr>
          <a:xfrm>
            <a:off x="1602146" y="5312071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5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76" name="object 676"/>
          <p:cNvSpPr txBox="1"/>
          <p:nvPr/>
        </p:nvSpPr>
        <p:spPr>
          <a:xfrm>
            <a:off x="2283711" y="5312071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77" name="object 677"/>
          <p:cNvSpPr txBox="1"/>
          <p:nvPr/>
        </p:nvSpPr>
        <p:spPr>
          <a:xfrm>
            <a:off x="2840065" y="5312071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14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78" name="object 678"/>
          <p:cNvSpPr txBox="1"/>
          <p:nvPr/>
        </p:nvSpPr>
        <p:spPr>
          <a:xfrm>
            <a:off x="3366224" y="5312071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3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679" name="object 679"/>
          <p:cNvSpPr txBox="1"/>
          <p:nvPr/>
        </p:nvSpPr>
        <p:spPr>
          <a:xfrm>
            <a:off x="4088655" y="5312071"/>
            <a:ext cx="58102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Courier New"/>
                <a:cs typeface="Courier New"/>
              </a:rPr>
              <a:t>7/15/1913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680" name="object 680"/>
          <p:cNvGrpSpPr/>
          <p:nvPr/>
        </p:nvGrpSpPr>
        <p:grpSpPr>
          <a:xfrm>
            <a:off x="1425272" y="5262908"/>
            <a:ext cx="3552825" cy="191770"/>
            <a:chOff x="1425272" y="5262908"/>
            <a:chExt cx="3552825" cy="191770"/>
          </a:xfrm>
        </p:grpSpPr>
        <p:sp>
          <p:nvSpPr>
            <p:cNvPr id="681" name="object 681"/>
            <p:cNvSpPr/>
            <p:nvPr/>
          </p:nvSpPr>
          <p:spPr>
            <a:xfrm>
              <a:off x="1484072" y="5264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1484073" y="5264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1443206" y="5264495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4" name="object 684"/>
            <p:cNvSpPr/>
            <p:nvPr/>
          </p:nvSpPr>
          <p:spPr>
            <a:xfrm>
              <a:off x="1443206" y="5264495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5" name="object 685"/>
            <p:cNvSpPr/>
            <p:nvPr/>
          </p:nvSpPr>
          <p:spPr>
            <a:xfrm>
              <a:off x="1426860" y="5264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1426859" y="5264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1492246" y="5264495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1492246" y="5264495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2018517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2018518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2023967" y="5264495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2023967" y="5264495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2631859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2631858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2637307" y="5264495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2637307" y="5264495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3193662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3193661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3199111" y="5264495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3199110" y="5264495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3806888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3806888" y="526449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3812338" y="5264495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3812337" y="5264495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4968297" y="5264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4968296" y="5264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4927429" y="5264495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4927430" y="5264495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4911083" y="526449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4911083" y="526449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1484072" y="5269949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5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1484073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1443206" y="5269949"/>
              <a:ext cx="33020" cy="183515"/>
            </a:xfrm>
            <a:custGeom>
              <a:avLst/>
              <a:gdLst/>
              <a:ahLst/>
              <a:cxnLst/>
              <a:rect l="l" t="t" r="r" b="b"/>
              <a:pathLst>
                <a:path w="33019" h="183514">
                  <a:moveTo>
                    <a:pt x="3269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32693" y="183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1443206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1426860" y="5269949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5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1426859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2018517" y="5269949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8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8" y="183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2018518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2631859" y="5269949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8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8" y="183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2631858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3193662" y="5269949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8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8" y="183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3193661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3806888" y="5269949"/>
              <a:ext cx="5715" cy="183515"/>
            </a:xfrm>
            <a:custGeom>
              <a:avLst/>
              <a:gdLst/>
              <a:ahLst/>
              <a:cxnLst/>
              <a:rect l="l" t="t" r="r" b="b"/>
              <a:pathLst>
                <a:path w="5714" h="183514">
                  <a:moveTo>
                    <a:pt x="5449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5449" y="183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3806888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4968297" y="5269949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4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4968296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4927429" y="5269949"/>
              <a:ext cx="33020" cy="183515"/>
            </a:xfrm>
            <a:custGeom>
              <a:avLst/>
              <a:gdLst/>
              <a:ahLst/>
              <a:cxnLst/>
              <a:rect l="l" t="t" r="r" b="b"/>
              <a:pathLst>
                <a:path w="33020" h="183514">
                  <a:moveTo>
                    <a:pt x="3269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32693" y="183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4927430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4911083" y="5269949"/>
              <a:ext cx="8255" cy="183515"/>
            </a:xfrm>
            <a:custGeom>
              <a:avLst/>
              <a:gdLst/>
              <a:ahLst/>
              <a:cxnLst/>
              <a:rect l="l" t="t" r="r" b="b"/>
              <a:pathLst>
                <a:path w="8254" h="183514">
                  <a:moveTo>
                    <a:pt x="8173" y="0"/>
                  </a:moveTo>
                  <a:lnTo>
                    <a:pt x="0" y="0"/>
                  </a:lnTo>
                  <a:lnTo>
                    <a:pt x="0" y="183008"/>
                  </a:lnTo>
                  <a:lnTo>
                    <a:pt x="8173" y="183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4911083" y="5269950"/>
              <a:ext cx="0" cy="183515"/>
            </a:xfrm>
            <a:custGeom>
              <a:avLst/>
              <a:gdLst/>
              <a:ahLst/>
              <a:cxnLst/>
              <a:rect l="l" t="t" r="r" b="b"/>
              <a:pathLst>
                <a:path h="183514">
                  <a:moveTo>
                    <a:pt x="0" y="0"/>
                  </a:moveTo>
                  <a:lnTo>
                    <a:pt x="0" y="183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1" name="object 731"/>
          <p:cNvSpPr txBox="1"/>
          <p:nvPr/>
        </p:nvSpPr>
        <p:spPr>
          <a:xfrm>
            <a:off x="1602146" y="5500261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6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32" name="object 732"/>
          <p:cNvSpPr txBox="1"/>
          <p:nvPr/>
        </p:nvSpPr>
        <p:spPr>
          <a:xfrm>
            <a:off x="2283711" y="5500261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33" name="object 733"/>
          <p:cNvSpPr txBox="1"/>
          <p:nvPr/>
        </p:nvSpPr>
        <p:spPr>
          <a:xfrm>
            <a:off x="2840065" y="5500261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29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34" name="object 734"/>
          <p:cNvSpPr txBox="1"/>
          <p:nvPr/>
        </p:nvSpPr>
        <p:spPr>
          <a:xfrm>
            <a:off x="3366224" y="5500261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0</a:t>
            </a:r>
            <a:r>
              <a:rPr sz="800" spc="5" dirty="0">
                <a:latin typeface="Courier New"/>
                <a:cs typeface="Courier New"/>
              </a:rPr>
              <a:t>0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35" name="object 735"/>
          <p:cNvSpPr txBox="1"/>
          <p:nvPr/>
        </p:nvSpPr>
        <p:spPr>
          <a:xfrm>
            <a:off x="4088655" y="5500261"/>
            <a:ext cx="58102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Courier New"/>
                <a:cs typeface="Courier New"/>
              </a:rPr>
              <a:t>7/30/1900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36" name="object 736"/>
          <p:cNvGrpSpPr/>
          <p:nvPr/>
        </p:nvGrpSpPr>
        <p:grpSpPr>
          <a:xfrm>
            <a:off x="1425272" y="5451371"/>
            <a:ext cx="3552825" cy="189230"/>
            <a:chOff x="1425272" y="5451371"/>
            <a:chExt cx="3552825" cy="189230"/>
          </a:xfrm>
        </p:grpSpPr>
        <p:sp>
          <p:nvSpPr>
            <p:cNvPr id="737" name="object 737"/>
            <p:cNvSpPr/>
            <p:nvPr/>
          </p:nvSpPr>
          <p:spPr>
            <a:xfrm>
              <a:off x="1484072" y="545295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1484073" y="545295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1443206" y="5452958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1443206" y="5452959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1426860" y="545295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1426859" y="545295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1492246" y="5452958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1492246" y="5452959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2018517" y="545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2018518" y="545295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2023967" y="5452958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2023967" y="5452959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2631859" y="545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2631858" y="545295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2637307" y="5452958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2637307" y="5452959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3193662" y="545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3193661" y="545295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3199111" y="5452958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3199110" y="5452959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3806888" y="545295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3806888" y="545295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3812338" y="5452958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3812337" y="5452959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4968297" y="545295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4968296" y="545295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4927429" y="5452958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4927430" y="5452959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4911083" y="5452958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4911083" y="545295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1484072" y="545841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1484073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1443206" y="5458413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19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1443206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1426860" y="545841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5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2" name="object 772"/>
            <p:cNvSpPr/>
            <p:nvPr/>
          </p:nvSpPr>
          <p:spPr>
            <a:xfrm>
              <a:off x="1426859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3" name="object 773"/>
            <p:cNvSpPr/>
            <p:nvPr/>
          </p:nvSpPr>
          <p:spPr>
            <a:xfrm>
              <a:off x="2018517" y="545841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4" name="object 774"/>
            <p:cNvSpPr/>
            <p:nvPr/>
          </p:nvSpPr>
          <p:spPr>
            <a:xfrm>
              <a:off x="2018518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5" name="object 775"/>
            <p:cNvSpPr/>
            <p:nvPr/>
          </p:nvSpPr>
          <p:spPr>
            <a:xfrm>
              <a:off x="2631859" y="545841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6" name="object 776"/>
            <p:cNvSpPr/>
            <p:nvPr/>
          </p:nvSpPr>
          <p:spPr>
            <a:xfrm>
              <a:off x="2631858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7" name="object 777"/>
            <p:cNvSpPr/>
            <p:nvPr/>
          </p:nvSpPr>
          <p:spPr>
            <a:xfrm>
              <a:off x="3193662" y="545841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8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8" y="180008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8" name="object 778"/>
            <p:cNvSpPr/>
            <p:nvPr/>
          </p:nvSpPr>
          <p:spPr>
            <a:xfrm>
              <a:off x="3193661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3806888" y="5458413"/>
              <a:ext cx="5715" cy="180340"/>
            </a:xfrm>
            <a:custGeom>
              <a:avLst/>
              <a:gdLst/>
              <a:ahLst/>
              <a:cxnLst/>
              <a:rect l="l" t="t" r="r" b="b"/>
              <a:pathLst>
                <a:path w="5714" h="180339">
                  <a:moveTo>
                    <a:pt x="5449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5449" y="180008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3806888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4968297" y="545841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4968296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4927429" y="5458413"/>
              <a:ext cx="33020" cy="180340"/>
            </a:xfrm>
            <a:custGeom>
              <a:avLst/>
              <a:gdLst/>
              <a:ahLst/>
              <a:cxnLst/>
              <a:rect l="l" t="t" r="r" b="b"/>
              <a:pathLst>
                <a:path w="33020" h="180339">
                  <a:moveTo>
                    <a:pt x="3269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32693" y="180008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4927430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4911083" y="5458413"/>
              <a:ext cx="8255" cy="180340"/>
            </a:xfrm>
            <a:custGeom>
              <a:avLst/>
              <a:gdLst/>
              <a:ahLst/>
              <a:cxnLst/>
              <a:rect l="l" t="t" r="r" b="b"/>
              <a:pathLst>
                <a:path w="8254" h="180339">
                  <a:moveTo>
                    <a:pt x="8173" y="0"/>
                  </a:moveTo>
                  <a:lnTo>
                    <a:pt x="0" y="0"/>
                  </a:lnTo>
                  <a:lnTo>
                    <a:pt x="0" y="180008"/>
                  </a:lnTo>
                  <a:lnTo>
                    <a:pt x="8173" y="180008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4911083" y="5458413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8000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7" name="object 787"/>
          <p:cNvSpPr txBox="1"/>
          <p:nvPr/>
        </p:nvSpPr>
        <p:spPr>
          <a:xfrm>
            <a:off x="1602146" y="5685724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SE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88" name="object 788"/>
          <p:cNvSpPr txBox="1"/>
          <p:nvPr/>
        </p:nvSpPr>
        <p:spPr>
          <a:xfrm>
            <a:off x="2283711" y="5685724"/>
            <a:ext cx="876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7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89" name="object 789"/>
          <p:cNvSpPr txBox="1"/>
          <p:nvPr/>
        </p:nvSpPr>
        <p:spPr>
          <a:xfrm>
            <a:off x="2840065" y="5685724"/>
            <a:ext cx="15049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29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90" name="object 790"/>
          <p:cNvSpPr txBox="1"/>
          <p:nvPr/>
        </p:nvSpPr>
        <p:spPr>
          <a:xfrm>
            <a:off x="3366224" y="5685724"/>
            <a:ext cx="27305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spc="5" dirty="0">
                <a:latin typeface="Courier New"/>
                <a:cs typeface="Courier New"/>
              </a:rPr>
              <a:t>19</a:t>
            </a:r>
            <a:r>
              <a:rPr sz="800" spc="-15" dirty="0">
                <a:latin typeface="Courier New"/>
                <a:cs typeface="Courier New"/>
              </a:rPr>
              <a:t>1</a:t>
            </a:r>
            <a:r>
              <a:rPr sz="800" spc="5" dirty="0">
                <a:latin typeface="Courier New"/>
                <a:cs typeface="Courier New"/>
              </a:rPr>
              <a:t>2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791" name="object 791"/>
          <p:cNvSpPr txBox="1"/>
          <p:nvPr/>
        </p:nvSpPr>
        <p:spPr>
          <a:xfrm>
            <a:off x="4088655" y="5685724"/>
            <a:ext cx="58102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latin typeface="Courier New"/>
                <a:cs typeface="Courier New"/>
              </a:rPr>
              <a:t>7/30/1912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792" name="object 792"/>
          <p:cNvGrpSpPr/>
          <p:nvPr/>
        </p:nvGrpSpPr>
        <p:grpSpPr>
          <a:xfrm>
            <a:off x="1425272" y="2386012"/>
            <a:ext cx="6791325" cy="3507740"/>
            <a:chOff x="1425272" y="2386012"/>
            <a:chExt cx="6791325" cy="3507740"/>
          </a:xfrm>
        </p:grpSpPr>
        <p:sp>
          <p:nvSpPr>
            <p:cNvPr id="793" name="object 793"/>
            <p:cNvSpPr/>
            <p:nvPr/>
          </p:nvSpPr>
          <p:spPr>
            <a:xfrm>
              <a:off x="1484072" y="563842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4" name="object 794"/>
            <p:cNvSpPr/>
            <p:nvPr/>
          </p:nvSpPr>
          <p:spPr>
            <a:xfrm>
              <a:off x="1484073" y="563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1443206" y="5638421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1443206" y="5638421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19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1426860" y="563842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5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1426859" y="563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5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1492246" y="5638421"/>
              <a:ext cx="526415" cy="5715"/>
            </a:xfrm>
            <a:custGeom>
              <a:avLst/>
              <a:gdLst/>
              <a:ahLst/>
              <a:cxnLst/>
              <a:rect l="l" t="t" r="r" b="b"/>
              <a:pathLst>
                <a:path w="526414" h="5714">
                  <a:moveTo>
                    <a:pt x="526362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26362" y="5454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1492246" y="5638421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2018517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2018518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3" name="object 803"/>
            <p:cNvSpPr/>
            <p:nvPr/>
          </p:nvSpPr>
          <p:spPr>
            <a:xfrm>
              <a:off x="2023967" y="5638421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30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4" name="object 804"/>
            <p:cNvSpPr/>
            <p:nvPr/>
          </p:nvSpPr>
          <p:spPr>
            <a:xfrm>
              <a:off x="2023967" y="5638421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30">
                  <a:moveTo>
                    <a:pt x="0" y="0"/>
                  </a:moveTo>
                  <a:lnTo>
                    <a:pt x="60789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2631859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2631858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2637307" y="5638421"/>
              <a:ext cx="556895" cy="5715"/>
            </a:xfrm>
            <a:custGeom>
              <a:avLst/>
              <a:gdLst/>
              <a:ahLst/>
              <a:cxnLst/>
              <a:rect l="l" t="t" r="r" b="b"/>
              <a:pathLst>
                <a:path w="556894" h="5714">
                  <a:moveTo>
                    <a:pt x="556331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56331" y="5454"/>
                  </a:lnTo>
                  <a:lnTo>
                    <a:pt x="556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2637307" y="5638421"/>
              <a:ext cx="556895" cy="0"/>
            </a:xfrm>
            <a:custGeom>
              <a:avLst/>
              <a:gdLst/>
              <a:ahLst/>
              <a:cxnLst/>
              <a:rect l="l" t="t" r="r" b="b"/>
              <a:pathLst>
                <a:path w="556894">
                  <a:moveTo>
                    <a:pt x="0" y="0"/>
                  </a:moveTo>
                  <a:lnTo>
                    <a:pt x="55635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3193662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8" y="5454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3193661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3199111" y="5638421"/>
              <a:ext cx="608330" cy="5715"/>
            </a:xfrm>
            <a:custGeom>
              <a:avLst/>
              <a:gdLst/>
              <a:ahLst/>
              <a:cxnLst/>
              <a:rect l="l" t="t" r="r" b="b"/>
              <a:pathLst>
                <a:path w="608329" h="5714">
                  <a:moveTo>
                    <a:pt x="60782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607823" y="5454"/>
                  </a:lnTo>
                  <a:lnTo>
                    <a:pt x="607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3199110" y="5638421"/>
              <a:ext cx="608330" cy="0"/>
            </a:xfrm>
            <a:custGeom>
              <a:avLst/>
              <a:gdLst/>
              <a:ahLst/>
              <a:cxnLst/>
              <a:rect l="l" t="t" r="r" b="b"/>
              <a:pathLst>
                <a:path w="608329">
                  <a:moveTo>
                    <a:pt x="0" y="0"/>
                  </a:moveTo>
                  <a:lnTo>
                    <a:pt x="60777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3806888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449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5449" y="5454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3806888" y="563842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0" y="0"/>
                  </a:moveTo>
                  <a:lnTo>
                    <a:pt x="5448" y="0"/>
                  </a:lnTo>
                </a:path>
                <a:path w="5714" h="5714">
                  <a:moveTo>
                    <a:pt x="0" y="0"/>
                  </a:moveTo>
                  <a:lnTo>
                    <a:pt x="0" y="54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3812338" y="5638421"/>
              <a:ext cx="1099185" cy="5715"/>
            </a:xfrm>
            <a:custGeom>
              <a:avLst/>
              <a:gdLst/>
              <a:ahLst/>
              <a:cxnLst/>
              <a:rect l="l" t="t" r="r" b="b"/>
              <a:pathLst>
                <a:path w="1099185" h="5714">
                  <a:moveTo>
                    <a:pt x="1098768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1098768" y="5454"/>
                  </a:lnTo>
                  <a:lnTo>
                    <a:pt x="10987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3812337" y="5638421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7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4968297" y="563842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4968296" y="563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4927429" y="5638421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20" h="5714">
                  <a:moveTo>
                    <a:pt x="3269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32693" y="5454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4927430" y="5638421"/>
              <a:ext cx="33020" cy="0"/>
            </a:xfrm>
            <a:custGeom>
              <a:avLst/>
              <a:gdLst/>
              <a:ahLst/>
              <a:cxnLst/>
              <a:rect l="l" t="t" r="r" b="b"/>
              <a:pathLst>
                <a:path w="33020">
                  <a:moveTo>
                    <a:pt x="0" y="0"/>
                  </a:moveTo>
                  <a:lnTo>
                    <a:pt x="3269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4911083" y="563842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173" y="0"/>
                  </a:moveTo>
                  <a:lnTo>
                    <a:pt x="0" y="0"/>
                  </a:lnTo>
                  <a:lnTo>
                    <a:pt x="0" y="5454"/>
                  </a:lnTo>
                  <a:lnTo>
                    <a:pt x="8173" y="5454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4911083" y="5638421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1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1484072" y="5643875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5" h="182879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1484073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1443206" y="5643875"/>
              <a:ext cx="33020" cy="182880"/>
            </a:xfrm>
            <a:custGeom>
              <a:avLst/>
              <a:gdLst/>
              <a:ahLst/>
              <a:cxnLst/>
              <a:rect l="l" t="t" r="r" b="b"/>
              <a:pathLst>
                <a:path w="33019" h="182879">
                  <a:moveTo>
                    <a:pt x="3269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32693" y="182735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1443206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1426860" y="5643875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5" h="182879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1426859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1426860" y="5826611"/>
              <a:ext cx="8255" cy="66040"/>
            </a:xfrm>
            <a:custGeom>
              <a:avLst/>
              <a:gdLst/>
              <a:ahLst/>
              <a:cxnLst/>
              <a:rect l="l" t="t" r="r" b="b"/>
              <a:pathLst>
                <a:path w="8255" h="66039">
                  <a:moveTo>
                    <a:pt x="8173" y="0"/>
                  </a:moveTo>
                  <a:lnTo>
                    <a:pt x="0" y="0"/>
                  </a:lnTo>
                  <a:lnTo>
                    <a:pt x="0" y="65457"/>
                  </a:lnTo>
                  <a:lnTo>
                    <a:pt x="8173" y="65457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1426859" y="5826612"/>
              <a:ext cx="0" cy="66040"/>
            </a:xfrm>
            <a:custGeom>
              <a:avLst/>
              <a:gdLst/>
              <a:ahLst/>
              <a:cxnLst/>
              <a:rect l="l" t="t" r="r" b="b"/>
              <a:pathLst>
                <a:path h="66039">
                  <a:moveTo>
                    <a:pt x="0" y="0"/>
                  </a:moveTo>
                  <a:lnTo>
                    <a:pt x="0" y="654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1426860" y="5883887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5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1426859" y="5883887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1443206" y="5826611"/>
              <a:ext cx="33020" cy="49530"/>
            </a:xfrm>
            <a:custGeom>
              <a:avLst/>
              <a:gdLst/>
              <a:ahLst/>
              <a:cxnLst/>
              <a:rect l="l" t="t" r="r" b="b"/>
              <a:pathLst>
                <a:path w="33019" h="49529">
                  <a:moveTo>
                    <a:pt x="32693" y="0"/>
                  </a:moveTo>
                  <a:lnTo>
                    <a:pt x="0" y="0"/>
                  </a:lnTo>
                  <a:lnTo>
                    <a:pt x="0" y="49093"/>
                  </a:lnTo>
                  <a:lnTo>
                    <a:pt x="32693" y="49093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1443206" y="5826612"/>
              <a:ext cx="0" cy="49530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0"/>
                  </a:moveTo>
                  <a:lnTo>
                    <a:pt x="0" y="490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1443206" y="5842975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30" h="33020">
                  <a:moveTo>
                    <a:pt x="49039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49039" y="32728"/>
                  </a:lnTo>
                  <a:lnTo>
                    <a:pt x="490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1443206" y="584297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30">
                  <a:moveTo>
                    <a:pt x="0" y="0"/>
                  </a:moveTo>
                  <a:lnTo>
                    <a:pt x="490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1484072" y="5826611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817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8173" y="8182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1484073" y="582661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8173" y="0"/>
                  </a:lnTo>
                </a:path>
                <a:path w="8255" h="8254">
                  <a:moveTo>
                    <a:pt x="0" y="0"/>
                  </a:moveTo>
                  <a:lnTo>
                    <a:pt x="0" y="81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1484072" y="5826611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817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8173" y="8182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1484073" y="582661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5" h="8254">
                  <a:moveTo>
                    <a:pt x="0" y="0"/>
                  </a:moveTo>
                  <a:lnTo>
                    <a:pt x="8173" y="0"/>
                  </a:lnTo>
                </a:path>
                <a:path w="8255" h="8254">
                  <a:moveTo>
                    <a:pt x="0" y="0"/>
                  </a:moveTo>
                  <a:lnTo>
                    <a:pt x="0" y="81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1492246" y="5883887"/>
              <a:ext cx="526415" cy="8255"/>
            </a:xfrm>
            <a:custGeom>
              <a:avLst/>
              <a:gdLst/>
              <a:ahLst/>
              <a:cxnLst/>
              <a:rect l="l" t="t" r="r" b="b"/>
              <a:pathLst>
                <a:path w="526414" h="8254">
                  <a:moveTo>
                    <a:pt x="526362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526362" y="8182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1492246" y="5883887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1492246" y="5842975"/>
              <a:ext cx="526415" cy="33020"/>
            </a:xfrm>
            <a:custGeom>
              <a:avLst/>
              <a:gdLst/>
              <a:ahLst/>
              <a:cxnLst/>
              <a:rect l="l" t="t" r="r" b="b"/>
              <a:pathLst>
                <a:path w="526414" h="33020">
                  <a:moveTo>
                    <a:pt x="526362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526362" y="32728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1492246" y="5842976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1492246" y="5826611"/>
              <a:ext cx="526415" cy="8255"/>
            </a:xfrm>
            <a:custGeom>
              <a:avLst/>
              <a:gdLst/>
              <a:ahLst/>
              <a:cxnLst/>
              <a:rect l="l" t="t" r="r" b="b"/>
              <a:pathLst>
                <a:path w="526414" h="8254">
                  <a:moveTo>
                    <a:pt x="526362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526362" y="8182"/>
                  </a:lnTo>
                  <a:lnTo>
                    <a:pt x="5263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1492246" y="5826612"/>
              <a:ext cx="526415" cy="0"/>
            </a:xfrm>
            <a:custGeom>
              <a:avLst/>
              <a:gdLst/>
              <a:ahLst/>
              <a:cxnLst/>
              <a:rect l="l" t="t" r="r" b="b"/>
              <a:pathLst>
                <a:path w="526414">
                  <a:moveTo>
                    <a:pt x="0" y="0"/>
                  </a:moveTo>
                  <a:lnTo>
                    <a:pt x="52627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2018517" y="5643875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79">
                  <a:moveTo>
                    <a:pt x="5448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8" y="182735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2018518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2018517" y="5826611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5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2018518" y="5826612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2018517" y="5842975"/>
              <a:ext cx="65405" cy="33020"/>
            </a:xfrm>
            <a:custGeom>
              <a:avLst/>
              <a:gdLst/>
              <a:ahLst/>
              <a:cxnLst/>
              <a:rect l="l" t="t" r="r" b="b"/>
              <a:pathLst>
                <a:path w="65405" h="33020">
                  <a:moveTo>
                    <a:pt x="65386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65386" y="32728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2018518" y="5842976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2018517" y="5883887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5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2018518" y="5883887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2083904" y="5883887"/>
              <a:ext cx="548005" cy="8255"/>
            </a:xfrm>
            <a:custGeom>
              <a:avLst/>
              <a:gdLst/>
              <a:ahLst/>
              <a:cxnLst/>
              <a:rect l="l" t="t" r="r" b="b"/>
              <a:pathLst>
                <a:path w="548005" h="8254">
                  <a:moveTo>
                    <a:pt x="547885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547885" y="8182"/>
                  </a:lnTo>
                  <a:lnTo>
                    <a:pt x="547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2083904" y="5883887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5">
                  <a:moveTo>
                    <a:pt x="0" y="0"/>
                  </a:moveTo>
                  <a:lnTo>
                    <a:pt x="5479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2083904" y="5842975"/>
              <a:ext cx="548005" cy="33020"/>
            </a:xfrm>
            <a:custGeom>
              <a:avLst/>
              <a:gdLst/>
              <a:ahLst/>
              <a:cxnLst/>
              <a:rect l="l" t="t" r="r" b="b"/>
              <a:pathLst>
                <a:path w="548005" h="33020">
                  <a:moveTo>
                    <a:pt x="547885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547885" y="32728"/>
                  </a:lnTo>
                  <a:lnTo>
                    <a:pt x="547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2083904" y="5842976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5">
                  <a:moveTo>
                    <a:pt x="0" y="0"/>
                  </a:moveTo>
                  <a:lnTo>
                    <a:pt x="5479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2083904" y="5826611"/>
              <a:ext cx="548005" cy="8255"/>
            </a:xfrm>
            <a:custGeom>
              <a:avLst/>
              <a:gdLst/>
              <a:ahLst/>
              <a:cxnLst/>
              <a:rect l="l" t="t" r="r" b="b"/>
              <a:pathLst>
                <a:path w="548005" h="8254">
                  <a:moveTo>
                    <a:pt x="547885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547885" y="8182"/>
                  </a:lnTo>
                  <a:lnTo>
                    <a:pt x="547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2083904" y="5826612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5">
                  <a:moveTo>
                    <a:pt x="0" y="0"/>
                  </a:moveTo>
                  <a:lnTo>
                    <a:pt x="54795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2631859" y="5643875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79">
                  <a:moveTo>
                    <a:pt x="5448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8" y="182735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2631858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2631859" y="5826611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5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2631858" y="5826612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2631859" y="5842975"/>
              <a:ext cx="65405" cy="33020"/>
            </a:xfrm>
            <a:custGeom>
              <a:avLst/>
              <a:gdLst/>
              <a:ahLst/>
              <a:cxnLst/>
              <a:rect l="l" t="t" r="r" b="b"/>
              <a:pathLst>
                <a:path w="65405" h="33020">
                  <a:moveTo>
                    <a:pt x="65386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65386" y="32728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6" name="object 866"/>
            <p:cNvSpPr/>
            <p:nvPr/>
          </p:nvSpPr>
          <p:spPr>
            <a:xfrm>
              <a:off x="2631858" y="5842976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7" name="object 867"/>
            <p:cNvSpPr/>
            <p:nvPr/>
          </p:nvSpPr>
          <p:spPr>
            <a:xfrm>
              <a:off x="2631859" y="5883887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5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8" name="object 868"/>
            <p:cNvSpPr/>
            <p:nvPr/>
          </p:nvSpPr>
          <p:spPr>
            <a:xfrm>
              <a:off x="2631858" y="5883887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5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9" name="object 869"/>
            <p:cNvSpPr/>
            <p:nvPr/>
          </p:nvSpPr>
          <p:spPr>
            <a:xfrm>
              <a:off x="2697245" y="5883887"/>
              <a:ext cx="496570" cy="8255"/>
            </a:xfrm>
            <a:custGeom>
              <a:avLst/>
              <a:gdLst/>
              <a:ahLst/>
              <a:cxnLst/>
              <a:rect l="l" t="t" r="r" b="b"/>
              <a:pathLst>
                <a:path w="496569" h="8254">
                  <a:moveTo>
                    <a:pt x="49639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496393" y="8182"/>
                  </a:lnTo>
                  <a:lnTo>
                    <a:pt x="4963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2697245" y="5883887"/>
              <a:ext cx="496570" cy="0"/>
            </a:xfrm>
            <a:custGeom>
              <a:avLst/>
              <a:gdLst/>
              <a:ahLst/>
              <a:cxnLst/>
              <a:rect l="l" t="t" r="r" b="b"/>
              <a:pathLst>
                <a:path w="496569">
                  <a:moveTo>
                    <a:pt x="0" y="0"/>
                  </a:moveTo>
                  <a:lnTo>
                    <a:pt x="4964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2697245" y="5842975"/>
              <a:ext cx="496570" cy="33020"/>
            </a:xfrm>
            <a:custGeom>
              <a:avLst/>
              <a:gdLst/>
              <a:ahLst/>
              <a:cxnLst/>
              <a:rect l="l" t="t" r="r" b="b"/>
              <a:pathLst>
                <a:path w="496569" h="33020">
                  <a:moveTo>
                    <a:pt x="496393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496393" y="32728"/>
                  </a:lnTo>
                  <a:lnTo>
                    <a:pt x="4963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2" name="object 872"/>
            <p:cNvSpPr/>
            <p:nvPr/>
          </p:nvSpPr>
          <p:spPr>
            <a:xfrm>
              <a:off x="2697245" y="5842976"/>
              <a:ext cx="496570" cy="0"/>
            </a:xfrm>
            <a:custGeom>
              <a:avLst/>
              <a:gdLst/>
              <a:ahLst/>
              <a:cxnLst/>
              <a:rect l="l" t="t" r="r" b="b"/>
              <a:pathLst>
                <a:path w="496569">
                  <a:moveTo>
                    <a:pt x="0" y="0"/>
                  </a:moveTo>
                  <a:lnTo>
                    <a:pt x="4964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3" name="object 873"/>
            <p:cNvSpPr/>
            <p:nvPr/>
          </p:nvSpPr>
          <p:spPr>
            <a:xfrm>
              <a:off x="2697245" y="5826611"/>
              <a:ext cx="496570" cy="8255"/>
            </a:xfrm>
            <a:custGeom>
              <a:avLst/>
              <a:gdLst/>
              <a:ahLst/>
              <a:cxnLst/>
              <a:rect l="l" t="t" r="r" b="b"/>
              <a:pathLst>
                <a:path w="496569" h="8254">
                  <a:moveTo>
                    <a:pt x="49639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496393" y="8182"/>
                  </a:lnTo>
                  <a:lnTo>
                    <a:pt x="4963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2697245" y="5826612"/>
              <a:ext cx="496570" cy="0"/>
            </a:xfrm>
            <a:custGeom>
              <a:avLst/>
              <a:gdLst/>
              <a:ahLst/>
              <a:cxnLst/>
              <a:rect l="l" t="t" r="r" b="b"/>
              <a:pathLst>
                <a:path w="496569">
                  <a:moveTo>
                    <a:pt x="0" y="0"/>
                  </a:moveTo>
                  <a:lnTo>
                    <a:pt x="4964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3193662" y="5643875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79">
                  <a:moveTo>
                    <a:pt x="5448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8" y="182735"/>
                  </a:lnTo>
                  <a:lnTo>
                    <a:pt x="54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3193661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3193662" y="5826611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4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3193661" y="5826612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3193662" y="5842975"/>
              <a:ext cx="65405" cy="33020"/>
            </a:xfrm>
            <a:custGeom>
              <a:avLst/>
              <a:gdLst/>
              <a:ahLst/>
              <a:cxnLst/>
              <a:rect l="l" t="t" r="r" b="b"/>
              <a:pathLst>
                <a:path w="65404" h="33020">
                  <a:moveTo>
                    <a:pt x="65386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65386" y="32728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3193661" y="5842976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3193662" y="5883887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4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3193661" y="5883887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3259048" y="5883887"/>
              <a:ext cx="548005" cy="8255"/>
            </a:xfrm>
            <a:custGeom>
              <a:avLst/>
              <a:gdLst/>
              <a:ahLst/>
              <a:cxnLst/>
              <a:rect l="l" t="t" r="r" b="b"/>
              <a:pathLst>
                <a:path w="548004" h="8254">
                  <a:moveTo>
                    <a:pt x="547885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547885" y="8182"/>
                  </a:lnTo>
                  <a:lnTo>
                    <a:pt x="547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3259048" y="5883887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0" y="0"/>
                  </a:moveTo>
                  <a:lnTo>
                    <a:pt x="5478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3259048" y="5842975"/>
              <a:ext cx="548005" cy="33020"/>
            </a:xfrm>
            <a:custGeom>
              <a:avLst/>
              <a:gdLst/>
              <a:ahLst/>
              <a:cxnLst/>
              <a:rect l="l" t="t" r="r" b="b"/>
              <a:pathLst>
                <a:path w="548004" h="33020">
                  <a:moveTo>
                    <a:pt x="547885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547885" y="32728"/>
                  </a:lnTo>
                  <a:lnTo>
                    <a:pt x="547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3259048" y="5842976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0" y="0"/>
                  </a:moveTo>
                  <a:lnTo>
                    <a:pt x="5478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3259048" y="5826611"/>
              <a:ext cx="548005" cy="8255"/>
            </a:xfrm>
            <a:custGeom>
              <a:avLst/>
              <a:gdLst/>
              <a:ahLst/>
              <a:cxnLst/>
              <a:rect l="l" t="t" r="r" b="b"/>
              <a:pathLst>
                <a:path w="548004" h="8254">
                  <a:moveTo>
                    <a:pt x="547885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547885" y="8182"/>
                  </a:lnTo>
                  <a:lnTo>
                    <a:pt x="5478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3259048" y="5826612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>
                  <a:moveTo>
                    <a:pt x="0" y="0"/>
                  </a:moveTo>
                  <a:lnTo>
                    <a:pt x="54784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3806888" y="5643875"/>
              <a:ext cx="5715" cy="182880"/>
            </a:xfrm>
            <a:custGeom>
              <a:avLst/>
              <a:gdLst/>
              <a:ahLst/>
              <a:cxnLst/>
              <a:rect l="l" t="t" r="r" b="b"/>
              <a:pathLst>
                <a:path w="5714" h="182879">
                  <a:moveTo>
                    <a:pt x="5449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5449" y="182735"/>
                  </a:lnTo>
                  <a:lnTo>
                    <a:pt x="54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3806888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3806888" y="5826611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4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3806888" y="5826612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3806888" y="5842975"/>
              <a:ext cx="65405" cy="33020"/>
            </a:xfrm>
            <a:custGeom>
              <a:avLst/>
              <a:gdLst/>
              <a:ahLst/>
              <a:cxnLst/>
              <a:rect l="l" t="t" r="r" b="b"/>
              <a:pathLst>
                <a:path w="65404" h="33020">
                  <a:moveTo>
                    <a:pt x="65386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65386" y="32728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3806888" y="5842976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3806888" y="5883887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4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3806888" y="5883887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3872275" y="5883887"/>
              <a:ext cx="1038860" cy="8255"/>
            </a:xfrm>
            <a:custGeom>
              <a:avLst/>
              <a:gdLst/>
              <a:ahLst/>
              <a:cxnLst/>
              <a:rect l="l" t="t" r="r" b="b"/>
              <a:pathLst>
                <a:path w="1038860" h="8254">
                  <a:moveTo>
                    <a:pt x="1038830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1038830" y="8182"/>
                  </a:lnTo>
                  <a:lnTo>
                    <a:pt x="1038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3872275" y="5883887"/>
              <a:ext cx="1038860" cy="0"/>
            </a:xfrm>
            <a:custGeom>
              <a:avLst/>
              <a:gdLst/>
              <a:ahLst/>
              <a:cxnLst/>
              <a:rect l="l" t="t" r="r" b="b"/>
              <a:pathLst>
                <a:path w="1038860">
                  <a:moveTo>
                    <a:pt x="0" y="0"/>
                  </a:moveTo>
                  <a:lnTo>
                    <a:pt x="10388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3872275" y="5842975"/>
              <a:ext cx="1038860" cy="33020"/>
            </a:xfrm>
            <a:custGeom>
              <a:avLst/>
              <a:gdLst/>
              <a:ahLst/>
              <a:cxnLst/>
              <a:rect l="l" t="t" r="r" b="b"/>
              <a:pathLst>
                <a:path w="1038860" h="33020">
                  <a:moveTo>
                    <a:pt x="1038830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1038830" y="32728"/>
                  </a:lnTo>
                  <a:lnTo>
                    <a:pt x="1038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3872275" y="5842976"/>
              <a:ext cx="1038860" cy="0"/>
            </a:xfrm>
            <a:custGeom>
              <a:avLst/>
              <a:gdLst/>
              <a:ahLst/>
              <a:cxnLst/>
              <a:rect l="l" t="t" r="r" b="b"/>
              <a:pathLst>
                <a:path w="1038860">
                  <a:moveTo>
                    <a:pt x="0" y="0"/>
                  </a:moveTo>
                  <a:lnTo>
                    <a:pt x="10388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3872275" y="5826611"/>
              <a:ext cx="1038860" cy="8255"/>
            </a:xfrm>
            <a:custGeom>
              <a:avLst/>
              <a:gdLst/>
              <a:ahLst/>
              <a:cxnLst/>
              <a:rect l="l" t="t" r="r" b="b"/>
              <a:pathLst>
                <a:path w="1038860" h="8254">
                  <a:moveTo>
                    <a:pt x="1038830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1038830" y="8182"/>
                  </a:lnTo>
                  <a:lnTo>
                    <a:pt x="1038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3872275" y="5826612"/>
              <a:ext cx="1038860" cy="0"/>
            </a:xfrm>
            <a:custGeom>
              <a:avLst/>
              <a:gdLst/>
              <a:ahLst/>
              <a:cxnLst/>
              <a:rect l="l" t="t" r="r" b="b"/>
              <a:pathLst>
                <a:path w="1038860">
                  <a:moveTo>
                    <a:pt x="0" y="0"/>
                  </a:moveTo>
                  <a:lnTo>
                    <a:pt x="10388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4968297" y="5643875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4" h="182879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4968296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4927429" y="5643875"/>
              <a:ext cx="33020" cy="182880"/>
            </a:xfrm>
            <a:custGeom>
              <a:avLst/>
              <a:gdLst/>
              <a:ahLst/>
              <a:cxnLst/>
              <a:rect l="l" t="t" r="r" b="b"/>
              <a:pathLst>
                <a:path w="33020" h="182879">
                  <a:moveTo>
                    <a:pt x="3269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32693" y="182735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4927430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4911083" y="5643875"/>
              <a:ext cx="8255" cy="182880"/>
            </a:xfrm>
            <a:custGeom>
              <a:avLst/>
              <a:gdLst/>
              <a:ahLst/>
              <a:cxnLst/>
              <a:rect l="l" t="t" r="r" b="b"/>
              <a:pathLst>
                <a:path w="8254" h="182879">
                  <a:moveTo>
                    <a:pt x="8173" y="0"/>
                  </a:moveTo>
                  <a:lnTo>
                    <a:pt x="0" y="0"/>
                  </a:lnTo>
                  <a:lnTo>
                    <a:pt x="0" y="182735"/>
                  </a:lnTo>
                  <a:lnTo>
                    <a:pt x="8173" y="182735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4911083" y="5643877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h="182879">
                  <a:moveTo>
                    <a:pt x="0" y="0"/>
                  </a:moveTo>
                  <a:lnTo>
                    <a:pt x="0" y="18273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4968297" y="5826611"/>
              <a:ext cx="8255" cy="66040"/>
            </a:xfrm>
            <a:custGeom>
              <a:avLst/>
              <a:gdLst/>
              <a:ahLst/>
              <a:cxnLst/>
              <a:rect l="l" t="t" r="r" b="b"/>
              <a:pathLst>
                <a:path w="8254" h="66039">
                  <a:moveTo>
                    <a:pt x="8173" y="0"/>
                  </a:moveTo>
                  <a:lnTo>
                    <a:pt x="0" y="0"/>
                  </a:lnTo>
                  <a:lnTo>
                    <a:pt x="0" y="65457"/>
                  </a:lnTo>
                  <a:lnTo>
                    <a:pt x="8173" y="65457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4968296" y="5826612"/>
              <a:ext cx="0" cy="66040"/>
            </a:xfrm>
            <a:custGeom>
              <a:avLst/>
              <a:gdLst/>
              <a:ahLst/>
              <a:cxnLst/>
              <a:rect l="l" t="t" r="r" b="b"/>
              <a:pathLst>
                <a:path h="66039">
                  <a:moveTo>
                    <a:pt x="0" y="0"/>
                  </a:moveTo>
                  <a:lnTo>
                    <a:pt x="0" y="6545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4911083" y="5883887"/>
              <a:ext cx="65405" cy="8255"/>
            </a:xfrm>
            <a:custGeom>
              <a:avLst/>
              <a:gdLst/>
              <a:ahLst/>
              <a:cxnLst/>
              <a:rect l="l" t="t" r="r" b="b"/>
              <a:pathLst>
                <a:path w="65404" h="8254">
                  <a:moveTo>
                    <a:pt x="65386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65386" y="8182"/>
                  </a:lnTo>
                  <a:lnTo>
                    <a:pt x="65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4911083" y="5883887"/>
              <a:ext cx="65405" cy="0"/>
            </a:xfrm>
            <a:custGeom>
              <a:avLst/>
              <a:gdLst/>
              <a:ahLst/>
              <a:cxnLst/>
              <a:rect l="l" t="t" r="r" b="b"/>
              <a:pathLst>
                <a:path w="65404">
                  <a:moveTo>
                    <a:pt x="0" y="0"/>
                  </a:moveTo>
                  <a:lnTo>
                    <a:pt x="653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4927429" y="5826611"/>
              <a:ext cx="33020" cy="49530"/>
            </a:xfrm>
            <a:custGeom>
              <a:avLst/>
              <a:gdLst/>
              <a:ahLst/>
              <a:cxnLst/>
              <a:rect l="l" t="t" r="r" b="b"/>
              <a:pathLst>
                <a:path w="33020" h="49529">
                  <a:moveTo>
                    <a:pt x="32693" y="0"/>
                  </a:moveTo>
                  <a:lnTo>
                    <a:pt x="0" y="0"/>
                  </a:lnTo>
                  <a:lnTo>
                    <a:pt x="0" y="49093"/>
                  </a:lnTo>
                  <a:lnTo>
                    <a:pt x="32693" y="49093"/>
                  </a:lnTo>
                  <a:lnTo>
                    <a:pt x="326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4927430" y="5826612"/>
              <a:ext cx="0" cy="49530"/>
            </a:xfrm>
            <a:custGeom>
              <a:avLst/>
              <a:gdLst/>
              <a:ahLst/>
              <a:cxnLst/>
              <a:rect l="l" t="t" r="r" b="b"/>
              <a:pathLst>
                <a:path h="49529">
                  <a:moveTo>
                    <a:pt x="0" y="0"/>
                  </a:moveTo>
                  <a:lnTo>
                    <a:pt x="0" y="490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4911083" y="5842975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29" h="33020">
                  <a:moveTo>
                    <a:pt x="49039" y="0"/>
                  </a:moveTo>
                  <a:lnTo>
                    <a:pt x="0" y="0"/>
                  </a:lnTo>
                  <a:lnTo>
                    <a:pt x="0" y="32728"/>
                  </a:lnTo>
                  <a:lnTo>
                    <a:pt x="49039" y="32728"/>
                  </a:lnTo>
                  <a:lnTo>
                    <a:pt x="490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4911083" y="5842976"/>
              <a:ext cx="49530" cy="0"/>
            </a:xfrm>
            <a:custGeom>
              <a:avLst/>
              <a:gdLst/>
              <a:ahLst/>
              <a:cxnLst/>
              <a:rect l="l" t="t" r="r" b="b"/>
              <a:pathLst>
                <a:path w="49529">
                  <a:moveTo>
                    <a:pt x="0" y="0"/>
                  </a:moveTo>
                  <a:lnTo>
                    <a:pt x="490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4911083" y="5826611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17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8173" y="8182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4911083" y="582661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0" y="0"/>
                  </a:moveTo>
                  <a:lnTo>
                    <a:pt x="8173" y="0"/>
                  </a:lnTo>
                </a:path>
                <a:path w="8254" h="8254">
                  <a:moveTo>
                    <a:pt x="0" y="0"/>
                  </a:moveTo>
                  <a:lnTo>
                    <a:pt x="0" y="81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4911083" y="5826611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173" y="0"/>
                  </a:moveTo>
                  <a:lnTo>
                    <a:pt x="0" y="0"/>
                  </a:lnTo>
                  <a:lnTo>
                    <a:pt x="0" y="8182"/>
                  </a:lnTo>
                  <a:lnTo>
                    <a:pt x="8173" y="8182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4911083" y="582661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0" y="0"/>
                  </a:moveTo>
                  <a:lnTo>
                    <a:pt x="8173" y="0"/>
                  </a:lnTo>
                </a:path>
                <a:path w="8254" h="8254">
                  <a:moveTo>
                    <a:pt x="0" y="0"/>
                  </a:moveTo>
                  <a:lnTo>
                    <a:pt x="0" y="818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4710521" y="2387600"/>
              <a:ext cx="8255" cy="64769"/>
            </a:xfrm>
            <a:custGeom>
              <a:avLst/>
              <a:gdLst/>
              <a:ahLst/>
              <a:cxnLst/>
              <a:rect l="l" t="t" r="r" b="b"/>
              <a:pathLst>
                <a:path w="8254" h="64769">
                  <a:moveTo>
                    <a:pt x="8069" y="0"/>
                  </a:moveTo>
                  <a:lnTo>
                    <a:pt x="0" y="0"/>
                  </a:lnTo>
                  <a:lnTo>
                    <a:pt x="0" y="64744"/>
                  </a:lnTo>
                  <a:lnTo>
                    <a:pt x="8069" y="6474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4710521" y="2387599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h="64769">
                  <a:moveTo>
                    <a:pt x="0" y="0"/>
                  </a:moveTo>
                  <a:lnTo>
                    <a:pt x="0" y="647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4726659" y="2403138"/>
              <a:ext cx="32384" cy="49530"/>
            </a:xfrm>
            <a:custGeom>
              <a:avLst/>
              <a:gdLst/>
              <a:ahLst/>
              <a:cxnLst/>
              <a:rect l="l" t="t" r="r" b="b"/>
              <a:pathLst>
                <a:path w="32385" h="49530">
                  <a:moveTo>
                    <a:pt x="32277" y="0"/>
                  </a:moveTo>
                  <a:lnTo>
                    <a:pt x="0" y="0"/>
                  </a:lnTo>
                  <a:lnTo>
                    <a:pt x="0" y="49205"/>
                  </a:lnTo>
                  <a:lnTo>
                    <a:pt x="32277" y="49205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4726659" y="2403138"/>
              <a:ext cx="0" cy="49530"/>
            </a:xfrm>
            <a:custGeom>
              <a:avLst/>
              <a:gdLst/>
              <a:ahLst/>
              <a:cxnLst/>
              <a:rect l="l" t="t" r="r" b="b"/>
              <a:pathLst>
                <a:path h="49530">
                  <a:moveTo>
                    <a:pt x="0" y="0"/>
                  </a:moveTo>
                  <a:lnTo>
                    <a:pt x="0" y="492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4767007" y="2441985"/>
              <a:ext cx="8255" cy="10795"/>
            </a:xfrm>
            <a:custGeom>
              <a:avLst/>
              <a:gdLst/>
              <a:ahLst/>
              <a:cxnLst/>
              <a:rect l="l" t="t" r="r" b="b"/>
              <a:pathLst>
                <a:path w="8254" h="10794">
                  <a:moveTo>
                    <a:pt x="8069" y="0"/>
                  </a:moveTo>
                  <a:lnTo>
                    <a:pt x="0" y="0"/>
                  </a:lnTo>
                  <a:lnTo>
                    <a:pt x="0" y="10359"/>
                  </a:lnTo>
                  <a:lnTo>
                    <a:pt x="8069" y="1035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4767006" y="2441984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h="10794">
                  <a:moveTo>
                    <a:pt x="0" y="0"/>
                  </a:moveTo>
                  <a:lnTo>
                    <a:pt x="0" y="103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4767007" y="2441985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80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8069" y="776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4767006" y="2441984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5">
                  <a:moveTo>
                    <a:pt x="0" y="0"/>
                  </a:moveTo>
                  <a:lnTo>
                    <a:pt x="0" y="77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4767007" y="245234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4767006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4726659" y="2452343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4726659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4710521" y="245234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4710521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4767007" y="262326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4767006" y="262326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4726659" y="2623269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4726659" y="262326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4710521" y="262326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0" name="object 940"/>
            <p:cNvSpPr/>
            <p:nvPr/>
          </p:nvSpPr>
          <p:spPr>
            <a:xfrm>
              <a:off x="4710521" y="262326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1" name="object 941"/>
            <p:cNvSpPr/>
            <p:nvPr/>
          </p:nvSpPr>
          <p:spPr>
            <a:xfrm>
              <a:off x="4767007" y="2628405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4767006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4726659" y="2628405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4726659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4710521" y="2628405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4710521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4767007" y="279959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4767006" y="279958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4726659" y="2799590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4726659" y="2799589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4710521" y="279959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4710521" y="279958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5294656" y="2449754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379" y="0"/>
                  </a:moveTo>
                  <a:lnTo>
                    <a:pt x="0" y="0"/>
                  </a:lnTo>
                  <a:lnTo>
                    <a:pt x="0" y="2589"/>
                  </a:lnTo>
                  <a:lnTo>
                    <a:pt x="5379" y="258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5294656" y="244975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5294656" y="245234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5294656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5294656" y="26232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5294656" y="262326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5294656" y="262326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5294656" y="2628405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5294656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4775076" y="2799590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4775076" y="2799589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5294656" y="279959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5294656" y="2799589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5294656" y="279958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5900197" y="2449754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379" y="0"/>
                  </a:moveTo>
                  <a:lnTo>
                    <a:pt x="0" y="0"/>
                  </a:lnTo>
                  <a:lnTo>
                    <a:pt x="0" y="2589"/>
                  </a:lnTo>
                  <a:lnTo>
                    <a:pt x="5379" y="258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5900197" y="244975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5900197" y="245234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5900197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5900197" y="26232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5900197" y="262326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5900197" y="262326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5900197" y="2628405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5900197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5300036" y="2799590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5300035" y="2799589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5900197" y="279959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5900197" y="2799589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5900197" y="279958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6454856" y="2449754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379" y="0"/>
                  </a:moveTo>
                  <a:lnTo>
                    <a:pt x="0" y="0"/>
                  </a:lnTo>
                  <a:lnTo>
                    <a:pt x="0" y="2589"/>
                  </a:lnTo>
                  <a:lnTo>
                    <a:pt x="5379" y="258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6454856" y="244975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6454856" y="245234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4" name="object 984"/>
            <p:cNvSpPr/>
            <p:nvPr/>
          </p:nvSpPr>
          <p:spPr>
            <a:xfrm>
              <a:off x="6454856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5" name="object 985"/>
            <p:cNvSpPr/>
            <p:nvPr/>
          </p:nvSpPr>
          <p:spPr>
            <a:xfrm>
              <a:off x="6454856" y="26232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6454856" y="262326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6454856" y="262326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6454856" y="2628405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6454856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5905577" y="2799590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5905577" y="2799589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6454856" y="279959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6454856" y="2799589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6454856" y="279958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7060285" y="2449754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5" h="3175">
                  <a:moveTo>
                    <a:pt x="5379" y="0"/>
                  </a:moveTo>
                  <a:lnTo>
                    <a:pt x="0" y="0"/>
                  </a:lnTo>
                  <a:lnTo>
                    <a:pt x="0" y="2589"/>
                  </a:lnTo>
                  <a:lnTo>
                    <a:pt x="5379" y="258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7060286" y="244975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7060285" y="245234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7060286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7060285" y="262326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7060286" y="262326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7060286" y="262326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7060285" y="2628405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7060286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6460236" y="2799590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6460236" y="2799589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7060285" y="279959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7060286" y="2799589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7060286" y="279958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8206924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8166578" y="2628405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8166578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8150438" y="2628405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8150439" y="262844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4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7065665" y="2799590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7065665" y="2799589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8206925" y="2387600"/>
              <a:ext cx="8255" cy="64769"/>
            </a:xfrm>
            <a:custGeom>
              <a:avLst/>
              <a:gdLst/>
              <a:ahLst/>
              <a:cxnLst/>
              <a:rect l="l" t="t" r="r" b="b"/>
              <a:pathLst>
                <a:path w="8254" h="64769">
                  <a:moveTo>
                    <a:pt x="8069" y="0"/>
                  </a:moveTo>
                  <a:lnTo>
                    <a:pt x="0" y="0"/>
                  </a:lnTo>
                  <a:lnTo>
                    <a:pt x="0" y="64744"/>
                  </a:lnTo>
                  <a:lnTo>
                    <a:pt x="8069" y="6474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8206924" y="2387599"/>
              <a:ext cx="0" cy="64769"/>
            </a:xfrm>
            <a:custGeom>
              <a:avLst/>
              <a:gdLst/>
              <a:ahLst/>
              <a:cxnLst/>
              <a:rect l="l" t="t" r="r" b="b"/>
              <a:pathLst>
                <a:path h="64769">
                  <a:moveTo>
                    <a:pt x="0" y="0"/>
                  </a:moveTo>
                  <a:lnTo>
                    <a:pt x="0" y="6474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8166578" y="2403138"/>
              <a:ext cx="32384" cy="49530"/>
            </a:xfrm>
            <a:custGeom>
              <a:avLst/>
              <a:gdLst/>
              <a:ahLst/>
              <a:cxnLst/>
              <a:rect l="l" t="t" r="r" b="b"/>
              <a:pathLst>
                <a:path w="32384" h="49530">
                  <a:moveTo>
                    <a:pt x="32277" y="0"/>
                  </a:moveTo>
                  <a:lnTo>
                    <a:pt x="0" y="0"/>
                  </a:lnTo>
                  <a:lnTo>
                    <a:pt x="0" y="49205"/>
                  </a:lnTo>
                  <a:lnTo>
                    <a:pt x="32277" y="49205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8166578" y="2403138"/>
              <a:ext cx="0" cy="49530"/>
            </a:xfrm>
            <a:custGeom>
              <a:avLst/>
              <a:gdLst/>
              <a:ahLst/>
              <a:cxnLst/>
              <a:rect l="l" t="t" r="r" b="b"/>
              <a:pathLst>
                <a:path h="49530">
                  <a:moveTo>
                    <a:pt x="0" y="0"/>
                  </a:moveTo>
                  <a:lnTo>
                    <a:pt x="0" y="4920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8150428" y="2441993"/>
              <a:ext cx="64769" cy="181610"/>
            </a:xfrm>
            <a:custGeom>
              <a:avLst/>
              <a:gdLst/>
              <a:ahLst/>
              <a:cxnLst/>
              <a:rect l="l" t="t" r="r" b="b"/>
              <a:pathLst>
                <a:path w="64770" h="181610">
                  <a:moveTo>
                    <a:pt x="8077" y="0"/>
                  </a:moveTo>
                  <a:lnTo>
                    <a:pt x="0" y="0"/>
                  </a:lnTo>
                  <a:lnTo>
                    <a:pt x="0" y="10350"/>
                  </a:lnTo>
                  <a:lnTo>
                    <a:pt x="8077" y="10350"/>
                  </a:lnTo>
                  <a:lnTo>
                    <a:pt x="8077" y="0"/>
                  </a:lnTo>
                  <a:close/>
                </a:path>
                <a:path w="64770" h="181610">
                  <a:moveTo>
                    <a:pt x="64554" y="10350"/>
                  </a:moveTo>
                  <a:lnTo>
                    <a:pt x="56489" y="10350"/>
                  </a:lnTo>
                  <a:lnTo>
                    <a:pt x="56489" y="181279"/>
                  </a:lnTo>
                  <a:lnTo>
                    <a:pt x="64554" y="181279"/>
                  </a:lnTo>
                  <a:lnTo>
                    <a:pt x="64554" y="10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8150439" y="2441984"/>
              <a:ext cx="0" cy="10795"/>
            </a:xfrm>
            <a:custGeom>
              <a:avLst/>
              <a:gdLst/>
              <a:ahLst/>
              <a:cxnLst/>
              <a:rect l="l" t="t" r="r" b="b"/>
              <a:pathLst>
                <a:path h="10794">
                  <a:moveTo>
                    <a:pt x="0" y="0"/>
                  </a:moveTo>
                  <a:lnTo>
                    <a:pt x="0" y="103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8150438" y="2441985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5">
                  <a:moveTo>
                    <a:pt x="80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8069" y="776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8150439" y="2441984"/>
              <a:ext cx="56515" cy="181610"/>
            </a:xfrm>
            <a:custGeom>
              <a:avLst/>
              <a:gdLst/>
              <a:ahLst/>
              <a:cxnLst/>
              <a:rect l="l" t="t" r="r" b="b"/>
              <a:pathLst>
                <a:path w="56515" h="181610">
                  <a:moveTo>
                    <a:pt x="0" y="0"/>
                  </a:moveTo>
                  <a:lnTo>
                    <a:pt x="8069" y="0"/>
                  </a:lnTo>
                </a:path>
                <a:path w="56515" h="181610">
                  <a:moveTo>
                    <a:pt x="0" y="0"/>
                  </a:moveTo>
                  <a:lnTo>
                    <a:pt x="0" y="7770"/>
                  </a:lnTo>
                </a:path>
                <a:path w="56515" h="181610">
                  <a:moveTo>
                    <a:pt x="56485" y="10359"/>
                  </a:moveTo>
                  <a:lnTo>
                    <a:pt x="56485" y="1812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8166578" y="2452343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8166578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8150438" y="245234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8150439" y="245234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8206925" y="262326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8206924" y="262326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8166578" y="2623269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8166578" y="262326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8150438" y="262326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8150439" y="262326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8206917" y="2628417"/>
              <a:ext cx="8255" cy="176530"/>
            </a:xfrm>
            <a:custGeom>
              <a:avLst/>
              <a:gdLst/>
              <a:ahLst/>
              <a:cxnLst/>
              <a:rect l="l" t="t" r="r" b="b"/>
              <a:pathLst>
                <a:path w="8254" h="176530">
                  <a:moveTo>
                    <a:pt x="8064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0" y="176352"/>
                  </a:lnTo>
                  <a:lnTo>
                    <a:pt x="8064" y="176352"/>
                  </a:lnTo>
                  <a:lnTo>
                    <a:pt x="8064" y="171183"/>
                  </a:lnTo>
                  <a:lnTo>
                    <a:pt x="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8206924" y="279958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8166578" y="2799590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8166578" y="2799589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8150438" y="279959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8150439" y="2799589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4766996" y="2804769"/>
              <a:ext cx="3448050" cy="171450"/>
            </a:xfrm>
            <a:custGeom>
              <a:avLst/>
              <a:gdLst/>
              <a:ahLst/>
              <a:cxnLst/>
              <a:rect l="l" t="t" r="r" b="b"/>
              <a:pathLst>
                <a:path w="3448050" h="171450">
                  <a:moveTo>
                    <a:pt x="8077" y="0"/>
                  </a:moveTo>
                  <a:lnTo>
                    <a:pt x="0" y="0"/>
                  </a:lnTo>
                  <a:lnTo>
                    <a:pt x="0" y="170929"/>
                  </a:lnTo>
                  <a:lnTo>
                    <a:pt x="8077" y="170929"/>
                  </a:lnTo>
                  <a:lnTo>
                    <a:pt x="8077" y="0"/>
                  </a:lnTo>
                  <a:close/>
                </a:path>
                <a:path w="3448050" h="171450">
                  <a:moveTo>
                    <a:pt x="3447986" y="0"/>
                  </a:moveTo>
                  <a:lnTo>
                    <a:pt x="3439922" y="0"/>
                  </a:lnTo>
                  <a:lnTo>
                    <a:pt x="3439922" y="170929"/>
                  </a:lnTo>
                  <a:lnTo>
                    <a:pt x="3447986" y="170929"/>
                  </a:lnTo>
                  <a:lnTo>
                    <a:pt x="3447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4767006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4726659" y="2804768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4726659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4710521" y="2804768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4710521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4767007" y="29756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4767006" y="297569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4726659" y="2975693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4726659" y="2975693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4710521" y="29756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4710521" y="297569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5294656" y="280476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5294656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4775076" y="2975693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4775076" y="2975693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5294656" y="29756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5294656" y="297569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5294656" y="297569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90"/>
                  </a:moveTo>
                  <a:lnTo>
                    <a:pt x="1344" y="2590"/>
                  </a:lnTo>
                </a:path>
              </a:pathLst>
            </a:custGeom>
            <a:ln w="5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5900197" y="280476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5900197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5300036" y="2975693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5300035" y="2975693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5900197" y="29756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5900197" y="297569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5900197" y="297569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90"/>
                  </a:moveTo>
                  <a:lnTo>
                    <a:pt x="1344" y="2590"/>
                  </a:lnTo>
                </a:path>
              </a:pathLst>
            </a:custGeom>
            <a:ln w="5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6454856" y="280476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6454856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5905577" y="2975693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5905577" y="2975693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6454856" y="29756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6454856" y="297569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6454856" y="297569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90"/>
                  </a:moveTo>
                  <a:lnTo>
                    <a:pt x="1344" y="2590"/>
                  </a:lnTo>
                </a:path>
              </a:pathLst>
            </a:custGeom>
            <a:ln w="5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7060285" y="280476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7060286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6460236" y="2975693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6460236" y="2975693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7060285" y="297569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7060286" y="297569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7060286" y="297569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90"/>
                  </a:moveTo>
                  <a:lnTo>
                    <a:pt x="1344" y="2590"/>
                  </a:lnTo>
                </a:path>
              </a:pathLst>
            </a:custGeom>
            <a:ln w="51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8206924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8166578" y="2804768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8166578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8150438" y="2804768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8150439" y="280476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7065665" y="2975693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7065665" y="2975693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8206925" y="29756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8206924" y="297569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8166578" y="2975693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8166578" y="2975693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8150438" y="297569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8150439" y="297569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4766996" y="2980880"/>
              <a:ext cx="3448050" cy="173990"/>
            </a:xfrm>
            <a:custGeom>
              <a:avLst/>
              <a:gdLst/>
              <a:ahLst/>
              <a:cxnLst/>
              <a:rect l="l" t="t" r="r" b="b"/>
              <a:pathLst>
                <a:path w="3448050" h="173989">
                  <a:moveTo>
                    <a:pt x="8077" y="0"/>
                  </a:moveTo>
                  <a:lnTo>
                    <a:pt x="0" y="0"/>
                  </a:lnTo>
                  <a:lnTo>
                    <a:pt x="0" y="173507"/>
                  </a:lnTo>
                  <a:lnTo>
                    <a:pt x="8077" y="173507"/>
                  </a:lnTo>
                  <a:lnTo>
                    <a:pt x="8077" y="0"/>
                  </a:lnTo>
                  <a:close/>
                </a:path>
                <a:path w="3448050" h="173989">
                  <a:moveTo>
                    <a:pt x="3447986" y="0"/>
                  </a:moveTo>
                  <a:lnTo>
                    <a:pt x="3439922" y="0"/>
                  </a:lnTo>
                  <a:lnTo>
                    <a:pt x="3439922" y="173507"/>
                  </a:lnTo>
                  <a:lnTo>
                    <a:pt x="3447986" y="173507"/>
                  </a:lnTo>
                  <a:lnTo>
                    <a:pt x="3447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4767006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4726659" y="2980873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5" h="173989">
                  <a:moveTo>
                    <a:pt x="32277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32277" y="17351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4726659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4710521" y="2980873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4710521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4767007" y="315438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4767006" y="315438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4726659" y="3154387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4726659" y="315438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4710521" y="315438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4710521" y="315438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5294656" y="2980873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5294656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4775076" y="3154387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4775076" y="3154387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5294656" y="315438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5294656" y="315438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5294656" y="315438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5900197" y="2980873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5900197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5300036" y="3154387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5300035" y="3154387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5900197" y="315438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5900197" y="315438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5900197" y="315438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6454856" y="2980873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6454856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5905577" y="3154387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5905577" y="3154387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6454856" y="315438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6454856" y="315438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6454856" y="315438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7060285" y="2980873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5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7060286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6460236" y="3154387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6460236" y="3154387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7060285" y="315438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7060286" y="315438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7060286" y="315438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8206924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8166578" y="2980873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4" h="173989">
                  <a:moveTo>
                    <a:pt x="32277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32277" y="17351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8166578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8150438" y="2980873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8150439" y="2980874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7065665" y="3154387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7065665" y="3154387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8206925" y="315438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8206924" y="315438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8166578" y="3154387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8166578" y="315438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8150438" y="315438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8150439" y="315438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4766996" y="3159569"/>
              <a:ext cx="3448050" cy="171450"/>
            </a:xfrm>
            <a:custGeom>
              <a:avLst/>
              <a:gdLst/>
              <a:ahLst/>
              <a:cxnLst/>
              <a:rect l="l" t="t" r="r" b="b"/>
              <a:pathLst>
                <a:path w="3448050" h="171450">
                  <a:moveTo>
                    <a:pt x="8077" y="0"/>
                  </a:moveTo>
                  <a:lnTo>
                    <a:pt x="0" y="0"/>
                  </a:lnTo>
                  <a:lnTo>
                    <a:pt x="0" y="170929"/>
                  </a:lnTo>
                  <a:lnTo>
                    <a:pt x="8077" y="170929"/>
                  </a:lnTo>
                  <a:lnTo>
                    <a:pt x="8077" y="0"/>
                  </a:lnTo>
                  <a:close/>
                </a:path>
                <a:path w="3448050" h="171450">
                  <a:moveTo>
                    <a:pt x="3447986" y="0"/>
                  </a:moveTo>
                  <a:lnTo>
                    <a:pt x="3439922" y="0"/>
                  </a:lnTo>
                  <a:lnTo>
                    <a:pt x="3439922" y="170929"/>
                  </a:lnTo>
                  <a:lnTo>
                    <a:pt x="3447986" y="170929"/>
                  </a:lnTo>
                  <a:lnTo>
                    <a:pt x="3447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4767006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4726659" y="3159567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4726659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4710521" y="3159567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4710521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4767007" y="333049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4767006" y="333049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4726659" y="3330491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4726659" y="3330492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4710521" y="333049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4710521" y="333049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5294656" y="315956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5294656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4775076" y="3330491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4775076" y="3330492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5294656" y="333049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5294656" y="333049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5294656" y="333049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5900197" y="315956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5900197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5300036" y="3330491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5300035" y="3330492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5900197" y="333049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5900197" y="333049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5900197" y="333049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6454856" y="315956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6454856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5905577" y="3330491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5905577" y="3330492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6454856" y="333049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6454856" y="333049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6454856" y="333049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7060285" y="315956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7060286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6460236" y="3330491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6460236" y="3330492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7060285" y="333049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7060286" y="333049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7060286" y="333049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8206924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8166578" y="3159567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8166578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8150438" y="3159567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8150439" y="315956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7065665" y="3330491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7065665" y="3330492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8206925" y="333049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8206924" y="333049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8166578" y="3330491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8166578" y="3330492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8150438" y="333049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8150439" y="333049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4766996" y="3335743"/>
              <a:ext cx="3448050" cy="171450"/>
            </a:xfrm>
            <a:custGeom>
              <a:avLst/>
              <a:gdLst/>
              <a:ahLst/>
              <a:cxnLst/>
              <a:rect l="l" t="t" r="r" b="b"/>
              <a:pathLst>
                <a:path w="3448050" h="171450">
                  <a:moveTo>
                    <a:pt x="80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77" y="171183"/>
                  </a:lnTo>
                  <a:lnTo>
                    <a:pt x="8077" y="0"/>
                  </a:lnTo>
                  <a:close/>
                </a:path>
                <a:path w="3448050" h="171450">
                  <a:moveTo>
                    <a:pt x="3447986" y="0"/>
                  </a:moveTo>
                  <a:lnTo>
                    <a:pt x="3439922" y="0"/>
                  </a:lnTo>
                  <a:lnTo>
                    <a:pt x="3439922" y="171183"/>
                  </a:lnTo>
                  <a:lnTo>
                    <a:pt x="3447986" y="171183"/>
                  </a:lnTo>
                  <a:lnTo>
                    <a:pt x="3447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4767006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4726659" y="3335736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4726659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4710521" y="3335736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4710521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4767007" y="35069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4767006" y="350692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4726659" y="3506920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4726659" y="350692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4710521" y="35069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4710521" y="350692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5294656" y="3335736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5294656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4775076" y="3506920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4775076" y="3506920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5294656" y="35069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5294656" y="350692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5294656" y="350692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5900197" y="3335736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5900197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5300036" y="3506920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5300035" y="3506920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5900197" y="35069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5900197" y="350692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5900197" y="350692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6454856" y="3335736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6454856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5905577" y="3506920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5905577" y="3506920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6454856" y="35069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6454856" y="350692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1" name="object 1231"/>
            <p:cNvSpPr/>
            <p:nvPr/>
          </p:nvSpPr>
          <p:spPr>
            <a:xfrm>
              <a:off x="6454856" y="350692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7060285" y="3335736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7060286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6460236" y="3506920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6460236" y="3506920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7060285" y="350692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7060286" y="350692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7060286" y="350692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8206924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8166578" y="3335736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8166578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8150438" y="3335736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8150439" y="333567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7065665" y="3506920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7065665" y="3506920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8206925" y="35069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8206924" y="350692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8166578" y="3506920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8166578" y="350692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8150438" y="350692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8150439" y="350692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8206925" y="351210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3" name="object 1253"/>
            <p:cNvSpPr/>
            <p:nvPr/>
          </p:nvSpPr>
          <p:spPr>
            <a:xfrm>
              <a:off x="8206924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8166578" y="3512100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5" name="object 1255"/>
            <p:cNvSpPr/>
            <p:nvPr/>
          </p:nvSpPr>
          <p:spPr>
            <a:xfrm>
              <a:off x="8166578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6" name="object 1256"/>
            <p:cNvSpPr/>
            <p:nvPr/>
          </p:nvSpPr>
          <p:spPr>
            <a:xfrm>
              <a:off x="8150438" y="351210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8150439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8" name="object 1258"/>
            <p:cNvSpPr/>
            <p:nvPr/>
          </p:nvSpPr>
          <p:spPr>
            <a:xfrm>
              <a:off x="8206925" y="368302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9" name="object 1259"/>
            <p:cNvSpPr/>
            <p:nvPr/>
          </p:nvSpPr>
          <p:spPr>
            <a:xfrm>
              <a:off x="8206924" y="368302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8166578" y="3683024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1" name="object 1261"/>
            <p:cNvSpPr/>
            <p:nvPr/>
          </p:nvSpPr>
          <p:spPr>
            <a:xfrm>
              <a:off x="8166578" y="368302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2" name="object 1262"/>
            <p:cNvSpPr/>
            <p:nvPr/>
          </p:nvSpPr>
          <p:spPr>
            <a:xfrm>
              <a:off x="8150438" y="368302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8150439" y="368302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4" name="object 1264"/>
            <p:cNvSpPr/>
            <p:nvPr/>
          </p:nvSpPr>
          <p:spPr>
            <a:xfrm>
              <a:off x="8206925" y="368820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5" name="object 1265"/>
            <p:cNvSpPr/>
            <p:nvPr/>
          </p:nvSpPr>
          <p:spPr>
            <a:xfrm>
              <a:off x="8206924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8166578" y="3688203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7" name="object 1267"/>
            <p:cNvSpPr/>
            <p:nvPr/>
          </p:nvSpPr>
          <p:spPr>
            <a:xfrm>
              <a:off x="8166578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8" name="object 1268"/>
            <p:cNvSpPr/>
            <p:nvPr/>
          </p:nvSpPr>
          <p:spPr>
            <a:xfrm>
              <a:off x="8150438" y="368820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8150439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0" name="object 1270"/>
            <p:cNvSpPr/>
            <p:nvPr/>
          </p:nvSpPr>
          <p:spPr>
            <a:xfrm>
              <a:off x="8206925" y="385912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1" name="object 1271"/>
            <p:cNvSpPr/>
            <p:nvPr/>
          </p:nvSpPr>
          <p:spPr>
            <a:xfrm>
              <a:off x="8206924" y="385912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8166578" y="3859129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3" name="object 1273"/>
            <p:cNvSpPr/>
            <p:nvPr/>
          </p:nvSpPr>
          <p:spPr>
            <a:xfrm>
              <a:off x="8166578" y="385912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4" name="object 1274"/>
            <p:cNvSpPr/>
            <p:nvPr/>
          </p:nvSpPr>
          <p:spPr>
            <a:xfrm>
              <a:off x="8150438" y="385912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8150439" y="385912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6" name="object 1276"/>
            <p:cNvSpPr/>
            <p:nvPr/>
          </p:nvSpPr>
          <p:spPr>
            <a:xfrm>
              <a:off x="8206925" y="3864308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7" name="object 1277"/>
            <p:cNvSpPr/>
            <p:nvPr/>
          </p:nvSpPr>
          <p:spPr>
            <a:xfrm>
              <a:off x="8206924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8166578" y="3864308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8166578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8150438" y="3864308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8150439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8206925" y="403523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8206924" y="403523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8166578" y="4035233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8166578" y="4035233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6" name="object 1286"/>
            <p:cNvSpPr/>
            <p:nvPr/>
          </p:nvSpPr>
          <p:spPr>
            <a:xfrm>
              <a:off x="8150438" y="403523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8150439" y="403523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8" name="object 1288"/>
            <p:cNvSpPr/>
            <p:nvPr/>
          </p:nvSpPr>
          <p:spPr>
            <a:xfrm>
              <a:off x="8206925" y="4040369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8069" y="17377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9" name="object 1289"/>
            <p:cNvSpPr/>
            <p:nvPr/>
          </p:nvSpPr>
          <p:spPr>
            <a:xfrm>
              <a:off x="8206924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8166578" y="4040369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4" h="173989">
                  <a:moveTo>
                    <a:pt x="32277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32277" y="17377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8166578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8150438" y="4040369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8069" y="17377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8150439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8206925" y="421414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5" name="object 1295"/>
            <p:cNvSpPr/>
            <p:nvPr/>
          </p:nvSpPr>
          <p:spPr>
            <a:xfrm>
              <a:off x="8206924" y="421414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8166578" y="4214143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7" name="object 1297"/>
            <p:cNvSpPr/>
            <p:nvPr/>
          </p:nvSpPr>
          <p:spPr>
            <a:xfrm>
              <a:off x="8166578" y="4214143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8150438" y="421414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8150439" y="421414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8206925" y="421932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8206924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8166578" y="4219322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8166578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8150438" y="421932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8150439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4767007" y="351210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7" name="object 1307"/>
            <p:cNvSpPr/>
            <p:nvPr/>
          </p:nvSpPr>
          <p:spPr>
            <a:xfrm>
              <a:off x="4767006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4726659" y="3512100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9" name="object 1309"/>
            <p:cNvSpPr/>
            <p:nvPr/>
          </p:nvSpPr>
          <p:spPr>
            <a:xfrm>
              <a:off x="4726659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0" name="object 1310"/>
            <p:cNvSpPr/>
            <p:nvPr/>
          </p:nvSpPr>
          <p:spPr>
            <a:xfrm>
              <a:off x="4710521" y="351210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4710521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2" name="object 1312"/>
            <p:cNvSpPr/>
            <p:nvPr/>
          </p:nvSpPr>
          <p:spPr>
            <a:xfrm>
              <a:off x="4767007" y="368302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3" name="object 1313"/>
            <p:cNvSpPr/>
            <p:nvPr/>
          </p:nvSpPr>
          <p:spPr>
            <a:xfrm>
              <a:off x="4767006" y="368302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4" name="object 1314"/>
            <p:cNvSpPr/>
            <p:nvPr/>
          </p:nvSpPr>
          <p:spPr>
            <a:xfrm>
              <a:off x="4726659" y="3683024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5" name="object 1315"/>
            <p:cNvSpPr/>
            <p:nvPr/>
          </p:nvSpPr>
          <p:spPr>
            <a:xfrm>
              <a:off x="4726659" y="368302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6" name="object 1316"/>
            <p:cNvSpPr/>
            <p:nvPr/>
          </p:nvSpPr>
          <p:spPr>
            <a:xfrm>
              <a:off x="4710521" y="368302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7" name="object 1317"/>
            <p:cNvSpPr/>
            <p:nvPr/>
          </p:nvSpPr>
          <p:spPr>
            <a:xfrm>
              <a:off x="4710521" y="368302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8" name="object 1318"/>
            <p:cNvSpPr/>
            <p:nvPr/>
          </p:nvSpPr>
          <p:spPr>
            <a:xfrm>
              <a:off x="4767007" y="368820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9" name="object 1319"/>
            <p:cNvSpPr/>
            <p:nvPr/>
          </p:nvSpPr>
          <p:spPr>
            <a:xfrm>
              <a:off x="4767006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0" name="object 1320"/>
            <p:cNvSpPr/>
            <p:nvPr/>
          </p:nvSpPr>
          <p:spPr>
            <a:xfrm>
              <a:off x="4726659" y="3688203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1" name="object 1321"/>
            <p:cNvSpPr/>
            <p:nvPr/>
          </p:nvSpPr>
          <p:spPr>
            <a:xfrm>
              <a:off x="4726659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2" name="object 1322"/>
            <p:cNvSpPr/>
            <p:nvPr/>
          </p:nvSpPr>
          <p:spPr>
            <a:xfrm>
              <a:off x="4710521" y="368820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3" name="object 1323"/>
            <p:cNvSpPr/>
            <p:nvPr/>
          </p:nvSpPr>
          <p:spPr>
            <a:xfrm>
              <a:off x="4710521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4" name="object 1324"/>
            <p:cNvSpPr/>
            <p:nvPr/>
          </p:nvSpPr>
          <p:spPr>
            <a:xfrm>
              <a:off x="4767007" y="385912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5" name="object 1325"/>
            <p:cNvSpPr/>
            <p:nvPr/>
          </p:nvSpPr>
          <p:spPr>
            <a:xfrm>
              <a:off x="4767006" y="385912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4726659" y="3859129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7" name="object 1327"/>
            <p:cNvSpPr/>
            <p:nvPr/>
          </p:nvSpPr>
          <p:spPr>
            <a:xfrm>
              <a:off x="4726659" y="3859128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8" name="object 1328"/>
            <p:cNvSpPr/>
            <p:nvPr/>
          </p:nvSpPr>
          <p:spPr>
            <a:xfrm>
              <a:off x="4710521" y="3859129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4710521" y="385912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0" name="object 1330"/>
            <p:cNvSpPr/>
            <p:nvPr/>
          </p:nvSpPr>
          <p:spPr>
            <a:xfrm>
              <a:off x="4767007" y="3864308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4767006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4726659" y="3864308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3" name="object 1333"/>
            <p:cNvSpPr/>
            <p:nvPr/>
          </p:nvSpPr>
          <p:spPr>
            <a:xfrm>
              <a:off x="4726659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4" name="object 1334"/>
            <p:cNvSpPr/>
            <p:nvPr/>
          </p:nvSpPr>
          <p:spPr>
            <a:xfrm>
              <a:off x="4710521" y="3864308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4710521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6" name="object 1336"/>
            <p:cNvSpPr/>
            <p:nvPr/>
          </p:nvSpPr>
          <p:spPr>
            <a:xfrm>
              <a:off x="4767007" y="403523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7" name="object 1337"/>
            <p:cNvSpPr/>
            <p:nvPr/>
          </p:nvSpPr>
          <p:spPr>
            <a:xfrm>
              <a:off x="4767006" y="403523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4726659" y="4035233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9" name="object 1339"/>
            <p:cNvSpPr/>
            <p:nvPr/>
          </p:nvSpPr>
          <p:spPr>
            <a:xfrm>
              <a:off x="4726659" y="4035233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0" name="object 1340"/>
            <p:cNvSpPr/>
            <p:nvPr/>
          </p:nvSpPr>
          <p:spPr>
            <a:xfrm>
              <a:off x="4710521" y="403523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4710521" y="403523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2" name="object 1342"/>
            <p:cNvSpPr/>
            <p:nvPr/>
          </p:nvSpPr>
          <p:spPr>
            <a:xfrm>
              <a:off x="4767007" y="4040369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8069" y="17377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3" name="object 1343"/>
            <p:cNvSpPr/>
            <p:nvPr/>
          </p:nvSpPr>
          <p:spPr>
            <a:xfrm>
              <a:off x="4767006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4726659" y="4040369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5" h="173989">
                  <a:moveTo>
                    <a:pt x="32277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32277" y="17377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5" name="object 1345"/>
            <p:cNvSpPr/>
            <p:nvPr/>
          </p:nvSpPr>
          <p:spPr>
            <a:xfrm>
              <a:off x="4726659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6" name="object 1346"/>
            <p:cNvSpPr/>
            <p:nvPr/>
          </p:nvSpPr>
          <p:spPr>
            <a:xfrm>
              <a:off x="4710521" y="4040369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8069" y="17377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4710521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8" name="object 1348"/>
            <p:cNvSpPr/>
            <p:nvPr/>
          </p:nvSpPr>
          <p:spPr>
            <a:xfrm>
              <a:off x="4767007" y="421414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9" name="object 1349"/>
            <p:cNvSpPr/>
            <p:nvPr/>
          </p:nvSpPr>
          <p:spPr>
            <a:xfrm>
              <a:off x="4767006" y="421414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4726659" y="4214143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1" name="object 1351"/>
            <p:cNvSpPr/>
            <p:nvPr/>
          </p:nvSpPr>
          <p:spPr>
            <a:xfrm>
              <a:off x="4726659" y="4214143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2" name="object 1352"/>
            <p:cNvSpPr/>
            <p:nvPr/>
          </p:nvSpPr>
          <p:spPr>
            <a:xfrm>
              <a:off x="4710521" y="4214143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4710521" y="4214143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4" name="object 1354"/>
            <p:cNvSpPr/>
            <p:nvPr/>
          </p:nvSpPr>
          <p:spPr>
            <a:xfrm>
              <a:off x="4767007" y="421932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5" name="object 1355"/>
            <p:cNvSpPr/>
            <p:nvPr/>
          </p:nvSpPr>
          <p:spPr>
            <a:xfrm>
              <a:off x="4767006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4726659" y="4219322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7" name="object 1357"/>
            <p:cNvSpPr/>
            <p:nvPr/>
          </p:nvSpPr>
          <p:spPr>
            <a:xfrm>
              <a:off x="4726659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8" name="object 1358"/>
            <p:cNvSpPr/>
            <p:nvPr/>
          </p:nvSpPr>
          <p:spPr>
            <a:xfrm>
              <a:off x="4710521" y="421932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4710521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0" name="object 1360"/>
            <p:cNvSpPr/>
            <p:nvPr/>
          </p:nvSpPr>
          <p:spPr>
            <a:xfrm>
              <a:off x="5294656" y="351210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1" name="object 1361"/>
            <p:cNvSpPr/>
            <p:nvPr/>
          </p:nvSpPr>
          <p:spPr>
            <a:xfrm>
              <a:off x="5294656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5294656" y="368302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3" name="object 1363"/>
            <p:cNvSpPr/>
            <p:nvPr/>
          </p:nvSpPr>
          <p:spPr>
            <a:xfrm>
              <a:off x="5294656" y="368302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4" name="object 1364"/>
            <p:cNvSpPr/>
            <p:nvPr/>
          </p:nvSpPr>
          <p:spPr>
            <a:xfrm>
              <a:off x="5294656" y="368302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5294656" y="368820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6" name="object 1366"/>
            <p:cNvSpPr/>
            <p:nvPr/>
          </p:nvSpPr>
          <p:spPr>
            <a:xfrm>
              <a:off x="5294656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7" name="object 1367"/>
            <p:cNvSpPr/>
            <p:nvPr/>
          </p:nvSpPr>
          <p:spPr>
            <a:xfrm>
              <a:off x="5294656" y="385912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5294656" y="385912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9" name="object 1369"/>
            <p:cNvSpPr/>
            <p:nvPr/>
          </p:nvSpPr>
          <p:spPr>
            <a:xfrm>
              <a:off x="5294656" y="385912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5294656" y="386430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5294656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2" name="object 1372"/>
            <p:cNvSpPr/>
            <p:nvPr/>
          </p:nvSpPr>
          <p:spPr>
            <a:xfrm>
              <a:off x="5294656" y="403523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3" name="object 1373"/>
            <p:cNvSpPr/>
            <p:nvPr/>
          </p:nvSpPr>
          <p:spPr>
            <a:xfrm>
              <a:off x="5294656" y="403523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5294656" y="403523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5294656" y="4040369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5379" y="17377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5294656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5294656" y="421414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8" name="object 1378"/>
            <p:cNvSpPr/>
            <p:nvPr/>
          </p:nvSpPr>
          <p:spPr>
            <a:xfrm>
              <a:off x="5294656" y="421414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9" name="object 1379"/>
            <p:cNvSpPr/>
            <p:nvPr/>
          </p:nvSpPr>
          <p:spPr>
            <a:xfrm>
              <a:off x="5294656" y="421414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5294656" y="421932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1" name="object 1381"/>
            <p:cNvSpPr/>
            <p:nvPr/>
          </p:nvSpPr>
          <p:spPr>
            <a:xfrm>
              <a:off x="5294656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2" name="object 1382"/>
            <p:cNvSpPr/>
            <p:nvPr/>
          </p:nvSpPr>
          <p:spPr>
            <a:xfrm>
              <a:off x="5900197" y="351210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5900197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4" name="object 1384"/>
            <p:cNvSpPr/>
            <p:nvPr/>
          </p:nvSpPr>
          <p:spPr>
            <a:xfrm>
              <a:off x="5900197" y="368302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5" name="object 1385"/>
            <p:cNvSpPr/>
            <p:nvPr/>
          </p:nvSpPr>
          <p:spPr>
            <a:xfrm>
              <a:off x="5900197" y="368302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5900197" y="368302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7" name="object 1387"/>
            <p:cNvSpPr/>
            <p:nvPr/>
          </p:nvSpPr>
          <p:spPr>
            <a:xfrm>
              <a:off x="5900197" y="368820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8" name="object 1388"/>
            <p:cNvSpPr/>
            <p:nvPr/>
          </p:nvSpPr>
          <p:spPr>
            <a:xfrm>
              <a:off x="5900197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5900197" y="385912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0" name="object 1390"/>
            <p:cNvSpPr/>
            <p:nvPr/>
          </p:nvSpPr>
          <p:spPr>
            <a:xfrm>
              <a:off x="5900197" y="385912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1" name="object 1391"/>
            <p:cNvSpPr/>
            <p:nvPr/>
          </p:nvSpPr>
          <p:spPr>
            <a:xfrm>
              <a:off x="5900197" y="385912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5900197" y="386430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3" name="object 1393"/>
            <p:cNvSpPr/>
            <p:nvPr/>
          </p:nvSpPr>
          <p:spPr>
            <a:xfrm>
              <a:off x="5900197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4" name="object 1394"/>
            <p:cNvSpPr/>
            <p:nvPr/>
          </p:nvSpPr>
          <p:spPr>
            <a:xfrm>
              <a:off x="5900197" y="403523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5900197" y="403523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6" name="object 1396"/>
            <p:cNvSpPr/>
            <p:nvPr/>
          </p:nvSpPr>
          <p:spPr>
            <a:xfrm>
              <a:off x="5900197" y="403523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7" name="object 1397"/>
            <p:cNvSpPr/>
            <p:nvPr/>
          </p:nvSpPr>
          <p:spPr>
            <a:xfrm>
              <a:off x="5900197" y="4040369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5379" y="17377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5900197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9" name="object 1399"/>
            <p:cNvSpPr/>
            <p:nvPr/>
          </p:nvSpPr>
          <p:spPr>
            <a:xfrm>
              <a:off x="5900197" y="421414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0" name="object 1400"/>
            <p:cNvSpPr/>
            <p:nvPr/>
          </p:nvSpPr>
          <p:spPr>
            <a:xfrm>
              <a:off x="5900197" y="421414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5900197" y="421414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2" name="object 1402"/>
            <p:cNvSpPr/>
            <p:nvPr/>
          </p:nvSpPr>
          <p:spPr>
            <a:xfrm>
              <a:off x="5900197" y="421932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3" name="object 1403"/>
            <p:cNvSpPr/>
            <p:nvPr/>
          </p:nvSpPr>
          <p:spPr>
            <a:xfrm>
              <a:off x="5900197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4" name="object 1404"/>
            <p:cNvSpPr/>
            <p:nvPr/>
          </p:nvSpPr>
          <p:spPr>
            <a:xfrm>
              <a:off x="6454856" y="351210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5" name="object 1405"/>
            <p:cNvSpPr/>
            <p:nvPr/>
          </p:nvSpPr>
          <p:spPr>
            <a:xfrm>
              <a:off x="6454856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6" name="object 1406"/>
            <p:cNvSpPr/>
            <p:nvPr/>
          </p:nvSpPr>
          <p:spPr>
            <a:xfrm>
              <a:off x="6454856" y="368302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7" name="object 1407"/>
            <p:cNvSpPr/>
            <p:nvPr/>
          </p:nvSpPr>
          <p:spPr>
            <a:xfrm>
              <a:off x="6454856" y="368302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8" name="object 1408"/>
            <p:cNvSpPr/>
            <p:nvPr/>
          </p:nvSpPr>
          <p:spPr>
            <a:xfrm>
              <a:off x="6454856" y="368302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9" name="object 1409"/>
            <p:cNvSpPr/>
            <p:nvPr/>
          </p:nvSpPr>
          <p:spPr>
            <a:xfrm>
              <a:off x="6454856" y="368820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6454856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1" name="object 1411"/>
            <p:cNvSpPr/>
            <p:nvPr/>
          </p:nvSpPr>
          <p:spPr>
            <a:xfrm>
              <a:off x="6454856" y="385912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2" name="object 1412"/>
            <p:cNvSpPr/>
            <p:nvPr/>
          </p:nvSpPr>
          <p:spPr>
            <a:xfrm>
              <a:off x="6454856" y="385912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6454856" y="385912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4" name="object 1414"/>
            <p:cNvSpPr/>
            <p:nvPr/>
          </p:nvSpPr>
          <p:spPr>
            <a:xfrm>
              <a:off x="6454856" y="386430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5" name="object 1415"/>
            <p:cNvSpPr/>
            <p:nvPr/>
          </p:nvSpPr>
          <p:spPr>
            <a:xfrm>
              <a:off x="6454856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6454856" y="403523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6454856" y="403523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8" name="object 1418"/>
            <p:cNvSpPr/>
            <p:nvPr/>
          </p:nvSpPr>
          <p:spPr>
            <a:xfrm>
              <a:off x="6454856" y="403523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9" name="object 1419"/>
            <p:cNvSpPr/>
            <p:nvPr/>
          </p:nvSpPr>
          <p:spPr>
            <a:xfrm>
              <a:off x="6454856" y="4040369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5379" y="17377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0" name="object 1420"/>
            <p:cNvSpPr/>
            <p:nvPr/>
          </p:nvSpPr>
          <p:spPr>
            <a:xfrm>
              <a:off x="6454856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1" name="object 1421"/>
            <p:cNvSpPr/>
            <p:nvPr/>
          </p:nvSpPr>
          <p:spPr>
            <a:xfrm>
              <a:off x="6454856" y="421414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6454856" y="421414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6454856" y="421414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4" name="object 1424"/>
            <p:cNvSpPr/>
            <p:nvPr/>
          </p:nvSpPr>
          <p:spPr>
            <a:xfrm>
              <a:off x="6454856" y="421932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5" name="object 1425"/>
            <p:cNvSpPr/>
            <p:nvPr/>
          </p:nvSpPr>
          <p:spPr>
            <a:xfrm>
              <a:off x="6454856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6" name="object 1426"/>
            <p:cNvSpPr/>
            <p:nvPr/>
          </p:nvSpPr>
          <p:spPr>
            <a:xfrm>
              <a:off x="7060285" y="351210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7" name="object 1427"/>
            <p:cNvSpPr/>
            <p:nvPr/>
          </p:nvSpPr>
          <p:spPr>
            <a:xfrm>
              <a:off x="7060286" y="351209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8" name="object 1428"/>
            <p:cNvSpPr/>
            <p:nvPr/>
          </p:nvSpPr>
          <p:spPr>
            <a:xfrm>
              <a:off x="7060285" y="368302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9" name="object 1429"/>
            <p:cNvSpPr/>
            <p:nvPr/>
          </p:nvSpPr>
          <p:spPr>
            <a:xfrm>
              <a:off x="7060286" y="368302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0" name="object 1430"/>
            <p:cNvSpPr/>
            <p:nvPr/>
          </p:nvSpPr>
          <p:spPr>
            <a:xfrm>
              <a:off x="7060286" y="368302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7060285" y="368820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2" name="object 1432"/>
            <p:cNvSpPr/>
            <p:nvPr/>
          </p:nvSpPr>
          <p:spPr>
            <a:xfrm>
              <a:off x="7060286" y="368820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3" name="object 1433"/>
            <p:cNvSpPr/>
            <p:nvPr/>
          </p:nvSpPr>
          <p:spPr>
            <a:xfrm>
              <a:off x="7060285" y="385912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7060286" y="3859128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5" name="object 1435"/>
            <p:cNvSpPr/>
            <p:nvPr/>
          </p:nvSpPr>
          <p:spPr>
            <a:xfrm>
              <a:off x="7060286" y="385912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6" name="object 1436"/>
            <p:cNvSpPr/>
            <p:nvPr/>
          </p:nvSpPr>
          <p:spPr>
            <a:xfrm>
              <a:off x="7060285" y="3864308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7060286" y="3864308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8" name="object 1438"/>
            <p:cNvSpPr/>
            <p:nvPr/>
          </p:nvSpPr>
          <p:spPr>
            <a:xfrm>
              <a:off x="7060285" y="403523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9" name="object 1439"/>
            <p:cNvSpPr/>
            <p:nvPr/>
          </p:nvSpPr>
          <p:spPr>
            <a:xfrm>
              <a:off x="7060286" y="403523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7060286" y="403523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1" name="object 1441"/>
            <p:cNvSpPr/>
            <p:nvPr/>
          </p:nvSpPr>
          <p:spPr>
            <a:xfrm>
              <a:off x="7060285" y="4040369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5" h="173989">
                  <a:moveTo>
                    <a:pt x="5379" y="0"/>
                  </a:moveTo>
                  <a:lnTo>
                    <a:pt x="0" y="0"/>
                  </a:lnTo>
                  <a:lnTo>
                    <a:pt x="0" y="173773"/>
                  </a:lnTo>
                  <a:lnTo>
                    <a:pt x="5379" y="17377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2" name="object 1442"/>
            <p:cNvSpPr/>
            <p:nvPr/>
          </p:nvSpPr>
          <p:spPr>
            <a:xfrm>
              <a:off x="7060286" y="4040412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73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7060285" y="421414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4" name="object 1444"/>
            <p:cNvSpPr/>
            <p:nvPr/>
          </p:nvSpPr>
          <p:spPr>
            <a:xfrm>
              <a:off x="7060286" y="4214143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5" name="object 1445"/>
            <p:cNvSpPr/>
            <p:nvPr/>
          </p:nvSpPr>
          <p:spPr>
            <a:xfrm>
              <a:off x="7060286" y="421414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7060285" y="421932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7" name="object 1447"/>
            <p:cNvSpPr/>
            <p:nvPr/>
          </p:nvSpPr>
          <p:spPr>
            <a:xfrm>
              <a:off x="7060286" y="4219322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8" name="object 1448"/>
          <p:cNvSpPr txBox="1"/>
          <p:nvPr/>
        </p:nvSpPr>
        <p:spPr>
          <a:xfrm>
            <a:off x="4883417" y="4258417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2</a:t>
            </a:r>
            <a:r>
              <a:rPr sz="750" spc="30" dirty="0">
                <a:latin typeface="Courier New"/>
                <a:cs typeface="Courier New"/>
              </a:rPr>
              <a:t>8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449" name="object 1449"/>
          <p:cNvSpPr txBox="1"/>
          <p:nvPr/>
        </p:nvSpPr>
        <p:spPr>
          <a:xfrm>
            <a:off x="5556315" y="4258417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450" name="object 1450"/>
          <p:cNvSpPr txBox="1"/>
          <p:nvPr/>
        </p:nvSpPr>
        <p:spPr>
          <a:xfrm>
            <a:off x="6105595" y="4258417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29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451" name="object 1451"/>
          <p:cNvSpPr txBox="1"/>
          <p:nvPr/>
        </p:nvSpPr>
        <p:spPr>
          <a:xfrm>
            <a:off x="6625063" y="4258417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0</a:t>
            </a:r>
            <a:r>
              <a:rPr sz="750" spc="30" dirty="0">
                <a:latin typeface="Courier New"/>
                <a:cs typeface="Courier New"/>
              </a:rPr>
              <a:t>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452" name="object 1452"/>
          <p:cNvSpPr txBox="1"/>
          <p:nvPr/>
        </p:nvSpPr>
        <p:spPr>
          <a:xfrm>
            <a:off x="7427072" y="4258417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aphicFrame>
        <p:nvGraphicFramePr>
          <p:cNvPr id="1453" name="object 1453"/>
          <p:cNvGraphicFramePr>
            <a:graphicFrameLocks noGrp="1"/>
          </p:cNvGraphicFramePr>
          <p:nvPr/>
        </p:nvGraphicFramePr>
        <p:xfrm>
          <a:off x="1458871" y="2436865"/>
          <a:ext cx="6808466" cy="2125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6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57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498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57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201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30905">
                <a:tc>
                  <a:txBody>
                    <a:bodyPr/>
                    <a:lstStyle/>
                    <a:p>
                      <a:pPr algn="ctr">
                        <a:lnSpc>
                          <a:spcPts val="760"/>
                        </a:lnSpc>
                        <a:spcBef>
                          <a:spcPts val="770"/>
                        </a:spcBef>
                      </a:pPr>
                      <a:r>
                        <a:rPr sz="800" b="1" spc="5" dirty="0">
                          <a:latin typeface="Courier New"/>
                          <a:cs typeface="Courier New"/>
                        </a:rPr>
                        <a:t>Cas</a:t>
                      </a:r>
                      <a:r>
                        <a:rPr sz="800" b="1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b="1" spc="-5" dirty="0">
                          <a:latin typeface="Courier New"/>
                          <a:cs typeface="Courier New"/>
                        </a:rPr>
                        <a:t>ID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9779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0"/>
                        </a:lnSpc>
                        <a:spcBef>
                          <a:spcPts val="770"/>
                        </a:spcBef>
                      </a:pPr>
                      <a:r>
                        <a:rPr sz="800" b="1" dirty="0">
                          <a:latin typeface="Courier New"/>
                          <a:cs typeface="Courier New"/>
                        </a:rPr>
                        <a:t>Mois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9779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760"/>
                        </a:lnSpc>
                        <a:spcBef>
                          <a:spcPts val="770"/>
                        </a:spcBef>
                      </a:pPr>
                      <a:r>
                        <a:rPr sz="800" b="1" dirty="0">
                          <a:latin typeface="Courier New"/>
                          <a:cs typeface="Courier New"/>
                        </a:rPr>
                        <a:t>Jour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9779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760"/>
                        </a:lnSpc>
                        <a:spcBef>
                          <a:spcPts val="770"/>
                        </a:spcBef>
                      </a:pPr>
                      <a:r>
                        <a:rPr sz="800" b="1" spc="5" dirty="0">
                          <a:latin typeface="Courier New"/>
                          <a:cs typeface="Courier New"/>
                        </a:rPr>
                        <a:t>An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97790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2865">
                        <a:lnSpc>
                          <a:spcPts val="760"/>
                        </a:lnSpc>
                        <a:spcBef>
                          <a:spcPts val="770"/>
                        </a:spcBef>
                      </a:pPr>
                      <a:r>
                        <a:rPr sz="800" b="1" dirty="0">
                          <a:latin typeface="Courier New"/>
                          <a:cs typeface="Courier New"/>
                        </a:rPr>
                        <a:t>So</a:t>
                      </a:r>
                      <a:r>
                        <a:rPr sz="800" b="1" spc="-20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800" b="1" spc="-2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80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800" b="1" spc="-20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800" b="1" spc="-2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800" b="1" spc="-2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800" b="1" spc="-20" dirty="0">
                          <a:latin typeface="Courier New"/>
                          <a:cs typeface="Courier New"/>
                        </a:rPr>
                        <a:t>é</a:t>
                      </a:r>
                      <a:r>
                        <a:rPr sz="8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800" b="1" spc="-1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25" baseline="18518" dirty="0">
                          <a:latin typeface="Courier New"/>
                          <a:cs typeface="Courier New"/>
                        </a:rPr>
                        <a:t>SE</a:t>
                      </a:r>
                      <a:endParaRPr sz="1125" baseline="18518">
                        <a:latin typeface="Courier New"/>
                        <a:cs typeface="Courier New"/>
                      </a:endParaRPr>
                    </a:p>
                  </a:txBody>
                  <a:tcPr marL="0" marR="0" marT="97790" marB="0">
                    <a:lnT w="762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50" spc="20" dirty="0">
                          <a:latin typeface="Courier New"/>
                          <a:cs typeface="Courier New"/>
                        </a:rPr>
                        <a:t>18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7048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7048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29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7048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7048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7/30/1913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7048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4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SE1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14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6/15/1900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78740" marB="0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SE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750" spc="20" dirty="0">
                          <a:latin typeface="Courier New"/>
                          <a:cs typeface="Courier New"/>
                        </a:rPr>
                        <a:t>19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30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7/31/1900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9369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434"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145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145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90"/>
                        </a:lnSpc>
                        <a:spcBef>
                          <a:spcPts val="145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14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145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1912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890"/>
                        </a:lnSpc>
                        <a:spcBef>
                          <a:spcPts val="145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6/15/1912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184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660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SE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660"/>
                        </a:lnSpc>
                      </a:pPr>
                      <a:r>
                        <a:rPr sz="750" spc="20" dirty="0">
                          <a:latin typeface="Courier New"/>
                          <a:cs typeface="Courier New"/>
                        </a:rPr>
                        <a:t>20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66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660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30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6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66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7/31/1912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63"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  <a:spcBef>
                          <a:spcPts val="47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910"/>
                        </a:lnSpc>
                        <a:spcBef>
                          <a:spcPts val="47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14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1913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91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6/15/1913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127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85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85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55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30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5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85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7/31/1913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31"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475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SE4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03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475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03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90"/>
                        </a:lnSpc>
                        <a:spcBef>
                          <a:spcPts val="475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29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03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475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03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890"/>
                        </a:lnSpc>
                        <a:spcBef>
                          <a:spcPts val="475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6/30/1900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03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83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80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80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00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31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80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8/1/1900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205"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47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SE5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90"/>
                        </a:lnSpc>
                        <a:spcBef>
                          <a:spcPts val="47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29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1912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890"/>
                        </a:lnSpc>
                        <a:spcBef>
                          <a:spcPts val="47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6/30/1912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5969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76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70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70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705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31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0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70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8/1/1912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61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61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61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615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31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1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61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8/1/1913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0375">
                <a:tc>
                  <a:txBody>
                    <a:bodyPr/>
                    <a:lstStyle/>
                    <a:p>
                      <a:pPr algn="ctr">
                        <a:lnSpc>
                          <a:spcPts val="770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0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770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29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70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1913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770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6/30/1913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54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54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5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54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540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14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4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54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2/15/1900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0147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SE7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765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30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ts val="765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7/1/1900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47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47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6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470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470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14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7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470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2/15/1912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3290">
                <a:tc>
                  <a:txBody>
                    <a:bodyPr/>
                    <a:lstStyle/>
                    <a:p>
                      <a:pPr algn="ctr">
                        <a:lnSpc>
                          <a:spcPts val="790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SE8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0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790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30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90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1912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ts val="790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7/1/1912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5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41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41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750" spc="-2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750" dirty="0">
                          <a:latin typeface="Courier New"/>
                          <a:cs typeface="Courier New"/>
                        </a:rPr>
                        <a:t>7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415"/>
                        </a:lnSpc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415"/>
                        </a:lnSpc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14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415"/>
                        </a:lnSpc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2/15/1913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2912"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SE9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869"/>
                        </a:lnSpc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30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1913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869"/>
                        </a:lnSpc>
                      </a:pPr>
                      <a:r>
                        <a:rPr sz="800" spc="-5" dirty="0">
                          <a:latin typeface="Courier New"/>
                          <a:cs typeface="Courier New"/>
                        </a:rPr>
                        <a:t>7/1/1913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31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41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SE10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6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5" dirty="0">
                          <a:latin typeface="Courier New"/>
                          <a:cs typeface="Courier New"/>
                        </a:rPr>
                        <a:t>31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1900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dirty="0">
                          <a:latin typeface="Courier New"/>
                          <a:cs typeface="Courier New"/>
                        </a:rPr>
                        <a:t>ERREUR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655"/>
                        </a:lnSpc>
                        <a:spcBef>
                          <a:spcPts val="455"/>
                        </a:spcBef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SE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655"/>
                        </a:lnSpc>
                        <a:spcBef>
                          <a:spcPts val="455"/>
                        </a:spcBef>
                      </a:pPr>
                      <a:r>
                        <a:rPr sz="750" spc="20" dirty="0">
                          <a:latin typeface="Courier New"/>
                          <a:cs typeface="Courier New"/>
                        </a:rPr>
                        <a:t>29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655"/>
                        </a:lnSpc>
                        <a:spcBef>
                          <a:spcPts val="455"/>
                        </a:spcBef>
                      </a:pPr>
                      <a:r>
                        <a:rPr sz="750" dirty="0">
                          <a:latin typeface="Courier New"/>
                          <a:cs typeface="Courier New"/>
                        </a:rPr>
                        <a:t>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655"/>
                        </a:lnSpc>
                        <a:spcBef>
                          <a:spcPts val="455"/>
                        </a:spcBef>
                      </a:pPr>
                      <a:r>
                        <a:rPr sz="750" spc="30" dirty="0">
                          <a:latin typeface="Courier New"/>
                          <a:cs typeface="Courier New"/>
                        </a:rPr>
                        <a:t>29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55"/>
                        </a:lnSpc>
                        <a:spcBef>
                          <a:spcPts val="455"/>
                        </a:spcBef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655"/>
                        </a:lnSpc>
                        <a:spcBef>
                          <a:spcPts val="455"/>
                        </a:spcBef>
                      </a:pPr>
                      <a:r>
                        <a:rPr sz="750" spc="25" dirty="0">
                          <a:latin typeface="Courier New"/>
                          <a:cs typeface="Courier New"/>
                        </a:rPr>
                        <a:t>3/1/1912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5778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1454" name="object 1454"/>
          <p:cNvGrpSpPr/>
          <p:nvPr/>
        </p:nvGrpSpPr>
        <p:grpSpPr>
          <a:xfrm>
            <a:off x="4708933" y="4387390"/>
            <a:ext cx="3507740" cy="180975"/>
            <a:chOff x="4708933" y="4387390"/>
            <a:chExt cx="3507740" cy="180975"/>
          </a:xfrm>
        </p:grpSpPr>
        <p:sp>
          <p:nvSpPr>
            <p:cNvPr id="1455" name="object 1455"/>
            <p:cNvSpPr/>
            <p:nvPr/>
          </p:nvSpPr>
          <p:spPr>
            <a:xfrm>
              <a:off x="8206925" y="43902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6" name="object 1456"/>
            <p:cNvSpPr/>
            <p:nvPr/>
          </p:nvSpPr>
          <p:spPr>
            <a:xfrm>
              <a:off x="8206925" y="43902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7" name="object 1457"/>
            <p:cNvSpPr/>
            <p:nvPr/>
          </p:nvSpPr>
          <p:spPr>
            <a:xfrm>
              <a:off x="8166578" y="4390247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8166577" y="439024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9" name="object 1459"/>
            <p:cNvSpPr/>
            <p:nvPr/>
          </p:nvSpPr>
          <p:spPr>
            <a:xfrm>
              <a:off x="8150438" y="43902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0" name="object 1460"/>
            <p:cNvSpPr/>
            <p:nvPr/>
          </p:nvSpPr>
          <p:spPr>
            <a:xfrm>
              <a:off x="8150439" y="43902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8206925" y="4395427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8206925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8166578" y="4395427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8166577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8150438" y="4395427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8150439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4767007" y="43902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4767006" y="43902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4726659" y="4390247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4726659" y="439024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1" name="object 1471"/>
            <p:cNvSpPr/>
            <p:nvPr/>
          </p:nvSpPr>
          <p:spPr>
            <a:xfrm>
              <a:off x="4710521" y="439024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2" name="object 1472"/>
            <p:cNvSpPr/>
            <p:nvPr/>
          </p:nvSpPr>
          <p:spPr>
            <a:xfrm>
              <a:off x="4710521" y="439024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4767007" y="4395427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4" name="object 1474"/>
            <p:cNvSpPr/>
            <p:nvPr/>
          </p:nvSpPr>
          <p:spPr>
            <a:xfrm>
              <a:off x="4767006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5" name="object 1475"/>
            <p:cNvSpPr/>
            <p:nvPr/>
          </p:nvSpPr>
          <p:spPr>
            <a:xfrm>
              <a:off x="4726659" y="4395427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4726659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4710521" y="4395427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8" name="object 1478"/>
            <p:cNvSpPr/>
            <p:nvPr/>
          </p:nvSpPr>
          <p:spPr>
            <a:xfrm>
              <a:off x="4710521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5294656" y="43902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0" name="object 1480"/>
            <p:cNvSpPr/>
            <p:nvPr/>
          </p:nvSpPr>
          <p:spPr>
            <a:xfrm>
              <a:off x="5294655" y="439024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5294655" y="439024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5294656" y="439542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3" name="object 1483"/>
            <p:cNvSpPr/>
            <p:nvPr/>
          </p:nvSpPr>
          <p:spPr>
            <a:xfrm>
              <a:off x="5294655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4" name="object 1484"/>
            <p:cNvSpPr/>
            <p:nvPr/>
          </p:nvSpPr>
          <p:spPr>
            <a:xfrm>
              <a:off x="5900197" y="43902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5900197" y="439024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5900197" y="439024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7" name="object 1487"/>
            <p:cNvSpPr/>
            <p:nvPr/>
          </p:nvSpPr>
          <p:spPr>
            <a:xfrm>
              <a:off x="5900197" y="439542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5900197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9" name="object 1489"/>
            <p:cNvSpPr/>
            <p:nvPr/>
          </p:nvSpPr>
          <p:spPr>
            <a:xfrm>
              <a:off x="6454856" y="43902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0" name="object 1490"/>
            <p:cNvSpPr/>
            <p:nvPr/>
          </p:nvSpPr>
          <p:spPr>
            <a:xfrm>
              <a:off x="6454856" y="439024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6454856" y="439024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2" name="object 1492"/>
            <p:cNvSpPr/>
            <p:nvPr/>
          </p:nvSpPr>
          <p:spPr>
            <a:xfrm>
              <a:off x="6454856" y="439542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6454856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7060285" y="43902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7060285" y="439024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7060285" y="439024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7060285" y="4395427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7060285" y="4395427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9" name="object 1499"/>
          <p:cNvSpPr txBox="1"/>
          <p:nvPr/>
        </p:nvSpPr>
        <p:spPr>
          <a:xfrm>
            <a:off x="4883417" y="4610626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00" name="object 1500"/>
          <p:cNvSpPr txBox="1"/>
          <p:nvPr/>
        </p:nvSpPr>
        <p:spPr>
          <a:xfrm>
            <a:off x="5556315" y="4610626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01" name="object 1501"/>
          <p:cNvSpPr txBox="1"/>
          <p:nvPr/>
        </p:nvSpPr>
        <p:spPr>
          <a:xfrm>
            <a:off x="6105595" y="4610626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29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02" name="object 1502"/>
          <p:cNvSpPr txBox="1"/>
          <p:nvPr/>
        </p:nvSpPr>
        <p:spPr>
          <a:xfrm>
            <a:off x="6625063" y="4610626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1</a:t>
            </a:r>
            <a:r>
              <a:rPr sz="750" spc="30" dirty="0">
                <a:latin typeface="Courier New"/>
                <a:cs typeface="Courier New"/>
              </a:rPr>
              <a:t>3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03" name="object 1503"/>
          <p:cNvSpPr txBox="1"/>
          <p:nvPr/>
        </p:nvSpPr>
        <p:spPr>
          <a:xfrm>
            <a:off x="7427072" y="4610626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504" name="object 1504"/>
          <p:cNvGrpSpPr/>
          <p:nvPr/>
        </p:nvGrpSpPr>
        <p:grpSpPr>
          <a:xfrm>
            <a:off x="4708933" y="4563494"/>
            <a:ext cx="3507740" cy="180975"/>
            <a:chOff x="4708933" y="4563494"/>
            <a:chExt cx="3507740" cy="180975"/>
          </a:xfrm>
        </p:grpSpPr>
        <p:sp>
          <p:nvSpPr>
            <p:cNvPr id="1505" name="object 1505"/>
            <p:cNvSpPr/>
            <p:nvPr/>
          </p:nvSpPr>
          <p:spPr>
            <a:xfrm>
              <a:off x="8206925" y="45663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8206925" y="45663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7" name="object 1507"/>
            <p:cNvSpPr/>
            <p:nvPr/>
          </p:nvSpPr>
          <p:spPr>
            <a:xfrm>
              <a:off x="4767007" y="45663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8" name="object 1508"/>
            <p:cNvSpPr/>
            <p:nvPr/>
          </p:nvSpPr>
          <p:spPr>
            <a:xfrm>
              <a:off x="4767006" y="45663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4726659" y="4566351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0" name="object 1510"/>
            <p:cNvSpPr/>
            <p:nvPr/>
          </p:nvSpPr>
          <p:spPr>
            <a:xfrm>
              <a:off x="4726659" y="4566352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1" name="object 1511"/>
            <p:cNvSpPr/>
            <p:nvPr/>
          </p:nvSpPr>
          <p:spPr>
            <a:xfrm>
              <a:off x="4710521" y="45663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4710521" y="45663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3" name="object 1513"/>
            <p:cNvSpPr/>
            <p:nvPr/>
          </p:nvSpPr>
          <p:spPr>
            <a:xfrm>
              <a:off x="4767007" y="457153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4" name="object 1514"/>
            <p:cNvSpPr/>
            <p:nvPr/>
          </p:nvSpPr>
          <p:spPr>
            <a:xfrm>
              <a:off x="4767006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4726659" y="4571532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6" name="object 1516"/>
            <p:cNvSpPr/>
            <p:nvPr/>
          </p:nvSpPr>
          <p:spPr>
            <a:xfrm>
              <a:off x="4726659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4710521" y="457153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4710521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5294656" y="45663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5294655" y="456635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5294655" y="456635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5294656" y="457153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5294655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5900197" y="45663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5" name="object 1525"/>
            <p:cNvSpPr/>
            <p:nvPr/>
          </p:nvSpPr>
          <p:spPr>
            <a:xfrm>
              <a:off x="5900197" y="456635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6" name="object 1526"/>
            <p:cNvSpPr/>
            <p:nvPr/>
          </p:nvSpPr>
          <p:spPr>
            <a:xfrm>
              <a:off x="5900197" y="456635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5900197" y="457153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8" name="object 1528"/>
            <p:cNvSpPr/>
            <p:nvPr/>
          </p:nvSpPr>
          <p:spPr>
            <a:xfrm>
              <a:off x="5900197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6454856" y="45663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6454856" y="456635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6454856" y="456635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6454856" y="457153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6454856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7060285" y="456635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5" name="object 1535"/>
            <p:cNvSpPr/>
            <p:nvPr/>
          </p:nvSpPr>
          <p:spPr>
            <a:xfrm>
              <a:off x="7060285" y="4566352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7060285" y="456635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7" name="object 1537"/>
            <p:cNvSpPr/>
            <p:nvPr/>
          </p:nvSpPr>
          <p:spPr>
            <a:xfrm>
              <a:off x="7060285" y="4571532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7060285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8166578" y="4566351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8166577" y="4566352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8150438" y="4566351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8150439" y="4566352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8206925" y="457153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8206925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8166578" y="4571532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6" name="object 1546"/>
            <p:cNvSpPr/>
            <p:nvPr/>
          </p:nvSpPr>
          <p:spPr>
            <a:xfrm>
              <a:off x="8166577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7" name="object 1547"/>
            <p:cNvSpPr/>
            <p:nvPr/>
          </p:nvSpPr>
          <p:spPr>
            <a:xfrm>
              <a:off x="8150438" y="4571532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8150439" y="4571531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9" name="object 1549"/>
          <p:cNvSpPr txBox="1"/>
          <p:nvPr/>
        </p:nvSpPr>
        <p:spPr>
          <a:xfrm>
            <a:off x="4883417" y="4787055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50" name="object 1550"/>
          <p:cNvSpPr txBox="1"/>
          <p:nvPr/>
        </p:nvSpPr>
        <p:spPr>
          <a:xfrm>
            <a:off x="5556315" y="4787055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51" name="object 1551"/>
          <p:cNvSpPr txBox="1"/>
          <p:nvPr/>
        </p:nvSpPr>
        <p:spPr>
          <a:xfrm>
            <a:off x="6105595" y="4787055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30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52" name="object 1552"/>
          <p:cNvSpPr txBox="1"/>
          <p:nvPr/>
        </p:nvSpPr>
        <p:spPr>
          <a:xfrm>
            <a:off x="6625063" y="4787055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0</a:t>
            </a:r>
            <a:r>
              <a:rPr sz="750" spc="30" dirty="0">
                <a:latin typeface="Courier New"/>
                <a:cs typeface="Courier New"/>
              </a:rPr>
              <a:t>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553" name="object 1553"/>
          <p:cNvSpPr txBox="1"/>
          <p:nvPr/>
        </p:nvSpPr>
        <p:spPr>
          <a:xfrm>
            <a:off x="7427072" y="4787055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554" name="object 1554"/>
          <p:cNvGrpSpPr/>
          <p:nvPr/>
        </p:nvGrpSpPr>
        <p:grpSpPr>
          <a:xfrm>
            <a:off x="4708933" y="4739599"/>
            <a:ext cx="3507740" cy="180975"/>
            <a:chOff x="4708933" y="4739599"/>
            <a:chExt cx="3507740" cy="180975"/>
          </a:xfrm>
        </p:grpSpPr>
        <p:sp>
          <p:nvSpPr>
            <p:cNvPr id="1555" name="object 1555"/>
            <p:cNvSpPr/>
            <p:nvPr/>
          </p:nvSpPr>
          <p:spPr>
            <a:xfrm>
              <a:off x="4767007" y="474245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6" name="object 1556"/>
            <p:cNvSpPr/>
            <p:nvPr/>
          </p:nvSpPr>
          <p:spPr>
            <a:xfrm>
              <a:off x="4767006" y="474245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4726659" y="4742456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8" name="object 1558"/>
            <p:cNvSpPr/>
            <p:nvPr/>
          </p:nvSpPr>
          <p:spPr>
            <a:xfrm>
              <a:off x="4726659" y="474245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9" name="object 1559"/>
            <p:cNvSpPr/>
            <p:nvPr/>
          </p:nvSpPr>
          <p:spPr>
            <a:xfrm>
              <a:off x="4710521" y="474245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4710521" y="474245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1" name="object 1561"/>
            <p:cNvSpPr/>
            <p:nvPr/>
          </p:nvSpPr>
          <p:spPr>
            <a:xfrm>
              <a:off x="4775076" y="4742456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2" name="object 1562"/>
            <p:cNvSpPr/>
            <p:nvPr/>
          </p:nvSpPr>
          <p:spPr>
            <a:xfrm>
              <a:off x="4775076" y="4742456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5294656" y="474245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4" name="object 1564"/>
            <p:cNvSpPr/>
            <p:nvPr/>
          </p:nvSpPr>
          <p:spPr>
            <a:xfrm>
              <a:off x="5294655" y="4742456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5" name="object 1565"/>
            <p:cNvSpPr/>
            <p:nvPr/>
          </p:nvSpPr>
          <p:spPr>
            <a:xfrm>
              <a:off x="5294655" y="474245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5300036" y="4742456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7" name="object 1567"/>
            <p:cNvSpPr/>
            <p:nvPr/>
          </p:nvSpPr>
          <p:spPr>
            <a:xfrm>
              <a:off x="5300035" y="4742456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8" name="object 1568"/>
            <p:cNvSpPr/>
            <p:nvPr/>
          </p:nvSpPr>
          <p:spPr>
            <a:xfrm>
              <a:off x="5900197" y="474245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5900197" y="4742456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0" name="object 1570"/>
            <p:cNvSpPr/>
            <p:nvPr/>
          </p:nvSpPr>
          <p:spPr>
            <a:xfrm>
              <a:off x="5900197" y="474245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1" name="object 1571"/>
            <p:cNvSpPr/>
            <p:nvPr/>
          </p:nvSpPr>
          <p:spPr>
            <a:xfrm>
              <a:off x="5905577" y="4742456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5905576" y="4742456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3" name="object 1573"/>
            <p:cNvSpPr/>
            <p:nvPr/>
          </p:nvSpPr>
          <p:spPr>
            <a:xfrm>
              <a:off x="6454856" y="474245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4" name="object 1574"/>
            <p:cNvSpPr/>
            <p:nvPr/>
          </p:nvSpPr>
          <p:spPr>
            <a:xfrm>
              <a:off x="6454856" y="4742456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6454856" y="474245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6460235" y="4742456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6460236" y="4742456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8" name="object 1578"/>
            <p:cNvSpPr/>
            <p:nvPr/>
          </p:nvSpPr>
          <p:spPr>
            <a:xfrm>
              <a:off x="7060285" y="474245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9" name="object 1579"/>
            <p:cNvSpPr/>
            <p:nvPr/>
          </p:nvSpPr>
          <p:spPr>
            <a:xfrm>
              <a:off x="7060285" y="4742456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0" name="object 1580"/>
            <p:cNvSpPr/>
            <p:nvPr/>
          </p:nvSpPr>
          <p:spPr>
            <a:xfrm>
              <a:off x="7060285" y="474245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1" name="object 1581"/>
            <p:cNvSpPr/>
            <p:nvPr/>
          </p:nvSpPr>
          <p:spPr>
            <a:xfrm>
              <a:off x="7065665" y="4742456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2" name="object 1582"/>
            <p:cNvSpPr/>
            <p:nvPr/>
          </p:nvSpPr>
          <p:spPr>
            <a:xfrm>
              <a:off x="7065665" y="4742456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8206925" y="474245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8206925" y="474245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8166578" y="4742456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6" name="object 1586"/>
            <p:cNvSpPr/>
            <p:nvPr/>
          </p:nvSpPr>
          <p:spPr>
            <a:xfrm>
              <a:off x="8166577" y="4742456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8150438" y="474245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8150439" y="4742456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9" name="object 1589"/>
            <p:cNvSpPr/>
            <p:nvPr/>
          </p:nvSpPr>
          <p:spPr>
            <a:xfrm>
              <a:off x="4767007" y="4747701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0" name="object 1590"/>
            <p:cNvSpPr/>
            <p:nvPr/>
          </p:nvSpPr>
          <p:spPr>
            <a:xfrm>
              <a:off x="4767006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4726659" y="4747701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4726659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4710521" y="4747701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4" name="object 1594"/>
            <p:cNvSpPr/>
            <p:nvPr/>
          </p:nvSpPr>
          <p:spPr>
            <a:xfrm>
              <a:off x="4710521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5" name="object 1595"/>
            <p:cNvSpPr/>
            <p:nvPr/>
          </p:nvSpPr>
          <p:spPr>
            <a:xfrm>
              <a:off x="5294656" y="4747701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5294655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7" name="object 1597"/>
            <p:cNvSpPr/>
            <p:nvPr/>
          </p:nvSpPr>
          <p:spPr>
            <a:xfrm>
              <a:off x="5900197" y="4747701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8" name="object 1598"/>
            <p:cNvSpPr/>
            <p:nvPr/>
          </p:nvSpPr>
          <p:spPr>
            <a:xfrm>
              <a:off x="5900197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6454856" y="4747701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6454856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7060285" y="4747701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2" name="object 1602"/>
            <p:cNvSpPr/>
            <p:nvPr/>
          </p:nvSpPr>
          <p:spPr>
            <a:xfrm>
              <a:off x="7060285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3" name="object 1603"/>
            <p:cNvSpPr/>
            <p:nvPr/>
          </p:nvSpPr>
          <p:spPr>
            <a:xfrm>
              <a:off x="8206925" y="4747701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8206925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5" name="object 1605"/>
            <p:cNvSpPr/>
            <p:nvPr/>
          </p:nvSpPr>
          <p:spPr>
            <a:xfrm>
              <a:off x="8166578" y="4747701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6" name="object 1606"/>
            <p:cNvSpPr/>
            <p:nvPr/>
          </p:nvSpPr>
          <p:spPr>
            <a:xfrm>
              <a:off x="8166577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8150438" y="4747701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8150439" y="4747636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2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9" name="object 1609"/>
          <p:cNvSpPr txBox="1"/>
          <p:nvPr/>
        </p:nvSpPr>
        <p:spPr>
          <a:xfrm>
            <a:off x="4883417" y="4963116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10" name="object 1610"/>
          <p:cNvSpPr txBox="1"/>
          <p:nvPr/>
        </p:nvSpPr>
        <p:spPr>
          <a:xfrm>
            <a:off x="5556315" y="4963116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11" name="object 1611"/>
          <p:cNvSpPr txBox="1"/>
          <p:nvPr/>
        </p:nvSpPr>
        <p:spPr>
          <a:xfrm>
            <a:off x="6105595" y="4963116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30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12" name="object 1612"/>
          <p:cNvSpPr txBox="1"/>
          <p:nvPr/>
        </p:nvSpPr>
        <p:spPr>
          <a:xfrm>
            <a:off x="6625063" y="4963116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1</a:t>
            </a: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13" name="object 1613"/>
          <p:cNvSpPr txBox="1"/>
          <p:nvPr/>
        </p:nvSpPr>
        <p:spPr>
          <a:xfrm>
            <a:off x="7427072" y="4963116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614" name="object 1614"/>
          <p:cNvGrpSpPr/>
          <p:nvPr/>
        </p:nvGrpSpPr>
        <p:grpSpPr>
          <a:xfrm>
            <a:off x="4708933" y="4916027"/>
            <a:ext cx="3507740" cy="180975"/>
            <a:chOff x="4708933" y="4916027"/>
            <a:chExt cx="3507740" cy="180975"/>
          </a:xfrm>
        </p:grpSpPr>
        <p:sp>
          <p:nvSpPr>
            <p:cNvPr id="1615" name="object 1615"/>
            <p:cNvSpPr/>
            <p:nvPr/>
          </p:nvSpPr>
          <p:spPr>
            <a:xfrm>
              <a:off x="4767007" y="491888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4767006" y="4918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4726659" y="4918884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8" name="object 1618"/>
            <p:cNvSpPr/>
            <p:nvPr/>
          </p:nvSpPr>
          <p:spPr>
            <a:xfrm>
              <a:off x="4726659" y="491888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9" name="object 1619"/>
            <p:cNvSpPr/>
            <p:nvPr/>
          </p:nvSpPr>
          <p:spPr>
            <a:xfrm>
              <a:off x="4710521" y="491888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4710521" y="4918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1" name="object 1621"/>
            <p:cNvSpPr/>
            <p:nvPr/>
          </p:nvSpPr>
          <p:spPr>
            <a:xfrm>
              <a:off x="4775076" y="4918884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2" name="object 1622"/>
            <p:cNvSpPr/>
            <p:nvPr/>
          </p:nvSpPr>
          <p:spPr>
            <a:xfrm>
              <a:off x="4775076" y="4918884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5294656" y="4918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5294655" y="491888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5294655" y="491888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6" name="object 1626"/>
            <p:cNvSpPr/>
            <p:nvPr/>
          </p:nvSpPr>
          <p:spPr>
            <a:xfrm>
              <a:off x="5300036" y="4918884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7" name="object 1627"/>
            <p:cNvSpPr/>
            <p:nvPr/>
          </p:nvSpPr>
          <p:spPr>
            <a:xfrm>
              <a:off x="5300035" y="4918884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5900197" y="4918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9" name="object 1629"/>
            <p:cNvSpPr/>
            <p:nvPr/>
          </p:nvSpPr>
          <p:spPr>
            <a:xfrm>
              <a:off x="5900197" y="491888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0" name="object 1630"/>
            <p:cNvSpPr/>
            <p:nvPr/>
          </p:nvSpPr>
          <p:spPr>
            <a:xfrm>
              <a:off x="5900197" y="491888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5905577" y="4918884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2" name="object 1632"/>
            <p:cNvSpPr/>
            <p:nvPr/>
          </p:nvSpPr>
          <p:spPr>
            <a:xfrm>
              <a:off x="5905576" y="4918884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3" name="object 1633"/>
            <p:cNvSpPr/>
            <p:nvPr/>
          </p:nvSpPr>
          <p:spPr>
            <a:xfrm>
              <a:off x="6454856" y="4918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6454856" y="491888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5" name="object 1635"/>
            <p:cNvSpPr/>
            <p:nvPr/>
          </p:nvSpPr>
          <p:spPr>
            <a:xfrm>
              <a:off x="6454856" y="491888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6" name="object 1636"/>
            <p:cNvSpPr/>
            <p:nvPr/>
          </p:nvSpPr>
          <p:spPr>
            <a:xfrm>
              <a:off x="6460235" y="4918884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6460236" y="4918884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8" name="object 1638"/>
            <p:cNvSpPr/>
            <p:nvPr/>
          </p:nvSpPr>
          <p:spPr>
            <a:xfrm>
              <a:off x="7060285" y="491888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9" name="object 1639"/>
            <p:cNvSpPr/>
            <p:nvPr/>
          </p:nvSpPr>
          <p:spPr>
            <a:xfrm>
              <a:off x="7060285" y="491888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7060285" y="491888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1" name="object 1641"/>
            <p:cNvSpPr/>
            <p:nvPr/>
          </p:nvSpPr>
          <p:spPr>
            <a:xfrm>
              <a:off x="7065665" y="4918884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2" name="object 1642"/>
            <p:cNvSpPr/>
            <p:nvPr/>
          </p:nvSpPr>
          <p:spPr>
            <a:xfrm>
              <a:off x="7065665" y="4918884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3" name="object 1643"/>
            <p:cNvSpPr/>
            <p:nvPr/>
          </p:nvSpPr>
          <p:spPr>
            <a:xfrm>
              <a:off x="8206925" y="491888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4" name="object 1644"/>
            <p:cNvSpPr/>
            <p:nvPr/>
          </p:nvSpPr>
          <p:spPr>
            <a:xfrm>
              <a:off x="8206925" y="4918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5" name="object 1645"/>
            <p:cNvSpPr/>
            <p:nvPr/>
          </p:nvSpPr>
          <p:spPr>
            <a:xfrm>
              <a:off x="8166578" y="4918884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6" name="object 1646"/>
            <p:cNvSpPr/>
            <p:nvPr/>
          </p:nvSpPr>
          <p:spPr>
            <a:xfrm>
              <a:off x="8166577" y="491888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7" name="object 1647"/>
            <p:cNvSpPr/>
            <p:nvPr/>
          </p:nvSpPr>
          <p:spPr>
            <a:xfrm>
              <a:off x="8150438" y="491888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8" name="object 1648"/>
            <p:cNvSpPr/>
            <p:nvPr/>
          </p:nvSpPr>
          <p:spPr>
            <a:xfrm>
              <a:off x="8150439" y="491888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9" name="object 1649"/>
            <p:cNvSpPr/>
            <p:nvPr/>
          </p:nvSpPr>
          <p:spPr>
            <a:xfrm>
              <a:off x="4767007" y="492402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4767006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1" name="object 1651"/>
            <p:cNvSpPr/>
            <p:nvPr/>
          </p:nvSpPr>
          <p:spPr>
            <a:xfrm>
              <a:off x="4726659" y="4924020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2" name="object 1652"/>
            <p:cNvSpPr/>
            <p:nvPr/>
          </p:nvSpPr>
          <p:spPr>
            <a:xfrm>
              <a:off x="4726659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3" name="object 1653"/>
            <p:cNvSpPr/>
            <p:nvPr/>
          </p:nvSpPr>
          <p:spPr>
            <a:xfrm>
              <a:off x="4710521" y="492402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4" name="object 1654"/>
            <p:cNvSpPr/>
            <p:nvPr/>
          </p:nvSpPr>
          <p:spPr>
            <a:xfrm>
              <a:off x="4710521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5" name="object 1655"/>
            <p:cNvSpPr/>
            <p:nvPr/>
          </p:nvSpPr>
          <p:spPr>
            <a:xfrm>
              <a:off x="5294656" y="492402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6" name="object 1656"/>
            <p:cNvSpPr/>
            <p:nvPr/>
          </p:nvSpPr>
          <p:spPr>
            <a:xfrm>
              <a:off x="5294655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7" name="object 1657"/>
            <p:cNvSpPr/>
            <p:nvPr/>
          </p:nvSpPr>
          <p:spPr>
            <a:xfrm>
              <a:off x="5900197" y="492402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8" name="object 1658"/>
            <p:cNvSpPr/>
            <p:nvPr/>
          </p:nvSpPr>
          <p:spPr>
            <a:xfrm>
              <a:off x="5900197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9" name="object 1659"/>
            <p:cNvSpPr/>
            <p:nvPr/>
          </p:nvSpPr>
          <p:spPr>
            <a:xfrm>
              <a:off x="6454856" y="492402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0" name="object 1660"/>
            <p:cNvSpPr/>
            <p:nvPr/>
          </p:nvSpPr>
          <p:spPr>
            <a:xfrm>
              <a:off x="6454856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1" name="object 1661"/>
            <p:cNvSpPr/>
            <p:nvPr/>
          </p:nvSpPr>
          <p:spPr>
            <a:xfrm>
              <a:off x="7060285" y="492402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2" name="object 1662"/>
            <p:cNvSpPr/>
            <p:nvPr/>
          </p:nvSpPr>
          <p:spPr>
            <a:xfrm>
              <a:off x="7060285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8206925" y="492402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4" name="object 1664"/>
            <p:cNvSpPr/>
            <p:nvPr/>
          </p:nvSpPr>
          <p:spPr>
            <a:xfrm>
              <a:off x="8206925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5" name="object 1665"/>
            <p:cNvSpPr/>
            <p:nvPr/>
          </p:nvSpPr>
          <p:spPr>
            <a:xfrm>
              <a:off x="8166578" y="4924020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6" name="object 1666"/>
            <p:cNvSpPr/>
            <p:nvPr/>
          </p:nvSpPr>
          <p:spPr>
            <a:xfrm>
              <a:off x="8166577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7" name="object 1667"/>
            <p:cNvSpPr/>
            <p:nvPr/>
          </p:nvSpPr>
          <p:spPr>
            <a:xfrm>
              <a:off x="8150438" y="4924020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8" name="object 1668"/>
            <p:cNvSpPr/>
            <p:nvPr/>
          </p:nvSpPr>
          <p:spPr>
            <a:xfrm>
              <a:off x="8150439" y="4924064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88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9" name="object 1669"/>
          <p:cNvSpPr txBox="1"/>
          <p:nvPr/>
        </p:nvSpPr>
        <p:spPr>
          <a:xfrm>
            <a:off x="4883417" y="5139220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3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70" name="object 1670"/>
          <p:cNvSpPr txBox="1"/>
          <p:nvPr/>
        </p:nvSpPr>
        <p:spPr>
          <a:xfrm>
            <a:off x="5556315" y="5139220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71" name="object 1671"/>
          <p:cNvSpPr txBox="1"/>
          <p:nvPr/>
        </p:nvSpPr>
        <p:spPr>
          <a:xfrm>
            <a:off x="6105595" y="5139220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30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72" name="object 1672"/>
          <p:cNvSpPr txBox="1"/>
          <p:nvPr/>
        </p:nvSpPr>
        <p:spPr>
          <a:xfrm>
            <a:off x="6625063" y="5139220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1</a:t>
            </a:r>
            <a:r>
              <a:rPr sz="750" spc="30" dirty="0">
                <a:latin typeface="Courier New"/>
                <a:cs typeface="Courier New"/>
              </a:rPr>
              <a:t>3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673" name="object 1673"/>
          <p:cNvSpPr txBox="1"/>
          <p:nvPr/>
        </p:nvSpPr>
        <p:spPr>
          <a:xfrm>
            <a:off x="7427072" y="5139220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674" name="object 1674"/>
          <p:cNvGrpSpPr/>
          <p:nvPr/>
        </p:nvGrpSpPr>
        <p:grpSpPr>
          <a:xfrm>
            <a:off x="4708933" y="5092088"/>
            <a:ext cx="3507740" cy="183515"/>
            <a:chOff x="4708933" y="5092088"/>
            <a:chExt cx="3507740" cy="183515"/>
          </a:xfrm>
        </p:grpSpPr>
        <p:sp>
          <p:nvSpPr>
            <p:cNvPr id="1675" name="object 1675"/>
            <p:cNvSpPr/>
            <p:nvPr/>
          </p:nvSpPr>
          <p:spPr>
            <a:xfrm>
              <a:off x="4767007" y="509494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6" name="object 1676"/>
            <p:cNvSpPr/>
            <p:nvPr/>
          </p:nvSpPr>
          <p:spPr>
            <a:xfrm>
              <a:off x="4767006" y="509494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7" name="object 1677"/>
            <p:cNvSpPr/>
            <p:nvPr/>
          </p:nvSpPr>
          <p:spPr>
            <a:xfrm>
              <a:off x="4726659" y="5094945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8" name="object 1678"/>
            <p:cNvSpPr/>
            <p:nvPr/>
          </p:nvSpPr>
          <p:spPr>
            <a:xfrm>
              <a:off x="4726659" y="509494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9" name="object 1679"/>
            <p:cNvSpPr/>
            <p:nvPr/>
          </p:nvSpPr>
          <p:spPr>
            <a:xfrm>
              <a:off x="4710521" y="509494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0" name="object 1680"/>
            <p:cNvSpPr/>
            <p:nvPr/>
          </p:nvSpPr>
          <p:spPr>
            <a:xfrm>
              <a:off x="4710521" y="509494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1" name="object 1681"/>
            <p:cNvSpPr/>
            <p:nvPr/>
          </p:nvSpPr>
          <p:spPr>
            <a:xfrm>
              <a:off x="4775076" y="5094945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2" name="object 1682"/>
            <p:cNvSpPr/>
            <p:nvPr/>
          </p:nvSpPr>
          <p:spPr>
            <a:xfrm>
              <a:off x="4775076" y="5094945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3" name="object 1683"/>
            <p:cNvSpPr/>
            <p:nvPr/>
          </p:nvSpPr>
          <p:spPr>
            <a:xfrm>
              <a:off x="5294656" y="509494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4" name="object 1684"/>
            <p:cNvSpPr/>
            <p:nvPr/>
          </p:nvSpPr>
          <p:spPr>
            <a:xfrm>
              <a:off x="5294655" y="509494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5" name="object 1685"/>
            <p:cNvSpPr/>
            <p:nvPr/>
          </p:nvSpPr>
          <p:spPr>
            <a:xfrm>
              <a:off x="5294655" y="509494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6" name="object 1686"/>
            <p:cNvSpPr/>
            <p:nvPr/>
          </p:nvSpPr>
          <p:spPr>
            <a:xfrm>
              <a:off x="5300036" y="5094945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7" name="object 1687"/>
            <p:cNvSpPr/>
            <p:nvPr/>
          </p:nvSpPr>
          <p:spPr>
            <a:xfrm>
              <a:off x="5300035" y="5094945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8" name="object 1688"/>
            <p:cNvSpPr/>
            <p:nvPr/>
          </p:nvSpPr>
          <p:spPr>
            <a:xfrm>
              <a:off x="5900197" y="509494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9" name="object 1689"/>
            <p:cNvSpPr/>
            <p:nvPr/>
          </p:nvSpPr>
          <p:spPr>
            <a:xfrm>
              <a:off x="5900197" y="509494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0" name="object 1690"/>
            <p:cNvSpPr/>
            <p:nvPr/>
          </p:nvSpPr>
          <p:spPr>
            <a:xfrm>
              <a:off x="5900197" y="509494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1" name="object 1691"/>
            <p:cNvSpPr/>
            <p:nvPr/>
          </p:nvSpPr>
          <p:spPr>
            <a:xfrm>
              <a:off x="5905577" y="5094945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2" name="object 1692"/>
            <p:cNvSpPr/>
            <p:nvPr/>
          </p:nvSpPr>
          <p:spPr>
            <a:xfrm>
              <a:off x="5905576" y="5094945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3" name="object 1693"/>
            <p:cNvSpPr/>
            <p:nvPr/>
          </p:nvSpPr>
          <p:spPr>
            <a:xfrm>
              <a:off x="6454856" y="509494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4" name="object 1694"/>
            <p:cNvSpPr/>
            <p:nvPr/>
          </p:nvSpPr>
          <p:spPr>
            <a:xfrm>
              <a:off x="6454856" y="509494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5" name="object 1695"/>
            <p:cNvSpPr/>
            <p:nvPr/>
          </p:nvSpPr>
          <p:spPr>
            <a:xfrm>
              <a:off x="6454856" y="509494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6" name="object 1696"/>
            <p:cNvSpPr/>
            <p:nvPr/>
          </p:nvSpPr>
          <p:spPr>
            <a:xfrm>
              <a:off x="6460235" y="5094945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7" name="object 1697"/>
            <p:cNvSpPr/>
            <p:nvPr/>
          </p:nvSpPr>
          <p:spPr>
            <a:xfrm>
              <a:off x="6460236" y="5094945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8" name="object 1698"/>
            <p:cNvSpPr/>
            <p:nvPr/>
          </p:nvSpPr>
          <p:spPr>
            <a:xfrm>
              <a:off x="7060285" y="509494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9" name="object 1699"/>
            <p:cNvSpPr/>
            <p:nvPr/>
          </p:nvSpPr>
          <p:spPr>
            <a:xfrm>
              <a:off x="7060285" y="5094945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0" name="object 1700"/>
            <p:cNvSpPr/>
            <p:nvPr/>
          </p:nvSpPr>
          <p:spPr>
            <a:xfrm>
              <a:off x="7060285" y="509494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1" name="object 1701"/>
            <p:cNvSpPr/>
            <p:nvPr/>
          </p:nvSpPr>
          <p:spPr>
            <a:xfrm>
              <a:off x="7065665" y="5094945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2" name="object 1702"/>
            <p:cNvSpPr/>
            <p:nvPr/>
          </p:nvSpPr>
          <p:spPr>
            <a:xfrm>
              <a:off x="7065665" y="5094945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3" name="object 1703"/>
            <p:cNvSpPr/>
            <p:nvPr/>
          </p:nvSpPr>
          <p:spPr>
            <a:xfrm>
              <a:off x="8206925" y="509494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4" name="object 1704"/>
            <p:cNvSpPr/>
            <p:nvPr/>
          </p:nvSpPr>
          <p:spPr>
            <a:xfrm>
              <a:off x="8206925" y="509494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5" name="object 1705"/>
            <p:cNvSpPr/>
            <p:nvPr/>
          </p:nvSpPr>
          <p:spPr>
            <a:xfrm>
              <a:off x="8166578" y="5094945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6" name="object 1706"/>
            <p:cNvSpPr/>
            <p:nvPr/>
          </p:nvSpPr>
          <p:spPr>
            <a:xfrm>
              <a:off x="8166577" y="5094945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7" name="object 1707"/>
            <p:cNvSpPr/>
            <p:nvPr/>
          </p:nvSpPr>
          <p:spPr>
            <a:xfrm>
              <a:off x="8150438" y="509494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8" name="object 1708"/>
            <p:cNvSpPr/>
            <p:nvPr/>
          </p:nvSpPr>
          <p:spPr>
            <a:xfrm>
              <a:off x="8150439" y="5094945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9" name="object 1709"/>
            <p:cNvSpPr/>
            <p:nvPr/>
          </p:nvSpPr>
          <p:spPr>
            <a:xfrm>
              <a:off x="4767007" y="5100126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0" name="object 1710"/>
            <p:cNvSpPr/>
            <p:nvPr/>
          </p:nvSpPr>
          <p:spPr>
            <a:xfrm>
              <a:off x="4767006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1" name="object 1711"/>
            <p:cNvSpPr/>
            <p:nvPr/>
          </p:nvSpPr>
          <p:spPr>
            <a:xfrm>
              <a:off x="4726659" y="5100126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5" h="173989">
                  <a:moveTo>
                    <a:pt x="32277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32277" y="17351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2" name="object 1712"/>
            <p:cNvSpPr/>
            <p:nvPr/>
          </p:nvSpPr>
          <p:spPr>
            <a:xfrm>
              <a:off x="4726659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3" name="object 1713"/>
            <p:cNvSpPr/>
            <p:nvPr/>
          </p:nvSpPr>
          <p:spPr>
            <a:xfrm>
              <a:off x="4710521" y="5100126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4" name="object 1714"/>
            <p:cNvSpPr/>
            <p:nvPr/>
          </p:nvSpPr>
          <p:spPr>
            <a:xfrm>
              <a:off x="4710521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5" name="object 1715"/>
            <p:cNvSpPr/>
            <p:nvPr/>
          </p:nvSpPr>
          <p:spPr>
            <a:xfrm>
              <a:off x="5294656" y="5100126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6" name="object 1716"/>
            <p:cNvSpPr/>
            <p:nvPr/>
          </p:nvSpPr>
          <p:spPr>
            <a:xfrm>
              <a:off x="5294655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7" name="object 1717"/>
            <p:cNvSpPr/>
            <p:nvPr/>
          </p:nvSpPr>
          <p:spPr>
            <a:xfrm>
              <a:off x="5900197" y="5100126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8" name="object 1718"/>
            <p:cNvSpPr/>
            <p:nvPr/>
          </p:nvSpPr>
          <p:spPr>
            <a:xfrm>
              <a:off x="5900197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9" name="object 1719"/>
            <p:cNvSpPr/>
            <p:nvPr/>
          </p:nvSpPr>
          <p:spPr>
            <a:xfrm>
              <a:off x="6454856" y="5100126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0" name="object 1720"/>
            <p:cNvSpPr/>
            <p:nvPr/>
          </p:nvSpPr>
          <p:spPr>
            <a:xfrm>
              <a:off x="6454856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1" name="object 1721"/>
            <p:cNvSpPr/>
            <p:nvPr/>
          </p:nvSpPr>
          <p:spPr>
            <a:xfrm>
              <a:off x="7060285" y="5100126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5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2" name="object 1722"/>
            <p:cNvSpPr/>
            <p:nvPr/>
          </p:nvSpPr>
          <p:spPr>
            <a:xfrm>
              <a:off x="7060285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3" name="object 1723"/>
            <p:cNvSpPr/>
            <p:nvPr/>
          </p:nvSpPr>
          <p:spPr>
            <a:xfrm>
              <a:off x="8206925" y="5100126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4" name="object 1724"/>
            <p:cNvSpPr/>
            <p:nvPr/>
          </p:nvSpPr>
          <p:spPr>
            <a:xfrm>
              <a:off x="8206925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5" name="object 1725"/>
            <p:cNvSpPr/>
            <p:nvPr/>
          </p:nvSpPr>
          <p:spPr>
            <a:xfrm>
              <a:off x="8166578" y="5100126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4" h="173989">
                  <a:moveTo>
                    <a:pt x="32277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32277" y="17351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6" name="object 1726"/>
            <p:cNvSpPr/>
            <p:nvPr/>
          </p:nvSpPr>
          <p:spPr>
            <a:xfrm>
              <a:off x="8166577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7" name="object 1727"/>
            <p:cNvSpPr/>
            <p:nvPr/>
          </p:nvSpPr>
          <p:spPr>
            <a:xfrm>
              <a:off x="8150438" y="5100126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8" name="object 1728"/>
            <p:cNvSpPr/>
            <p:nvPr/>
          </p:nvSpPr>
          <p:spPr>
            <a:xfrm>
              <a:off x="8150439" y="5100125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9" name="object 1729"/>
          <p:cNvSpPr txBox="1"/>
          <p:nvPr/>
        </p:nvSpPr>
        <p:spPr>
          <a:xfrm>
            <a:off x="4883417" y="5317914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4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30" name="object 1730"/>
          <p:cNvSpPr txBox="1"/>
          <p:nvPr/>
        </p:nvSpPr>
        <p:spPr>
          <a:xfrm>
            <a:off x="5556315" y="5317914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31" name="object 1731"/>
          <p:cNvSpPr txBox="1"/>
          <p:nvPr/>
        </p:nvSpPr>
        <p:spPr>
          <a:xfrm>
            <a:off x="6105595" y="5317914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31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32" name="object 1732"/>
          <p:cNvSpPr txBox="1"/>
          <p:nvPr/>
        </p:nvSpPr>
        <p:spPr>
          <a:xfrm>
            <a:off x="6625063" y="5317914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0</a:t>
            </a:r>
            <a:r>
              <a:rPr sz="750" spc="30" dirty="0">
                <a:latin typeface="Courier New"/>
                <a:cs typeface="Courier New"/>
              </a:rPr>
              <a:t>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33" name="object 1733"/>
          <p:cNvSpPr txBox="1"/>
          <p:nvPr/>
        </p:nvSpPr>
        <p:spPr>
          <a:xfrm>
            <a:off x="7427072" y="5317914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734" name="object 1734"/>
          <p:cNvGrpSpPr/>
          <p:nvPr/>
        </p:nvGrpSpPr>
        <p:grpSpPr>
          <a:xfrm>
            <a:off x="4708933" y="5270782"/>
            <a:ext cx="3507740" cy="180975"/>
            <a:chOff x="4708933" y="5270782"/>
            <a:chExt cx="3507740" cy="180975"/>
          </a:xfrm>
        </p:grpSpPr>
        <p:sp>
          <p:nvSpPr>
            <p:cNvPr id="1735" name="object 1735"/>
            <p:cNvSpPr/>
            <p:nvPr/>
          </p:nvSpPr>
          <p:spPr>
            <a:xfrm>
              <a:off x="4767007" y="527364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6" name="object 1736"/>
            <p:cNvSpPr/>
            <p:nvPr/>
          </p:nvSpPr>
          <p:spPr>
            <a:xfrm>
              <a:off x="4767006" y="527364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7" name="object 1737"/>
            <p:cNvSpPr/>
            <p:nvPr/>
          </p:nvSpPr>
          <p:spPr>
            <a:xfrm>
              <a:off x="4726659" y="5273640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8" name="object 1738"/>
            <p:cNvSpPr/>
            <p:nvPr/>
          </p:nvSpPr>
          <p:spPr>
            <a:xfrm>
              <a:off x="4726659" y="527364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9" name="object 1739"/>
            <p:cNvSpPr/>
            <p:nvPr/>
          </p:nvSpPr>
          <p:spPr>
            <a:xfrm>
              <a:off x="4710521" y="527364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0" name="object 1740"/>
            <p:cNvSpPr/>
            <p:nvPr/>
          </p:nvSpPr>
          <p:spPr>
            <a:xfrm>
              <a:off x="4710521" y="527364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1" name="object 1741"/>
            <p:cNvSpPr/>
            <p:nvPr/>
          </p:nvSpPr>
          <p:spPr>
            <a:xfrm>
              <a:off x="4775076" y="5273640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2" name="object 1742"/>
            <p:cNvSpPr/>
            <p:nvPr/>
          </p:nvSpPr>
          <p:spPr>
            <a:xfrm>
              <a:off x="4775076" y="5273640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3" name="object 1743"/>
            <p:cNvSpPr/>
            <p:nvPr/>
          </p:nvSpPr>
          <p:spPr>
            <a:xfrm>
              <a:off x="5294656" y="527364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4" name="object 1744"/>
            <p:cNvSpPr/>
            <p:nvPr/>
          </p:nvSpPr>
          <p:spPr>
            <a:xfrm>
              <a:off x="5294655" y="527364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5" name="object 1745"/>
            <p:cNvSpPr/>
            <p:nvPr/>
          </p:nvSpPr>
          <p:spPr>
            <a:xfrm>
              <a:off x="5294655" y="527364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6" name="object 1746"/>
            <p:cNvSpPr/>
            <p:nvPr/>
          </p:nvSpPr>
          <p:spPr>
            <a:xfrm>
              <a:off x="5300036" y="5273640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7" name="object 1747"/>
            <p:cNvSpPr/>
            <p:nvPr/>
          </p:nvSpPr>
          <p:spPr>
            <a:xfrm>
              <a:off x="5300035" y="5273640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8" name="object 1748"/>
            <p:cNvSpPr/>
            <p:nvPr/>
          </p:nvSpPr>
          <p:spPr>
            <a:xfrm>
              <a:off x="5900197" y="527364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9" name="object 1749"/>
            <p:cNvSpPr/>
            <p:nvPr/>
          </p:nvSpPr>
          <p:spPr>
            <a:xfrm>
              <a:off x="5900197" y="527364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0" name="object 1750"/>
            <p:cNvSpPr/>
            <p:nvPr/>
          </p:nvSpPr>
          <p:spPr>
            <a:xfrm>
              <a:off x="5900197" y="527364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1" name="object 1751"/>
            <p:cNvSpPr/>
            <p:nvPr/>
          </p:nvSpPr>
          <p:spPr>
            <a:xfrm>
              <a:off x="5905577" y="5273640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2" name="object 1752"/>
            <p:cNvSpPr/>
            <p:nvPr/>
          </p:nvSpPr>
          <p:spPr>
            <a:xfrm>
              <a:off x="5905576" y="5273640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3" name="object 1753"/>
            <p:cNvSpPr/>
            <p:nvPr/>
          </p:nvSpPr>
          <p:spPr>
            <a:xfrm>
              <a:off x="6454856" y="527364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4" name="object 1754"/>
            <p:cNvSpPr/>
            <p:nvPr/>
          </p:nvSpPr>
          <p:spPr>
            <a:xfrm>
              <a:off x="6454856" y="527364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5" name="object 1755"/>
            <p:cNvSpPr/>
            <p:nvPr/>
          </p:nvSpPr>
          <p:spPr>
            <a:xfrm>
              <a:off x="6454856" y="527364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6" name="object 1756"/>
            <p:cNvSpPr/>
            <p:nvPr/>
          </p:nvSpPr>
          <p:spPr>
            <a:xfrm>
              <a:off x="6460235" y="5273640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7" name="object 1757"/>
            <p:cNvSpPr/>
            <p:nvPr/>
          </p:nvSpPr>
          <p:spPr>
            <a:xfrm>
              <a:off x="6460236" y="5273640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8" name="object 1758"/>
            <p:cNvSpPr/>
            <p:nvPr/>
          </p:nvSpPr>
          <p:spPr>
            <a:xfrm>
              <a:off x="7060285" y="527364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9" name="object 1759"/>
            <p:cNvSpPr/>
            <p:nvPr/>
          </p:nvSpPr>
          <p:spPr>
            <a:xfrm>
              <a:off x="7060285" y="5273640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0" name="object 1760"/>
            <p:cNvSpPr/>
            <p:nvPr/>
          </p:nvSpPr>
          <p:spPr>
            <a:xfrm>
              <a:off x="7060285" y="527364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1" name="object 1761"/>
            <p:cNvSpPr/>
            <p:nvPr/>
          </p:nvSpPr>
          <p:spPr>
            <a:xfrm>
              <a:off x="7065665" y="5273640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2" name="object 1762"/>
            <p:cNvSpPr/>
            <p:nvPr/>
          </p:nvSpPr>
          <p:spPr>
            <a:xfrm>
              <a:off x="7065665" y="5273640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3" name="object 1763"/>
            <p:cNvSpPr/>
            <p:nvPr/>
          </p:nvSpPr>
          <p:spPr>
            <a:xfrm>
              <a:off x="8206925" y="527364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4" name="object 1764"/>
            <p:cNvSpPr/>
            <p:nvPr/>
          </p:nvSpPr>
          <p:spPr>
            <a:xfrm>
              <a:off x="8206925" y="527364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5" name="object 1765"/>
            <p:cNvSpPr/>
            <p:nvPr/>
          </p:nvSpPr>
          <p:spPr>
            <a:xfrm>
              <a:off x="8166578" y="5273640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6" name="object 1766"/>
            <p:cNvSpPr/>
            <p:nvPr/>
          </p:nvSpPr>
          <p:spPr>
            <a:xfrm>
              <a:off x="8166577" y="5273640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7" name="object 1767"/>
            <p:cNvSpPr/>
            <p:nvPr/>
          </p:nvSpPr>
          <p:spPr>
            <a:xfrm>
              <a:off x="8150438" y="5273640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8" name="object 1768"/>
            <p:cNvSpPr/>
            <p:nvPr/>
          </p:nvSpPr>
          <p:spPr>
            <a:xfrm>
              <a:off x="8150439" y="5273640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9" name="object 1769"/>
            <p:cNvSpPr/>
            <p:nvPr/>
          </p:nvSpPr>
          <p:spPr>
            <a:xfrm>
              <a:off x="4767007" y="5278819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0" name="object 1770"/>
            <p:cNvSpPr/>
            <p:nvPr/>
          </p:nvSpPr>
          <p:spPr>
            <a:xfrm>
              <a:off x="4767006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1" name="object 1771"/>
            <p:cNvSpPr/>
            <p:nvPr/>
          </p:nvSpPr>
          <p:spPr>
            <a:xfrm>
              <a:off x="4726659" y="5278819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2" name="object 1772"/>
            <p:cNvSpPr/>
            <p:nvPr/>
          </p:nvSpPr>
          <p:spPr>
            <a:xfrm>
              <a:off x="4726659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3" name="object 1773"/>
            <p:cNvSpPr/>
            <p:nvPr/>
          </p:nvSpPr>
          <p:spPr>
            <a:xfrm>
              <a:off x="4710521" y="5278819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4" name="object 1774"/>
            <p:cNvSpPr/>
            <p:nvPr/>
          </p:nvSpPr>
          <p:spPr>
            <a:xfrm>
              <a:off x="4710521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5" name="object 1775"/>
            <p:cNvSpPr/>
            <p:nvPr/>
          </p:nvSpPr>
          <p:spPr>
            <a:xfrm>
              <a:off x="5294656" y="5278819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6" name="object 1776"/>
            <p:cNvSpPr/>
            <p:nvPr/>
          </p:nvSpPr>
          <p:spPr>
            <a:xfrm>
              <a:off x="5294655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7" name="object 1777"/>
            <p:cNvSpPr/>
            <p:nvPr/>
          </p:nvSpPr>
          <p:spPr>
            <a:xfrm>
              <a:off x="5900197" y="5278819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8" name="object 1778"/>
            <p:cNvSpPr/>
            <p:nvPr/>
          </p:nvSpPr>
          <p:spPr>
            <a:xfrm>
              <a:off x="5900197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9" name="object 1779"/>
            <p:cNvSpPr/>
            <p:nvPr/>
          </p:nvSpPr>
          <p:spPr>
            <a:xfrm>
              <a:off x="6454856" y="5278819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0" name="object 1780"/>
            <p:cNvSpPr/>
            <p:nvPr/>
          </p:nvSpPr>
          <p:spPr>
            <a:xfrm>
              <a:off x="6454856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1" name="object 1781"/>
            <p:cNvSpPr/>
            <p:nvPr/>
          </p:nvSpPr>
          <p:spPr>
            <a:xfrm>
              <a:off x="7060285" y="5278819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5379" y="17092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2" name="object 1782"/>
            <p:cNvSpPr/>
            <p:nvPr/>
          </p:nvSpPr>
          <p:spPr>
            <a:xfrm>
              <a:off x="7060285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3" name="object 1783"/>
            <p:cNvSpPr/>
            <p:nvPr/>
          </p:nvSpPr>
          <p:spPr>
            <a:xfrm>
              <a:off x="8206925" y="5278819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4" name="object 1784"/>
            <p:cNvSpPr/>
            <p:nvPr/>
          </p:nvSpPr>
          <p:spPr>
            <a:xfrm>
              <a:off x="8206925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5" name="object 1785"/>
            <p:cNvSpPr/>
            <p:nvPr/>
          </p:nvSpPr>
          <p:spPr>
            <a:xfrm>
              <a:off x="8166578" y="5278819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32277" y="17092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6" name="object 1786"/>
            <p:cNvSpPr/>
            <p:nvPr/>
          </p:nvSpPr>
          <p:spPr>
            <a:xfrm>
              <a:off x="8166577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7" name="object 1787"/>
            <p:cNvSpPr/>
            <p:nvPr/>
          </p:nvSpPr>
          <p:spPr>
            <a:xfrm>
              <a:off x="8150438" y="5278819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0924"/>
                  </a:lnTo>
                  <a:lnTo>
                    <a:pt x="8069" y="17092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8" name="object 1788"/>
            <p:cNvSpPr/>
            <p:nvPr/>
          </p:nvSpPr>
          <p:spPr>
            <a:xfrm>
              <a:off x="8150439" y="5278819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09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9" name="object 1789"/>
          <p:cNvSpPr txBox="1"/>
          <p:nvPr/>
        </p:nvSpPr>
        <p:spPr>
          <a:xfrm>
            <a:off x="4883417" y="5494278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5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90" name="object 1790"/>
          <p:cNvSpPr txBox="1"/>
          <p:nvPr/>
        </p:nvSpPr>
        <p:spPr>
          <a:xfrm>
            <a:off x="5556315" y="5494278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91" name="object 1791"/>
          <p:cNvSpPr txBox="1"/>
          <p:nvPr/>
        </p:nvSpPr>
        <p:spPr>
          <a:xfrm>
            <a:off x="6105595" y="5494278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31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92" name="object 1792"/>
          <p:cNvSpPr txBox="1"/>
          <p:nvPr/>
        </p:nvSpPr>
        <p:spPr>
          <a:xfrm>
            <a:off x="6625063" y="5494278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1</a:t>
            </a: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793" name="object 1793"/>
          <p:cNvSpPr txBox="1"/>
          <p:nvPr/>
        </p:nvSpPr>
        <p:spPr>
          <a:xfrm>
            <a:off x="7427072" y="5494278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794" name="object 1794"/>
          <p:cNvGrpSpPr/>
          <p:nvPr/>
        </p:nvGrpSpPr>
        <p:grpSpPr>
          <a:xfrm>
            <a:off x="4708933" y="5446886"/>
            <a:ext cx="3507740" cy="180975"/>
            <a:chOff x="4708933" y="5446886"/>
            <a:chExt cx="3507740" cy="180975"/>
          </a:xfrm>
        </p:grpSpPr>
        <p:sp>
          <p:nvSpPr>
            <p:cNvPr id="1795" name="object 1795"/>
            <p:cNvSpPr/>
            <p:nvPr/>
          </p:nvSpPr>
          <p:spPr>
            <a:xfrm>
              <a:off x="4767007" y="544974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6" name="object 1796"/>
            <p:cNvSpPr/>
            <p:nvPr/>
          </p:nvSpPr>
          <p:spPr>
            <a:xfrm>
              <a:off x="4767006" y="544974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7" name="object 1797"/>
            <p:cNvSpPr/>
            <p:nvPr/>
          </p:nvSpPr>
          <p:spPr>
            <a:xfrm>
              <a:off x="4726659" y="5449744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8" name="object 1798"/>
            <p:cNvSpPr/>
            <p:nvPr/>
          </p:nvSpPr>
          <p:spPr>
            <a:xfrm>
              <a:off x="4726659" y="544974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9" name="object 1799"/>
            <p:cNvSpPr/>
            <p:nvPr/>
          </p:nvSpPr>
          <p:spPr>
            <a:xfrm>
              <a:off x="4710521" y="544974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0" name="object 1800"/>
            <p:cNvSpPr/>
            <p:nvPr/>
          </p:nvSpPr>
          <p:spPr>
            <a:xfrm>
              <a:off x="4710521" y="544974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1" name="object 1801"/>
            <p:cNvSpPr/>
            <p:nvPr/>
          </p:nvSpPr>
          <p:spPr>
            <a:xfrm>
              <a:off x="4775076" y="5449744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2" name="object 1802"/>
            <p:cNvSpPr/>
            <p:nvPr/>
          </p:nvSpPr>
          <p:spPr>
            <a:xfrm>
              <a:off x="4775076" y="5449744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3" name="object 1803"/>
            <p:cNvSpPr/>
            <p:nvPr/>
          </p:nvSpPr>
          <p:spPr>
            <a:xfrm>
              <a:off x="5294656" y="544974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4" name="object 1804"/>
            <p:cNvSpPr/>
            <p:nvPr/>
          </p:nvSpPr>
          <p:spPr>
            <a:xfrm>
              <a:off x="5294655" y="544974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5" name="object 1805"/>
            <p:cNvSpPr/>
            <p:nvPr/>
          </p:nvSpPr>
          <p:spPr>
            <a:xfrm>
              <a:off x="5294655" y="544974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6" name="object 1806"/>
            <p:cNvSpPr/>
            <p:nvPr/>
          </p:nvSpPr>
          <p:spPr>
            <a:xfrm>
              <a:off x="5300036" y="5449744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7" name="object 1807"/>
            <p:cNvSpPr/>
            <p:nvPr/>
          </p:nvSpPr>
          <p:spPr>
            <a:xfrm>
              <a:off x="5300035" y="5449744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8" name="object 1808"/>
            <p:cNvSpPr/>
            <p:nvPr/>
          </p:nvSpPr>
          <p:spPr>
            <a:xfrm>
              <a:off x="5900197" y="544974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9" name="object 1809"/>
            <p:cNvSpPr/>
            <p:nvPr/>
          </p:nvSpPr>
          <p:spPr>
            <a:xfrm>
              <a:off x="5900197" y="544974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0" name="object 1810"/>
            <p:cNvSpPr/>
            <p:nvPr/>
          </p:nvSpPr>
          <p:spPr>
            <a:xfrm>
              <a:off x="5900197" y="544974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1" name="object 1811"/>
            <p:cNvSpPr/>
            <p:nvPr/>
          </p:nvSpPr>
          <p:spPr>
            <a:xfrm>
              <a:off x="5905577" y="5449744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2" name="object 1812"/>
            <p:cNvSpPr/>
            <p:nvPr/>
          </p:nvSpPr>
          <p:spPr>
            <a:xfrm>
              <a:off x="5905576" y="5449744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3" name="object 1813"/>
            <p:cNvSpPr/>
            <p:nvPr/>
          </p:nvSpPr>
          <p:spPr>
            <a:xfrm>
              <a:off x="6454856" y="544974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4" name="object 1814"/>
            <p:cNvSpPr/>
            <p:nvPr/>
          </p:nvSpPr>
          <p:spPr>
            <a:xfrm>
              <a:off x="6454856" y="544974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5" name="object 1815"/>
            <p:cNvSpPr/>
            <p:nvPr/>
          </p:nvSpPr>
          <p:spPr>
            <a:xfrm>
              <a:off x="6454856" y="544974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6" name="object 1816"/>
            <p:cNvSpPr/>
            <p:nvPr/>
          </p:nvSpPr>
          <p:spPr>
            <a:xfrm>
              <a:off x="6460235" y="5449744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7" name="object 1817"/>
            <p:cNvSpPr/>
            <p:nvPr/>
          </p:nvSpPr>
          <p:spPr>
            <a:xfrm>
              <a:off x="6460236" y="5449744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8" name="object 1818"/>
            <p:cNvSpPr/>
            <p:nvPr/>
          </p:nvSpPr>
          <p:spPr>
            <a:xfrm>
              <a:off x="7060285" y="5449744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9" name="object 1819"/>
            <p:cNvSpPr/>
            <p:nvPr/>
          </p:nvSpPr>
          <p:spPr>
            <a:xfrm>
              <a:off x="7060285" y="5449744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0" name="object 1820"/>
            <p:cNvSpPr/>
            <p:nvPr/>
          </p:nvSpPr>
          <p:spPr>
            <a:xfrm>
              <a:off x="7060285" y="544974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1" name="object 1821"/>
            <p:cNvSpPr/>
            <p:nvPr/>
          </p:nvSpPr>
          <p:spPr>
            <a:xfrm>
              <a:off x="7065665" y="5449744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2" name="object 1822"/>
            <p:cNvSpPr/>
            <p:nvPr/>
          </p:nvSpPr>
          <p:spPr>
            <a:xfrm>
              <a:off x="7065665" y="5449744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3" name="object 1823"/>
            <p:cNvSpPr/>
            <p:nvPr/>
          </p:nvSpPr>
          <p:spPr>
            <a:xfrm>
              <a:off x="8206925" y="544974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4" name="object 1824"/>
            <p:cNvSpPr/>
            <p:nvPr/>
          </p:nvSpPr>
          <p:spPr>
            <a:xfrm>
              <a:off x="8206925" y="544974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5" name="object 1825"/>
            <p:cNvSpPr/>
            <p:nvPr/>
          </p:nvSpPr>
          <p:spPr>
            <a:xfrm>
              <a:off x="8166578" y="5449744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6" name="object 1826"/>
            <p:cNvSpPr/>
            <p:nvPr/>
          </p:nvSpPr>
          <p:spPr>
            <a:xfrm>
              <a:off x="8166577" y="5449744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7" name="object 1827"/>
            <p:cNvSpPr/>
            <p:nvPr/>
          </p:nvSpPr>
          <p:spPr>
            <a:xfrm>
              <a:off x="8150438" y="5449744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8" name="object 1828"/>
            <p:cNvSpPr/>
            <p:nvPr/>
          </p:nvSpPr>
          <p:spPr>
            <a:xfrm>
              <a:off x="8150439" y="5449744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9" name="object 1829"/>
            <p:cNvSpPr/>
            <p:nvPr/>
          </p:nvSpPr>
          <p:spPr>
            <a:xfrm>
              <a:off x="4767007" y="545492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0" name="object 1830"/>
            <p:cNvSpPr/>
            <p:nvPr/>
          </p:nvSpPr>
          <p:spPr>
            <a:xfrm>
              <a:off x="4767006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1" name="object 1831"/>
            <p:cNvSpPr/>
            <p:nvPr/>
          </p:nvSpPr>
          <p:spPr>
            <a:xfrm>
              <a:off x="4726659" y="5454923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5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2" name="object 1832"/>
            <p:cNvSpPr/>
            <p:nvPr/>
          </p:nvSpPr>
          <p:spPr>
            <a:xfrm>
              <a:off x="4726659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3" name="object 1833"/>
            <p:cNvSpPr/>
            <p:nvPr/>
          </p:nvSpPr>
          <p:spPr>
            <a:xfrm>
              <a:off x="4710521" y="545492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4" name="object 1834"/>
            <p:cNvSpPr/>
            <p:nvPr/>
          </p:nvSpPr>
          <p:spPr>
            <a:xfrm>
              <a:off x="4710521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5" name="object 1835"/>
            <p:cNvSpPr/>
            <p:nvPr/>
          </p:nvSpPr>
          <p:spPr>
            <a:xfrm>
              <a:off x="5294656" y="545492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6" name="object 1836"/>
            <p:cNvSpPr/>
            <p:nvPr/>
          </p:nvSpPr>
          <p:spPr>
            <a:xfrm>
              <a:off x="5294655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7" name="object 1837"/>
            <p:cNvSpPr/>
            <p:nvPr/>
          </p:nvSpPr>
          <p:spPr>
            <a:xfrm>
              <a:off x="5900197" y="545492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8" name="object 1838"/>
            <p:cNvSpPr/>
            <p:nvPr/>
          </p:nvSpPr>
          <p:spPr>
            <a:xfrm>
              <a:off x="5900197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9" name="object 1839"/>
            <p:cNvSpPr/>
            <p:nvPr/>
          </p:nvSpPr>
          <p:spPr>
            <a:xfrm>
              <a:off x="6454856" y="545492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0" name="object 1840"/>
            <p:cNvSpPr/>
            <p:nvPr/>
          </p:nvSpPr>
          <p:spPr>
            <a:xfrm>
              <a:off x="6454856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1" name="object 1841"/>
            <p:cNvSpPr/>
            <p:nvPr/>
          </p:nvSpPr>
          <p:spPr>
            <a:xfrm>
              <a:off x="7060285" y="5454923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5" h="171450">
                  <a:moveTo>
                    <a:pt x="537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5379" y="171183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2" name="object 1842"/>
            <p:cNvSpPr/>
            <p:nvPr/>
          </p:nvSpPr>
          <p:spPr>
            <a:xfrm>
              <a:off x="7060285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3" name="object 1843"/>
            <p:cNvSpPr/>
            <p:nvPr/>
          </p:nvSpPr>
          <p:spPr>
            <a:xfrm>
              <a:off x="8206925" y="545492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4" name="object 1844"/>
            <p:cNvSpPr/>
            <p:nvPr/>
          </p:nvSpPr>
          <p:spPr>
            <a:xfrm>
              <a:off x="8206925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5" name="object 1845"/>
            <p:cNvSpPr/>
            <p:nvPr/>
          </p:nvSpPr>
          <p:spPr>
            <a:xfrm>
              <a:off x="8166578" y="5454923"/>
              <a:ext cx="32384" cy="171450"/>
            </a:xfrm>
            <a:custGeom>
              <a:avLst/>
              <a:gdLst/>
              <a:ahLst/>
              <a:cxnLst/>
              <a:rect l="l" t="t" r="r" b="b"/>
              <a:pathLst>
                <a:path w="32384" h="171450">
                  <a:moveTo>
                    <a:pt x="32277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32277" y="171183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6" name="object 1846"/>
            <p:cNvSpPr/>
            <p:nvPr/>
          </p:nvSpPr>
          <p:spPr>
            <a:xfrm>
              <a:off x="8166577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7" name="object 1847"/>
            <p:cNvSpPr/>
            <p:nvPr/>
          </p:nvSpPr>
          <p:spPr>
            <a:xfrm>
              <a:off x="8150438" y="5454923"/>
              <a:ext cx="8255" cy="171450"/>
            </a:xfrm>
            <a:custGeom>
              <a:avLst/>
              <a:gdLst/>
              <a:ahLst/>
              <a:cxnLst/>
              <a:rect l="l" t="t" r="r" b="b"/>
              <a:pathLst>
                <a:path w="8254" h="171450">
                  <a:moveTo>
                    <a:pt x="8069" y="0"/>
                  </a:moveTo>
                  <a:lnTo>
                    <a:pt x="0" y="0"/>
                  </a:lnTo>
                  <a:lnTo>
                    <a:pt x="0" y="171183"/>
                  </a:lnTo>
                  <a:lnTo>
                    <a:pt x="8069" y="171183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8" name="object 1848"/>
            <p:cNvSpPr/>
            <p:nvPr/>
          </p:nvSpPr>
          <p:spPr>
            <a:xfrm>
              <a:off x="8150439" y="5454923"/>
              <a:ext cx="0" cy="171450"/>
            </a:xfrm>
            <a:custGeom>
              <a:avLst/>
              <a:gdLst/>
              <a:ahLst/>
              <a:cxnLst/>
              <a:rect l="l" t="t" r="r" b="b"/>
              <a:pathLst>
                <a:path h="171450">
                  <a:moveTo>
                    <a:pt x="0" y="0"/>
                  </a:moveTo>
                  <a:lnTo>
                    <a:pt x="0" y="1711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49" name="object 1849"/>
          <p:cNvSpPr txBox="1"/>
          <p:nvPr/>
        </p:nvSpPr>
        <p:spPr>
          <a:xfrm>
            <a:off x="4883417" y="5670382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SE</a:t>
            </a:r>
            <a:r>
              <a:rPr sz="750" spc="10" dirty="0">
                <a:latin typeface="Courier New"/>
                <a:cs typeface="Courier New"/>
              </a:rPr>
              <a:t>3</a:t>
            </a:r>
            <a:r>
              <a:rPr sz="750" spc="30" dirty="0">
                <a:latin typeface="Courier New"/>
                <a:cs typeface="Courier New"/>
              </a:rPr>
              <a:t>6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50" name="object 1850"/>
          <p:cNvSpPr txBox="1"/>
          <p:nvPr/>
        </p:nvSpPr>
        <p:spPr>
          <a:xfrm>
            <a:off x="5556315" y="5670382"/>
            <a:ext cx="869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51" name="object 1851"/>
          <p:cNvSpPr txBox="1"/>
          <p:nvPr/>
        </p:nvSpPr>
        <p:spPr>
          <a:xfrm>
            <a:off x="6105595" y="5670382"/>
            <a:ext cx="1492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31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52" name="object 1852"/>
          <p:cNvSpPr txBox="1"/>
          <p:nvPr/>
        </p:nvSpPr>
        <p:spPr>
          <a:xfrm>
            <a:off x="6625063" y="5670382"/>
            <a:ext cx="2698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19</a:t>
            </a:r>
            <a:r>
              <a:rPr sz="750" spc="10" dirty="0">
                <a:latin typeface="Courier New"/>
                <a:cs typeface="Courier New"/>
              </a:rPr>
              <a:t>1</a:t>
            </a:r>
            <a:r>
              <a:rPr sz="750" spc="30" dirty="0">
                <a:latin typeface="Courier New"/>
                <a:cs typeface="Courier New"/>
              </a:rPr>
              <a:t>3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1853" name="object 1853"/>
          <p:cNvSpPr txBox="1"/>
          <p:nvPr/>
        </p:nvSpPr>
        <p:spPr>
          <a:xfrm>
            <a:off x="7427072" y="5670382"/>
            <a:ext cx="3905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30" dirty="0">
                <a:latin typeface="Courier New"/>
                <a:cs typeface="Courier New"/>
              </a:rPr>
              <a:t>ER</a:t>
            </a:r>
            <a:r>
              <a:rPr sz="750" spc="10" dirty="0">
                <a:latin typeface="Courier New"/>
                <a:cs typeface="Courier New"/>
              </a:rPr>
              <a:t>R</a:t>
            </a:r>
            <a:r>
              <a:rPr sz="750" spc="30" dirty="0">
                <a:latin typeface="Courier New"/>
                <a:cs typeface="Courier New"/>
              </a:rPr>
              <a:t>E</a:t>
            </a:r>
            <a:r>
              <a:rPr sz="750" spc="10" dirty="0">
                <a:latin typeface="Courier New"/>
                <a:cs typeface="Courier New"/>
              </a:rPr>
              <a:t>U</a:t>
            </a:r>
            <a:r>
              <a:rPr sz="750" spc="30" dirty="0">
                <a:latin typeface="Courier New"/>
                <a:cs typeface="Courier New"/>
              </a:rPr>
              <a:t>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854" name="object 1854"/>
          <p:cNvGrpSpPr/>
          <p:nvPr/>
        </p:nvGrpSpPr>
        <p:grpSpPr>
          <a:xfrm>
            <a:off x="4709176" y="5624812"/>
            <a:ext cx="3505835" cy="242570"/>
            <a:chOff x="4709176" y="5624812"/>
            <a:chExt cx="3505835" cy="242570"/>
          </a:xfrm>
        </p:grpSpPr>
        <p:sp>
          <p:nvSpPr>
            <p:cNvPr id="1855" name="object 1855"/>
            <p:cNvSpPr/>
            <p:nvPr/>
          </p:nvSpPr>
          <p:spPr>
            <a:xfrm>
              <a:off x="4767007" y="562610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6" name="object 1856"/>
            <p:cNvSpPr/>
            <p:nvPr/>
          </p:nvSpPr>
          <p:spPr>
            <a:xfrm>
              <a:off x="4767006" y="562610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7" name="object 1857"/>
            <p:cNvSpPr/>
            <p:nvPr/>
          </p:nvSpPr>
          <p:spPr>
            <a:xfrm>
              <a:off x="4726659" y="5626107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5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8" name="object 1858"/>
            <p:cNvSpPr/>
            <p:nvPr/>
          </p:nvSpPr>
          <p:spPr>
            <a:xfrm>
              <a:off x="4726659" y="562610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5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9" name="object 1859"/>
            <p:cNvSpPr/>
            <p:nvPr/>
          </p:nvSpPr>
          <p:spPr>
            <a:xfrm>
              <a:off x="4710521" y="562610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0" name="object 1860"/>
            <p:cNvSpPr/>
            <p:nvPr/>
          </p:nvSpPr>
          <p:spPr>
            <a:xfrm>
              <a:off x="4710521" y="562610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1" name="object 1861"/>
            <p:cNvSpPr/>
            <p:nvPr/>
          </p:nvSpPr>
          <p:spPr>
            <a:xfrm>
              <a:off x="4775076" y="5626107"/>
              <a:ext cx="520065" cy="5715"/>
            </a:xfrm>
            <a:custGeom>
              <a:avLst/>
              <a:gdLst/>
              <a:ahLst/>
              <a:cxnLst/>
              <a:rect l="l" t="t" r="r" b="b"/>
              <a:pathLst>
                <a:path w="520064" h="5714">
                  <a:moveTo>
                    <a:pt x="5196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19669" y="517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2" name="object 1862"/>
            <p:cNvSpPr/>
            <p:nvPr/>
          </p:nvSpPr>
          <p:spPr>
            <a:xfrm>
              <a:off x="4775076" y="5626107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3" name="object 1863"/>
            <p:cNvSpPr/>
            <p:nvPr/>
          </p:nvSpPr>
          <p:spPr>
            <a:xfrm>
              <a:off x="5294656" y="562610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4" name="object 1864"/>
            <p:cNvSpPr/>
            <p:nvPr/>
          </p:nvSpPr>
          <p:spPr>
            <a:xfrm>
              <a:off x="5294655" y="562610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5" name="object 1865"/>
            <p:cNvSpPr/>
            <p:nvPr/>
          </p:nvSpPr>
          <p:spPr>
            <a:xfrm>
              <a:off x="5294655" y="562610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6" name="object 1866"/>
            <p:cNvSpPr/>
            <p:nvPr/>
          </p:nvSpPr>
          <p:spPr>
            <a:xfrm>
              <a:off x="5300036" y="5626107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10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7" name="object 1867"/>
            <p:cNvSpPr/>
            <p:nvPr/>
          </p:nvSpPr>
          <p:spPr>
            <a:xfrm>
              <a:off x="5300035" y="5626107"/>
              <a:ext cx="600710" cy="0"/>
            </a:xfrm>
            <a:custGeom>
              <a:avLst/>
              <a:gdLst/>
              <a:ahLst/>
              <a:cxnLst/>
              <a:rect l="l" t="t" r="r" b="b"/>
              <a:pathLst>
                <a:path w="600710">
                  <a:moveTo>
                    <a:pt x="0" y="0"/>
                  </a:moveTo>
                  <a:lnTo>
                    <a:pt x="60016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8" name="object 1868"/>
            <p:cNvSpPr/>
            <p:nvPr/>
          </p:nvSpPr>
          <p:spPr>
            <a:xfrm>
              <a:off x="5900197" y="562610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9" name="object 1869"/>
            <p:cNvSpPr/>
            <p:nvPr/>
          </p:nvSpPr>
          <p:spPr>
            <a:xfrm>
              <a:off x="5900197" y="562610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0" name="object 1870"/>
            <p:cNvSpPr/>
            <p:nvPr/>
          </p:nvSpPr>
          <p:spPr>
            <a:xfrm>
              <a:off x="5900197" y="562610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1" name="object 1871"/>
            <p:cNvSpPr/>
            <p:nvPr/>
          </p:nvSpPr>
          <p:spPr>
            <a:xfrm>
              <a:off x="5905577" y="5626107"/>
              <a:ext cx="549275" cy="5715"/>
            </a:xfrm>
            <a:custGeom>
              <a:avLst/>
              <a:gdLst/>
              <a:ahLst/>
              <a:cxnLst/>
              <a:rect l="l" t="t" r="r" b="b"/>
              <a:pathLst>
                <a:path w="549275" h="5714">
                  <a:moveTo>
                    <a:pt x="54925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49257" y="5179"/>
                  </a:lnTo>
                  <a:lnTo>
                    <a:pt x="5492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2" name="object 1872"/>
            <p:cNvSpPr/>
            <p:nvPr/>
          </p:nvSpPr>
          <p:spPr>
            <a:xfrm>
              <a:off x="5905576" y="5626107"/>
              <a:ext cx="549275" cy="0"/>
            </a:xfrm>
            <a:custGeom>
              <a:avLst/>
              <a:gdLst/>
              <a:ahLst/>
              <a:cxnLst/>
              <a:rect l="l" t="t" r="r" b="b"/>
              <a:pathLst>
                <a:path w="549275">
                  <a:moveTo>
                    <a:pt x="0" y="0"/>
                  </a:moveTo>
                  <a:lnTo>
                    <a:pt x="5492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3" name="object 1873"/>
            <p:cNvSpPr/>
            <p:nvPr/>
          </p:nvSpPr>
          <p:spPr>
            <a:xfrm>
              <a:off x="6454856" y="562610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4" name="object 1874"/>
            <p:cNvSpPr/>
            <p:nvPr/>
          </p:nvSpPr>
          <p:spPr>
            <a:xfrm>
              <a:off x="6454856" y="562610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4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5" name="object 1875"/>
            <p:cNvSpPr/>
            <p:nvPr/>
          </p:nvSpPr>
          <p:spPr>
            <a:xfrm>
              <a:off x="6454856" y="562610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6" name="object 1876"/>
            <p:cNvSpPr/>
            <p:nvPr/>
          </p:nvSpPr>
          <p:spPr>
            <a:xfrm>
              <a:off x="6460235" y="5626107"/>
              <a:ext cx="600710" cy="5715"/>
            </a:xfrm>
            <a:custGeom>
              <a:avLst/>
              <a:gdLst/>
              <a:ahLst/>
              <a:cxnLst/>
              <a:rect l="l" t="t" r="r" b="b"/>
              <a:pathLst>
                <a:path w="600709" h="5714">
                  <a:moveTo>
                    <a:pt x="600094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600094" y="5179"/>
                  </a:lnTo>
                  <a:lnTo>
                    <a:pt x="6000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7" name="object 1877"/>
            <p:cNvSpPr/>
            <p:nvPr/>
          </p:nvSpPr>
          <p:spPr>
            <a:xfrm>
              <a:off x="6460236" y="5626107"/>
              <a:ext cx="600075" cy="0"/>
            </a:xfrm>
            <a:custGeom>
              <a:avLst/>
              <a:gdLst/>
              <a:ahLst/>
              <a:cxnLst/>
              <a:rect l="l" t="t" r="r" b="b"/>
              <a:pathLst>
                <a:path w="600075">
                  <a:moveTo>
                    <a:pt x="0" y="0"/>
                  </a:moveTo>
                  <a:lnTo>
                    <a:pt x="60004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8" name="object 1878"/>
            <p:cNvSpPr/>
            <p:nvPr/>
          </p:nvSpPr>
          <p:spPr>
            <a:xfrm>
              <a:off x="7060285" y="562610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537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5379" y="5179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9" name="object 1879"/>
            <p:cNvSpPr/>
            <p:nvPr/>
          </p:nvSpPr>
          <p:spPr>
            <a:xfrm>
              <a:off x="7060285" y="5626107"/>
              <a:ext cx="5715" cy="0"/>
            </a:xfrm>
            <a:custGeom>
              <a:avLst/>
              <a:gdLst/>
              <a:ahLst/>
              <a:cxnLst/>
              <a:rect l="l" t="t" r="r" b="b"/>
              <a:pathLst>
                <a:path w="5715">
                  <a:moveTo>
                    <a:pt x="0" y="0"/>
                  </a:moveTo>
                  <a:lnTo>
                    <a:pt x="53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0" name="object 1880"/>
            <p:cNvSpPr/>
            <p:nvPr/>
          </p:nvSpPr>
          <p:spPr>
            <a:xfrm>
              <a:off x="7060285" y="562610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-1344" y="2589"/>
                  </a:moveTo>
                  <a:lnTo>
                    <a:pt x="1344" y="2589"/>
                  </a:lnTo>
                </a:path>
              </a:pathLst>
            </a:custGeom>
            <a:ln w="51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1" name="object 1881"/>
            <p:cNvSpPr/>
            <p:nvPr/>
          </p:nvSpPr>
          <p:spPr>
            <a:xfrm>
              <a:off x="7065665" y="5626107"/>
              <a:ext cx="1085215" cy="5715"/>
            </a:xfrm>
            <a:custGeom>
              <a:avLst/>
              <a:gdLst/>
              <a:ahLst/>
              <a:cxnLst/>
              <a:rect l="l" t="t" r="r" b="b"/>
              <a:pathLst>
                <a:path w="1085215" h="5714">
                  <a:moveTo>
                    <a:pt x="1084796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1084796" y="5179"/>
                  </a:lnTo>
                  <a:lnTo>
                    <a:pt x="10847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2" name="object 1882"/>
            <p:cNvSpPr/>
            <p:nvPr/>
          </p:nvSpPr>
          <p:spPr>
            <a:xfrm>
              <a:off x="7065665" y="5626107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5">
                  <a:moveTo>
                    <a:pt x="0" y="0"/>
                  </a:moveTo>
                  <a:lnTo>
                    <a:pt x="108477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3" name="object 1883"/>
            <p:cNvSpPr/>
            <p:nvPr/>
          </p:nvSpPr>
          <p:spPr>
            <a:xfrm>
              <a:off x="8206925" y="562610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4" name="object 1884"/>
            <p:cNvSpPr/>
            <p:nvPr/>
          </p:nvSpPr>
          <p:spPr>
            <a:xfrm>
              <a:off x="8206925" y="562610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5" name="object 1885"/>
            <p:cNvSpPr/>
            <p:nvPr/>
          </p:nvSpPr>
          <p:spPr>
            <a:xfrm>
              <a:off x="8166578" y="5626107"/>
              <a:ext cx="32384" cy="5715"/>
            </a:xfrm>
            <a:custGeom>
              <a:avLst/>
              <a:gdLst/>
              <a:ahLst/>
              <a:cxnLst/>
              <a:rect l="l" t="t" r="r" b="b"/>
              <a:pathLst>
                <a:path w="32384" h="5714">
                  <a:moveTo>
                    <a:pt x="32277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32277" y="5179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6" name="object 1886"/>
            <p:cNvSpPr/>
            <p:nvPr/>
          </p:nvSpPr>
          <p:spPr>
            <a:xfrm>
              <a:off x="8166577" y="5626107"/>
              <a:ext cx="32384" cy="0"/>
            </a:xfrm>
            <a:custGeom>
              <a:avLst/>
              <a:gdLst/>
              <a:ahLst/>
              <a:cxnLst/>
              <a:rect l="l" t="t" r="r" b="b"/>
              <a:pathLst>
                <a:path w="32384">
                  <a:moveTo>
                    <a:pt x="0" y="0"/>
                  </a:moveTo>
                  <a:lnTo>
                    <a:pt x="3227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7" name="object 1887"/>
            <p:cNvSpPr/>
            <p:nvPr/>
          </p:nvSpPr>
          <p:spPr>
            <a:xfrm>
              <a:off x="8150438" y="5626107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4">
                  <a:moveTo>
                    <a:pt x="8069" y="0"/>
                  </a:moveTo>
                  <a:lnTo>
                    <a:pt x="0" y="0"/>
                  </a:lnTo>
                  <a:lnTo>
                    <a:pt x="0" y="5179"/>
                  </a:lnTo>
                  <a:lnTo>
                    <a:pt x="8069" y="517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8" name="object 1888"/>
            <p:cNvSpPr/>
            <p:nvPr/>
          </p:nvSpPr>
          <p:spPr>
            <a:xfrm>
              <a:off x="8150439" y="5626107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>
                  <a:moveTo>
                    <a:pt x="0" y="0"/>
                  </a:moveTo>
                  <a:lnTo>
                    <a:pt x="806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9" name="object 1889"/>
            <p:cNvSpPr/>
            <p:nvPr/>
          </p:nvSpPr>
          <p:spPr>
            <a:xfrm>
              <a:off x="4767007" y="5631287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0" name="object 1890"/>
            <p:cNvSpPr/>
            <p:nvPr/>
          </p:nvSpPr>
          <p:spPr>
            <a:xfrm>
              <a:off x="4767006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1" name="object 1891"/>
            <p:cNvSpPr/>
            <p:nvPr/>
          </p:nvSpPr>
          <p:spPr>
            <a:xfrm>
              <a:off x="4726659" y="5631287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5" h="173989">
                  <a:moveTo>
                    <a:pt x="32277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32277" y="17351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2" name="object 1892"/>
            <p:cNvSpPr/>
            <p:nvPr/>
          </p:nvSpPr>
          <p:spPr>
            <a:xfrm>
              <a:off x="4726659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3" name="object 1893"/>
            <p:cNvSpPr/>
            <p:nvPr/>
          </p:nvSpPr>
          <p:spPr>
            <a:xfrm>
              <a:off x="4710521" y="5631287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4" name="object 1894"/>
            <p:cNvSpPr/>
            <p:nvPr/>
          </p:nvSpPr>
          <p:spPr>
            <a:xfrm>
              <a:off x="4710521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5" name="object 1895"/>
            <p:cNvSpPr/>
            <p:nvPr/>
          </p:nvSpPr>
          <p:spPr>
            <a:xfrm>
              <a:off x="4710521" y="5804802"/>
              <a:ext cx="8255" cy="62230"/>
            </a:xfrm>
            <a:custGeom>
              <a:avLst/>
              <a:gdLst/>
              <a:ahLst/>
              <a:cxnLst/>
              <a:rect l="l" t="t" r="r" b="b"/>
              <a:pathLst>
                <a:path w="8254" h="62229">
                  <a:moveTo>
                    <a:pt x="8069" y="0"/>
                  </a:moveTo>
                  <a:lnTo>
                    <a:pt x="0" y="0"/>
                  </a:lnTo>
                  <a:lnTo>
                    <a:pt x="0" y="62154"/>
                  </a:lnTo>
                  <a:lnTo>
                    <a:pt x="8069" y="6215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6" name="object 1896"/>
            <p:cNvSpPr/>
            <p:nvPr/>
          </p:nvSpPr>
          <p:spPr>
            <a:xfrm>
              <a:off x="4710521" y="5804802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29">
                  <a:moveTo>
                    <a:pt x="0" y="0"/>
                  </a:moveTo>
                  <a:lnTo>
                    <a:pt x="0" y="621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7" name="object 1897"/>
            <p:cNvSpPr/>
            <p:nvPr/>
          </p:nvSpPr>
          <p:spPr>
            <a:xfrm>
              <a:off x="4710521" y="5859187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8" name="object 1898"/>
            <p:cNvSpPr/>
            <p:nvPr/>
          </p:nvSpPr>
          <p:spPr>
            <a:xfrm>
              <a:off x="4710521" y="5859187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9" name="object 1899"/>
            <p:cNvSpPr/>
            <p:nvPr/>
          </p:nvSpPr>
          <p:spPr>
            <a:xfrm>
              <a:off x="4726659" y="5804802"/>
              <a:ext cx="32384" cy="46990"/>
            </a:xfrm>
            <a:custGeom>
              <a:avLst/>
              <a:gdLst/>
              <a:ahLst/>
              <a:cxnLst/>
              <a:rect l="l" t="t" r="r" b="b"/>
              <a:pathLst>
                <a:path w="32385" h="46989">
                  <a:moveTo>
                    <a:pt x="32277" y="0"/>
                  </a:moveTo>
                  <a:lnTo>
                    <a:pt x="0" y="0"/>
                  </a:lnTo>
                  <a:lnTo>
                    <a:pt x="0" y="46615"/>
                  </a:lnTo>
                  <a:lnTo>
                    <a:pt x="32277" y="46615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0" name="object 1900"/>
            <p:cNvSpPr/>
            <p:nvPr/>
          </p:nvSpPr>
          <p:spPr>
            <a:xfrm>
              <a:off x="4726659" y="5804802"/>
              <a:ext cx="0" cy="46990"/>
            </a:xfrm>
            <a:custGeom>
              <a:avLst/>
              <a:gdLst/>
              <a:ahLst/>
              <a:cxnLst/>
              <a:rect l="l" t="t" r="r" b="b"/>
              <a:pathLst>
                <a:path h="46989">
                  <a:moveTo>
                    <a:pt x="0" y="0"/>
                  </a:moveTo>
                  <a:lnTo>
                    <a:pt x="0" y="46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1" name="object 1901"/>
            <p:cNvSpPr/>
            <p:nvPr/>
          </p:nvSpPr>
          <p:spPr>
            <a:xfrm>
              <a:off x="4726659" y="5820341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5" h="31114">
                  <a:moveTo>
                    <a:pt x="48416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48416" y="31077"/>
                  </a:lnTo>
                  <a:lnTo>
                    <a:pt x="48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2" name="object 1902"/>
            <p:cNvSpPr/>
            <p:nvPr/>
          </p:nvSpPr>
          <p:spPr>
            <a:xfrm>
              <a:off x="4726659" y="582034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4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3" name="object 1903"/>
            <p:cNvSpPr/>
            <p:nvPr/>
          </p:nvSpPr>
          <p:spPr>
            <a:xfrm>
              <a:off x="4767007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0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8069" y="776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4" name="object 1904"/>
            <p:cNvSpPr/>
            <p:nvPr/>
          </p:nvSpPr>
          <p:spPr>
            <a:xfrm>
              <a:off x="4767006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0" y="0"/>
                  </a:moveTo>
                  <a:lnTo>
                    <a:pt x="8069" y="0"/>
                  </a:lnTo>
                </a:path>
                <a:path w="8254" h="8254">
                  <a:moveTo>
                    <a:pt x="0" y="0"/>
                  </a:moveTo>
                  <a:lnTo>
                    <a:pt x="0" y="77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5" name="object 1905"/>
            <p:cNvSpPr/>
            <p:nvPr/>
          </p:nvSpPr>
          <p:spPr>
            <a:xfrm>
              <a:off x="4767007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0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8069" y="776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6" name="object 1906"/>
            <p:cNvSpPr/>
            <p:nvPr/>
          </p:nvSpPr>
          <p:spPr>
            <a:xfrm>
              <a:off x="4767006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0" y="0"/>
                  </a:moveTo>
                  <a:lnTo>
                    <a:pt x="8069" y="0"/>
                  </a:lnTo>
                </a:path>
                <a:path w="8254" h="8254">
                  <a:moveTo>
                    <a:pt x="0" y="0"/>
                  </a:moveTo>
                  <a:lnTo>
                    <a:pt x="0" y="77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7" name="object 1907"/>
            <p:cNvSpPr/>
            <p:nvPr/>
          </p:nvSpPr>
          <p:spPr>
            <a:xfrm>
              <a:off x="4775076" y="5859187"/>
              <a:ext cx="520065" cy="8255"/>
            </a:xfrm>
            <a:custGeom>
              <a:avLst/>
              <a:gdLst/>
              <a:ahLst/>
              <a:cxnLst/>
              <a:rect l="l" t="t" r="r" b="b"/>
              <a:pathLst>
                <a:path w="520064" h="8254">
                  <a:moveTo>
                    <a:pt x="5196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519669" y="776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8" name="object 1908"/>
            <p:cNvSpPr/>
            <p:nvPr/>
          </p:nvSpPr>
          <p:spPr>
            <a:xfrm>
              <a:off x="4775076" y="5859187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9" name="object 1909"/>
            <p:cNvSpPr/>
            <p:nvPr/>
          </p:nvSpPr>
          <p:spPr>
            <a:xfrm>
              <a:off x="4775076" y="5820341"/>
              <a:ext cx="520065" cy="31115"/>
            </a:xfrm>
            <a:custGeom>
              <a:avLst/>
              <a:gdLst/>
              <a:ahLst/>
              <a:cxnLst/>
              <a:rect l="l" t="t" r="r" b="b"/>
              <a:pathLst>
                <a:path w="520064" h="31114">
                  <a:moveTo>
                    <a:pt x="519669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519669" y="31077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0" name="object 1910"/>
            <p:cNvSpPr/>
            <p:nvPr/>
          </p:nvSpPr>
          <p:spPr>
            <a:xfrm>
              <a:off x="4775076" y="5820340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1" name="object 1911"/>
            <p:cNvSpPr/>
            <p:nvPr/>
          </p:nvSpPr>
          <p:spPr>
            <a:xfrm>
              <a:off x="4775076" y="5804802"/>
              <a:ext cx="520065" cy="8255"/>
            </a:xfrm>
            <a:custGeom>
              <a:avLst/>
              <a:gdLst/>
              <a:ahLst/>
              <a:cxnLst/>
              <a:rect l="l" t="t" r="r" b="b"/>
              <a:pathLst>
                <a:path w="520064" h="8254">
                  <a:moveTo>
                    <a:pt x="5196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519669" y="7769"/>
                  </a:lnTo>
                  <a:lnTo>
                    <a:pt x="5196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2" name="object 1912"/>
            <p:cNvSpPr/>
            <p:nvPr/>
          </p:nvSpPr>
          <p:spPr>
            <a:xfrm>
              <a:off x="4775076" y="5804802"/>
              <a:ext cx="520065" cy="0"/>
            </a:xfrm>
            <a:custGeom>
              <a:avLst/>
              <a:gdLst/>
              <a:ahLst/>
              <a:cxnLst/>
              <a:rect l="l" t="t" r="r" b="b"/>
              <a:pathLst>
                <a:path w="520064">
                  <a:moveTo>
                    <a:pt x="0" y="0"/>
                  </a:moveTo>
                  <a:lnTo>
                    <a:pt x="5195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3" name="object 1913"/>
            <p:cNvSpPr/>
            <p:nvPr/>
          </p:nvSpPr>
          <p:spPr>
            <a:xfrm>
              <a:off x="5294656" y="5631287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4" name="object 1914"/>
            <p:cNvSpPr/>
            <p:nvPr/>
          </p:nvSpPr>
          <p:spPr>
            <a:xfrm>
              <a:off x="5294655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5" name="object 1915"/>
            <p:cNvSpPr/>
            <p:nvPr/>
          </p:nvSpPr>
          <p:spPr>
            <a:xfrm>
              <a:off x="5294656" y="5804802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6" name="object 1916"/>
            <p:cNvSpPr/>
            <p:nvPr/>
          </p:nvSpPr>
          <p:spPr>
            <a:xfrm>
              <a:off x="5294655" y="5804802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7" name="object 1917"/>
            <p:cNvSpPr/>
            <p:nvPr/>
          </p:nvSpPr>
          <p:spPr>
            <a:xfrm>
              <a:off x="5294656" y="5820341"/>
              <a:ext cx="64769" cy="31115"/>
            </a:xfrm>
            <a:custGeom>
              <a:avLst/>
              <a:gdLst/>
              <a:ahLst/>
              <a:cxnLst/>
              <a:rect l="l" t="t" r="r" b="b"/>
              <a:pathLst>
                <a:path w="64770" h="31114">
                  <a:moveTo>
                    <a:pt x="64555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64555" y="31077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8" name="object 1918"/>
            <p:cNvSpPr/>
            <p:nvPr/>
          </p:nvSpPr>
          <p:spPr>
            <a:xfrm>
              <a:off x="5294655" y="5820340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9" name="object 1919"/>
            <p:cNvSpPr/>
            <p:nvPr/>
          </p:nvSpPr>
          <p:spPr>
            <a:xfrm>
              <a:off x="5294656" y="5859187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0" name="object 1920"/>
            <p:cNvSpPr/>
            <p:nvPr/>
          </p:nvSpPr>
          <p:spPr>
            <a:xfrm>
              <a:off x="5294655" y="5859187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1" name="object 1921"/>
            <p:cNvSpPr/>
            <p:nvPr/>
          </p:nvSpPr>
          <p:spPr>
            <a:xfrm>
              <a:off x="5359210" y="5859187"/>
              <a:ext cx="541020" cy="8255"/>
            </a:xfrm>
            <a:custGeom>
              <a:avLst/>
              <a:gdLst/>
              <a:ahLst/>
              <a:cxnLst/>
              <a:rect l="l" t="t" r="r" b="b"/>
              <a:pathLst>
                <a:path w="541020" h="8254">
                  <a:moveTo>
                    <a:pt x="540918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540918" y="7769"/>
                  </a:lnTo>
                  <a:lnTo>
                    <a:pt x="540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2" name="object 1922"/>
            <p:cNvSpPr/>
            <p:nvPr/>
          </p:nvSpPr>
          <p:spPr>
            <a:xfrm>
              <a:off x="5359211" y="5859187"/>
              <a:ext cx="541020" cy="0"/>
            </a:xfrm>
            <a:custGeom>
              <a:avLst/>
              <a:gdLst/>
              <a:ahLst/>
              <a:cxnLst/>
              <a:rect l="l" t="t" r="r" b="b"/>
              <a:pathLst>
                <a:path w="541020">
                  <a:moveTo>
                    <a:pt x="0" y="0"/>
                  </a:moveTo>
                  <a:lnTo>
                    <a:pt x="5409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3" name="object 1923"/>
            <p:cNvSpPr/>
            <p:nvPr/>
          </p:nvSpPr>
          <p:spPr>
            <a:xfrm>
              <a:off x="5359210" y="5820341"/>
              <a:ext cx="541020" cy="31115"/>
            </a:xfrm>
            <a:custGeom>
              <a:avLst/>
              <a:gdLst/>
              <a:ahLst/>
              <a:cxnLst/>
              <a:rect l="l" t="t" r="r" b="b"/>
              <a:pathLst>
                <a:path w="541020" h="31114">
                  <a:moveTo>
                    <a:pt x="540918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540918" y="31077"/>
                  </a:lnTo>
                  <a:lnTo>
                    <a:pt x="540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4" name="object 1924"/>
            <p:cNvSpPr/>
            <p:nvPr/>
          </p:nvSpPr>
          <p:spPr>
            <a:xfrm>
              <a:off x="5359211" y="5820340"/>
              <a:ext cx="541020" cy="0"/>
            </a:xfrm>
            <a:custGeom>
              <a:avLst/>
              <a:gdLst/>
              <a:ahLst/>
              <a:cxnLst/>
              <a:rect l="l" t="t" r="r" b="b"/>
              <a:pathLst>
                <a:path w="541020">
                  <a:moveTo>
                    <a:pt x="0" y="0"/>
                  </a:moveTo>
                  <a:lnTo>
                    <a:pt x="5409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5" name="object 1925"/>
            <p:cNvSpPr/>
            <p:nvPr/>
          </p:nvSpPr>
          <p:spPr>
            <a:xfrm>
              <a:off x="5359210" y="5804802"/>
              <a:ext cx="541020" cy="8255"/>
            </a:xfrm>
            <a:custGeom>
              <a:avLst/>
              <a:gdLst/>
              <a:ahLst/>
              <a:cxnLst/>
              <a:rect l="l" t="t" r="r" b="b"/>
              <a:pathLst>
                <a:path w="541020" h="8254">
                  <a:moveTo>
                    <a:pt x="540918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540918" y="7769"/>
                  </a:lnTo>
                  <a:lnTo>
                    <a:pt x="540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6" name="object 1926"/>
            <p:cNvSpPr/>
            <p:nvPr/>
          </p:nvSpPr>
          <p:spPr>
            <a:xfrm>
              <a:off x="5359211" y="5804802"/>
              <a:ext cx="541020" cy="0"/>
            </a:xfrm>
            <a:custGeom>
              <a:avLst/>
              <a:gdLst/>
              <a:ahLst/>
              <a:cxnLst/>
              <a:rect l="l" t="t" r="r" b="b"/>
              <a:pathLst>
                <a:path w="541020">
                  <a:moveTo>
                    <a:pt x="0" y="0"/>
                  </a:moveTo>
                  <a:lnTo>
                    <a:pt x="5409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7" name="object 1927"/>
            <p:cNvSpPr/>
            <p:nvPr/>
          </p:nvSpPr>
          <p:spPr>
            <a:xfrm>
              <a:off x="5900197" y="5631287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8" name="object 1928"/>
            <p:cNvSpPr/>
            <p:nvPr/>
          </p:nvSpPr>
          <p:spPr>
            <a:xfrm>
              <a:off x="5900197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9" name="object 1929"/>
            <p:cNvSpPr/>
            <p:nvPr/>
          </p:nvSpPr>
          <p:spPr>
            <a:xfrm>
              <a:off x="5900197" y="5804802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0" name="object 1930"/>
            <p:cNvSpPr/>
            <p:nvPr/>
          </p:nvSpPr>
          <p:spPr>
            <a:xfrm>
              <a:off x="5900197" y="5804802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1" name="object 1931"/>
            <p:cNvSpPr/>
            <p:nvPr/>
          </p:nvSpPr>
          <p:spPr>
            <a:xfrm>
              <a:off x="5900197" y="5820341"/>
              <a:ext cx="64769" cy="31115"/>
            </a:xfrm>
            <a:custGeom>
              <a:avLst/>
              <a:gdLst/>
              <a:ahLst/>
              <a:cxnLst/>
              <a:rect l="l" t="t" r="r" b="b"/>
              <a:pathLst>
                <a:path w="64770" h="31114">
                  <a:moveTo>
                    <a:pt x="64555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64555" y="31077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2" name="object 1932"/>
            <p:cNvSpPr/>
            <p:nvPr/>
          </p:nvSpPr>
          <p:spPr>
            <a:xfrm>
              <a:off x="5900197" y="5820340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3" name="object 1933"/>
            <p:cNvSpPr/>
            <p:nvPr/>
          </p:nvSpPr>
          <p:spPr>
            <a:xfrm>
              <a:off x="5900197" y="5859187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4" name="object 1934"/>
            <p:cNvSpPr/>
            <p:nvPr/>
          </p:nvSpPr>
          <p:spPr>
            <a:xfrm>
              <a:off x="5900197" y="5859187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5" name="object 1935"/>
            <p:cNvSpPr/>
            <p:nvPr/>
          </p:nvSpPr>
          <p:spPr>
            <a:xfrm>
              <a:off x="5964752" y="5859187"/>
              <a:ext cx="490220" cy="8255"/>
            </a:xfrm>
            <a:custGeom>
              <a:avLst/>
              <a:gdLst/>
              <a:ahLst/>
              <a:cxnLst/>
              <a:rect l="l" t="t" r="r" b="b"/>
              <a:pathLst>
                <a:path w="490220" h="8254">
                  <a:moveTo>
                    <a:pt x="490081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490081" y="7769"/>
                  </a:lnTo>
                  <a:lnTo>
                    <a:pt x="490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6" name="object 1936"/>
            <p:cNvSpPr/>
            <p:nvPr/>
          </p:nvSpPr>
          <p:spPr>
            <a:xfrm>
              <a:off x="5964752" y="5859187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9010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7" name="object 1937"/>
            <p:cNvSpPr/>
            <p:nvPr/>
          </p:nvSpPr>
          <p:spPr>
            <a:xfrm>
              <a:off x="5964752" y="5820341"/>
              <a:ext cx="490220" cy="31115"/>
            </a:xfrm>
            <a:custGeom>
              <a:avLst/>
              <a:gdLst/>
              <a:ahLst/>
              <a:cxnLst/>
              <a:rect l="l" t="t" r="r" b="b"/>
              <a:pathLst>
                <a:path w="490220" h="31114">
                  <a:moveTo>
                    <a:pt x="490081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490081" y="31077"/>
                  </a:lnTo>
                  <a:lnTo>
                    <a:pt x="490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8" name="object 1938"/>
            <p:cNvSpPr/>
            <p:nvPr/>
          </p:nvSpPr>
          <p:spPr>
            <a:xfrm>
              <a:off x="5964752" y="5820340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9010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9" name="object 1939"/>
            <p:cNvSpPr/>
            <p:nvPr/>
          </p:nvSpPr>
          <p:spPr>
            <a:xfrm>
              <a:off x="5964752" y="5804802"/>
              <a:ext cx="490220" cy="8255"/>
            </a:xfrm>
            <a:custGeom>
              <a:avLst/>
              <a:gdLst/>
              <a:ahLst/>
              <a:cxnLst/>
              <a:rect l="l" t="t" r="r" b="b"/>
              <a:pathLst>
                <a:path w="490220" h="8254">
                  <a:moveTo>
                    <a:pt x="490081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490081" y="7769"/>
                  </a:lnTo>
                  <a:lnTo>
                    <a:pt x="4900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0" name="object 1940"/>
            <p:cNvSpPr/>
            <p:nvPr/>
          </p:nvSpPr>
          <p:spPr>
            <a:xfrm>
              <a:off x="5964752" y="5804802"/>
              <a:ext cx="490220" cy="0"/>
            </a:xfrm>
            <a:custGeom>
              <a:avLst/>
              <a:gdLst/>
              <a:ahLst/>
              <a:cxnLst/>
              <a:rect l="l" t="t" r="r" b="b"/>
              <a:pathLst>
                <a:path w="490220">
                  <a:moveTo>
                    <a:pt x="0" y="0"/>
                  </a:moveTo>
                  <a:lnTo>
                    <a:pt x="490104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1" name="object 1941"/>
            <p:cNvSpPr/>
            <p:nvPr/>
          </p:nvSpPr>
          <p:spPr>
            <a:xfrm>
              <a:off x="6454856" y="5631287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4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2" name="object 1942"/>
            <p:cNvSpPr/>
            <p:nvPr/>
          </p:nvSpPr>
          <p:spPr>
            <a:xfrm>
              <a:off x="6454856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3" name="object 1943"/>
            <p:cNvSpPr/>
            <p:nvPr/>
          </p:nvSpPr>
          <p:spPr>
            <a:xfrm>
              <a:off x="6454856" y="5804802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4" name="object 1944"/>
            <p:cNvSpPr/>
            <p:nvPr/>
          </p:nvSpPr>
          <p:spPr>
            <a:xfrm>
              <a:off x="6454856" y="5804802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5" name="object 1945"/>
            <p:cNvSpPr/>
            <p:nvPr/>
          </p:nvSpPr>
          <p:spPr>
            <a:xfrm>
              <a:off x="6454856" y="5820341"/>
              <a:ext cx="64769" cy="31115"/>
            </a:xfrm>
            <a:custGeom>
              <a:avLst/>
              <a:gdLst/>
              <a:ahLst/>
              <a:cxnLst/>
              <a:rect l="l" t="t" r="r" b="b"/>
              <a:pathLst>
                <a:path w="64770" h="31114">
                  <a:moveTo>
                    <a:pt x="64555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64555" y="31077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6" name="object 1946"/>
            <p:cNvSpPr/>
            <p:nvPr/>
          </p:nvSpPr>
          <p:spPr>
            <a:xfrm>
              <a:off x="6454856" y="5820340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7" name="object 1947"/>
            <p:cNvSpPr/>
            <p:nvPr/>
          </p:nvSpPr>
          <p:spPr>
            <a:xfrm>
              <a:off x="6454856" y="5859187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8" name="object 1948"/>
            <p:cNvSpPr/>
            <p:nvPr/>
          </p:nvSpPr>
          <p:spPr>
            <a:xfrm>
              <a:off x="6454856" y="5859187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9" name="object 1949"/>
            <p:cNvSpPr/>
            <p:nvPr/>
          </p:nvSpPr>
          <p:spPr>
            <a:xfrm>
              <a:off x="6519411" y="5859187"/>
              <a:ext cx="541020" cy="8255"/>
            </a:xfrm>
            <a:custGeom>
              <a:avLst/>
              <a:gdLst/>
              <a:ahLst/>
              <a:cxnLst/>
              <a:rect l="l" t="t" r="r" b="b"/>
              <a:pathLst>
                <a:path w="541020" h="8254">
                  <a:moveTo>
                    <a:pt x="540918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540918" y="7769"/>
                  </a:lnTo>
                  <a:lnTo>
                    <a:pt x="540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0" name="object 1950"/>
            <p:cNvSpPr/>
            <p:nvPr/>
          </p:nvSpPr>
          <p:spPr>
            <a:xfrm>
              <a:off x="6519411" y="5859187"/>
              <a:ext cx="541020" cy="0"/>
            </a:xfrm>
            <a:custGeom>
              <a:avLst/>
              <a:gdLst/>
              <a:ahLst/>
              <a:cxnLst/>
              <a:rect l="l" t="t" r="r" b="b"/>
              <a:pathLst>
                <a:path w="541020">
                  <a:moveTo>
                    <a:pt x="0" y="0"/>
                  </a:moveTo>
                  <a:lnTo>
                    <a:pt x="5408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1" name="object 1951"/>
            <p:cNvSpPr/>
            <p:nvPr/>
          </p:nvSpPr>
          <p:spPr>
            <a:xfrm>
              <a:off x="6519411" y="5820341"/>
              <a:ext cx="541020" cy="31115"/>
            </a:xfrm>
            <a:custGeom>
              <a:avLst/>
              <a:gdLst/>
              <a:ahLst/>
              <a:cxnLst/>
              <a:rect l="l" t="t" r="r" b="b"/>
              <a:pathLst>
                <a:path w="541020" h="31114">
                  <a:moveTo>
                    <a:pt x="540918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540918" y="31077"/>
                  </a:lnTo>
                  <a:lnTo>
                    <a:pt x="540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2" name="object 1952"/>
            <p:cNvSpPr/>
            <p:nvPr/>
          </p:nvSpPr>
          <p:spPr>
            <a:xfrm>
              <a:off x="6519411" y="5820340"/>
              <a:ext cx="541020" cy="0"/>
            </a:xfrm>
            <a:custGeom>
              <a:avLst/>
              <a:gdLst/>
              <a:ahLst/>
              <a:cxnLst/>
              <a:rect l="l" t="t" r="r" b="b"/>
              <a:pathLst>
                <a:path w="541020">
                  <a:moveTo>
                    <a:pt x="0" y="0"/>
                  </a:moveTo>
                  <a:lnTo>
                    <a:pt x="5408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3" name="object 1953"/>
            <p:cNvSpPr/>
            <p:nvPr/>
          </p:nvSpPr>
          <p:spPr>
            <a:xfrm>
              <a:off x="6519411" y="5804802"/>
              <a:ext cx="541020" cy="8255"/>
            </a:xfrm>
            <a:custGeom>
              <a:avLst/>
              <a:gdLst/>
              <a:ahLst/>
              <a:cxnLst/>
              <a:rect l="l" t="t" r="r" b="b"/>
              <a:pathLst>
                <a:path w="541020" h="8254">
                  <a:moveTo>
                    <a:pt x="540918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540918" y="7769"/>
                  </a:lnTo>
                  <a:lnTo>
                    <a:pt x="540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4" name="object 1954"/>
            <p:cNvSpPr/>
            <p:nvPr/>
          </p:nvSpPr>
          <p:spPr>
            <a:xfrm>
              <a:off x="6519411" y="5804802"/>
              <a:ext cx="541020" cy="0"/>
            </a:xfrm>
            <a:custGeom>
              <a:avLst/>
              <a:gdLst/>
              <a:ahLst/>
              <a:cxnLst/>
              <a:rect l="l" t="t" r="r" b="b"/>
              <a:pathLst>
                <a:path w="541020">
                  <a:moveTo>
                    <a:pt x="0" y="0"/>
                  </a:moveTo>
                  <a:lnTo>
                    <a:pt x="540873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5" name="object 1955"/>
            <p:cNvSpPr/>
            <p:nvPr/>
          </p:nvSpPr>
          <p:spPr>
            <a:xfrm>
              <a:off x="7060285" y="5631287"/>
              <a:ext cx="5715" cy="173990"/>
            </a:xfrm>
            <a:custGeom>
              <a:avLst/>
              <a:gdLst/>
              <a:ahLst/>
              <a:cxnLst/>
              <a:rect l="l" t="t" r="r" b="b"/>
              <a:pathLst>
                <a:path w="5715" h="173989">
                  <a:moveTo>
                    <a:pt x="537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5379" y="173514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6" name="object 1956"/>
            <p:cNvSpPr/>
            <p:nvPr/>
          </p:nvSpPr>
          <p:spPr>
            <a:xfrm>
              <a:off x="7060285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7" name="object 1957"/>
            <p:cNvSpPr/>
            <p:nvPr/>
          </p:nvSpPr>
          <p:spPr>
            <a:xfrm>
              <a:off x="7060285" y="5804802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8" name="object 1958"/>
            <p:cNvSpPr/>
            <p:nvPr/>
          </p:nvSpPr>
          <p:spPr>
            <a:xfrm>
              <a:off x="7060285" y="5804802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9" name="object 1959"/>
            <p:cNvSpPr/>
            <p:nvPr/>
          </p:nvSpPr>
          <p:spPr>
            <a:xfrm>
              <a:off x="7060285" y="5820341"/>
              <a:ext cx="64769" cy="31115"/>
            </a:xfrm>
            <a:custGeom>
              <a:avLst/>
              <a:gdLst/>
              <a:ahLst/>
              <a:cxnLst/>
              <a:rect l="l" t="t" r="r" b="b"/>
              <a:pathLst>
                <a:path w="64770" h="31114">
                  <a:moveTo>
                    <a:pt x="64555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64555" y="31077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0" name="object 1960"/>
            <p:cNvSpPr/>
            <p:nvPr/>
          </p:nvSpPr>
          <p:spPr>
            <a:xfrm>
              <a:off x="7060285" y="5820340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1" name="object 1961"/>
            <p:cNvSpPr/>
            <p:nvPr/>
          </p:nvSpPr>
          <p:spPr>
            <a:xfrm>
              <a:off x="7060285" y="5859187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2" name="object 1962"/>
            <p:cNvSpPr/>
            <p:nvPr/>
          </p:nvSpPr>
          <p:spPr>
            <a:xfrm>
              <a:off x="7060285" y="5859187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3" name="object 1963"/>
            <p:cNvSpPr/>
            <p:nvPr/>
          </p:nvSpPr>
          <p:spPr>
            <a:xfrm>
              <a:off x="7124840" y="5859187"/>
              <a:ext cx="1026160" cy="8255"/>
            </a:xfrm>
            <a:custGeom>
              <a:avLst/>
              <a:gdLst/>
              <a:ahLst/>
              <a:cxnLst/>
              <a:rect l="l" t="t" r="r" b="b"/>
              <a:pathLst>
                <a:path w="1026159" h="8254">
                  <a:moveTo>
                    <a:pt x="1025620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1025620" y="7769"/>
                  </a:lnTo>
                  <a:lnTo>
                    <a:pt x="102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4" name="object 1964"/>
            <p:cNvSpPr/>
            <p:nvPr/>
          </p:nvSpPr>
          <p:spPr>
            <a:xfrm>
              <a:off x="7124840" y="5859187"/>
              <a:ext cx="1026160" cy="0"/>
            </a:xfrm>
            <a:custGeom>
              <a:avLst/>
              <a:gdLst/>
              <a:ahLst/>
              <a:cxnLst/>
              <a:rect l="l" t="t" r="r" b="b"/>
              <a:pathLst>
                <a:path w="1026159">
                  <a:moveTo>
                    <a:pt x="0" y="0"/>
                  </a:moveTo>
                  <a:lnTo>
                    <a:pt x="10255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5" name="object 1965"/>
            <p:cNvSpPr/>
            <p:nvPr/>
          </p:nvSpPr>
          <p:spPr>
            <a:xfrm>
              <a:off x="7124840" y="5820341"/>
              <a:ext cx="1026160" cy="31115"/>
            </a:xfrm>
            <a:custGeom>
              <a:avLst/>
              <a:gdLst/>
              <a:ahLst/>
              <a:cxnLst/>
              <a:rect l="l" t="t" r="r" b="b"/>
              <a:pathLst>
                <a:path w="1026159" h="31114">
                  <a:moveTo>
                    <a:pt x="1025620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1025620" y="31077"/>
                  </a:lnTo>
                  <a:lnTo>
                    <a:pt x="102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6" name="object 1966"/>
            <p:cNvSpPr/>
            <p:nvPr/>
          </p:nvSpPr>
          <p:spPr>
            <a:xfrm>
              <a:off x="7124840" y="5820340"/>
              <a:ext cx="1026160" cy="0"/>
            </a:xfrm>
            <a:custGeom>
              <a:avLst/>
              <a:gdLst/>
              <a:ahLst/>
              <a:cxnLst/>
              <a:rect l="l" t="t" r="r" b="b"/>
              <a:pathLst>
                <a:path w="1026159">
                  <a:moveTo>
                    <a:pt x="0" y="0"/>
                  </a:moveTo>
                  <a:lnTo>
                    <a:pt x="10255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7" name="object 1967"/>
            <p:cNvSpPr/>
            <p:nvPr/>
          </p:nvSpPr>
          <p:spPr>
            <a:xfrm>
              <a:off x="7124840" y="5804802"/>
              <a:ext cx="1026160" cy="8255"/>
            </a:xfrm>
            <a:custGeom>
              <a:avLst/>
              <a:gdLst/>
              <a:ahLst/>
              <a:cxnLst/>
              <a:rect l="l" t="t" r="r" b="b"/>
              <a:pathLst>
                <a:path w="1026159" h="8254">
                  <a:moveTo>
                    <a:pt x="1025620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1025620" y="7769"/>
                  </a:lnTo>
                  <a:lnTo>
                    <a:pt x="10256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8" name="object 1968"/>
            <p:cNvSpPr/>
            <p:nvPr/>
          </p:nvSpPr>
          <p:spPr>
            <a:xfrm>
              <a:off x="7124840" y="5804802"/>
              <a:ext cx="1026160" cy="0"/>
            </a:xfrm>
            <a:custGeom>
              <a:avLst/>
              <a:gdLst/>
              <a:ahLst/>
              <a:cxnLst/>
              <a:rect l="l" t="t" r="r" b="b"/>
              <a:pathLst>
                <a:path w="1026159">
                  <a:moveTo>
                    <a:pt x="0" y="0"/>
                  </a:moveTo>
                  <a:lnTo>
                    <a:pt x="102559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9" name="object 1969"/>
            <p:cNvSpPr/>
            <p:nvPr/>
          </p:nvSpPr>
          <p:spPr>
            <a:xfrm>
              <a:off x="8206925" y="5631287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0" name="object 1970"/>
            <p:cNvSpPr/>
            <p:nvPr/>
          </p:nvSpPr>
          <p:spPr>
            <a:xfrm>
              <a:off x="8206925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1" name="object 1971"/>
            <p:cNvSpPr/>
            <p:nvPr/>
          </p:nvSpPr>
          <p:spPr>
            <a:xfrm>
              <a:off x="8166578" y="5631287"/>
              <a:ext cx="32384" cy="173990"/>
            </a:xfrm>
            <a:custGeom>
              <a:avLst/>
              <a:gdLst/>
              <a:ahLst/>
              <a:cxnLst/>
              <a:rect l="l" t="t" r="r" b="b"/>
              <a:pathLst>
                <a:path w="32384" h="173989">
                  <a:moveTo>
                    <a:pt x="32277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32277" y="173514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2" name="object 1972"/>
            <p:cNvSpPr/>
            <p:nvPr/>
          </p:nvSpPr>
          <p:spPr>
            <a:xfrm>
              <a:off x="8166577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3" name="object 1973"/>
            <p:cNvSpPr/>
            <p:nvPr/>
          </p:nvSpPr>
          <p:spPr>
            <a:xfrm>
              <a:off x="8150438" y="5631287"/>
              <a:ext cx="8255" cy="173990"/>
            </a:xfrm>
            <a:custGeom>
              <a:avLst/>
              <a:gdLst/>
              <a:ahLst/>
              <a:cxnLst/>
              <a:rect l="l" t="t" r="r" b="b"/>
              <a:pathLst>
                <a:path w="8254" h="173989">
                  <a:moveTo>
                    <a:pt x="8069" y="0"/>
                  </a:moveTo>
                  <a:lnTo>
                    <a:pt x="0" y="0"/>
                  </a:lnTo>
                  <a:lnTo>
                    <a:pt x="0" y="173514"/>
                  </a:lnTo>
                  <a:lnTo>
                    <a:pt x="8069" y="17351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4" name="object 1974"/>
            <p:cNvSpPr/>
            <p:nvPr/>
          </p:nvSpPr>
          <p:spPr>
            <a:xfrm>
              <a:off x="8150439" y="5631287"/>
              <a:ext cx="0" cy="173990"/>
            </a:xfrm>
            <a:custGeom>
              <a:avLst/>
              <a:gdLst/>
              <a:ahLst/>
              <a:cxnLst/>
              <a:rect l="l" t="t" r="r" b="b"/>
              <a:pathLst>
                <a:path h="173989">
                  <a:moveTo>
                    <a:pt x="0" y="0"/>
                  </a:moveTo>
                  <a:lnTo>
                    <a:pt x="0" y="17351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5" name="object 1975"/>
            <p:cNvSpPr/>
            <p:nvPr/>
          </p:nvSpPr>
          <p:spPr>
            <a:xfrm>
              <a:off x="8206925" y="5804802"/>
              <a:ext cx="8255" cy="62230"/>
            </a:xfrm>
            <a:custGeom>
              <a:avLst/>
              <a:gdLst/>
              <a:ahLst/>
              <a:cxnLst/>
              <a:rect l="l" t="t" r="r" b="b"/>
              <a:pathLst>
                <a:path w="8254" h="62229">
                  <a:moveTo>
                    <a:pt x="8069" y="0"/>
                  </a:moveTo>
                  <a:lnTo>
                    <a:pt x="0" y="0"/>
                  </a:lnTo>
                  <a:lnTo>
                    <a:pt x="0" y="62154"/>
                  </a:lnTo>
                  <a:lnTo>
                    <a:pt x="8069" y="62154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6" name="object 1976"/>
            <p:cNvSpPr/>
            <p:nvPr/>
          </p:nvSpPr>
          <p:spPr>
            <a:xfrm>
              <a:off x="8206925" y="5804802"/>
              <a:ext cx="0" cy="62230"/>
            </a:xfrm>
            <a:custGeom>
              <a:avLst/>
              <a:gdLst/>
              <a:ahLst/>
              <a:cxnLst/>
              <a:rect l="l" t="t" r="r" b="b"/>
              <a:pathLst>
                <a:path h="62229">
                  <a:moveTo>
                    <a:pt x="0" y="0"/>
                  </a:moveTo>
                  <a:lnTo>
                    <a:pt x="0" y="6215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7" name="object 1977"/>
            <p:cNvSpPr/>
            <p:nvPr/>
          </p:nvSpPr>
          <p:spPr>
            <a:xfrm>
              <a:off x="8150438" y="5859187"/>
              <a:ext cx="64769" cy="8255"/>
            </a:xfrm>
            <a:custGeom>
              <a:avLst/>
              <a:gdLst/>
              <a:ahLst/>
              <a:cxnLst/>
              <a:rect l="l" t="t" r="r" b="b"/>
              <a:pathLst>
                <a:path w="64770" h="8254">
                  <a:moveTo>
                    <a:pt x="64555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64555" y="7769"/>
                  </a:lnTo>
                  <a:lnTo>
                    <a:pt x="64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8" name="object 1978"/>
            <p:cNvSpPr/>
            <p:nvPr/>
          </p:nvSpPr>
          <p:spPr>
            <a:xfrm>
              <a:off x="8150439" y="5859187"/>
              <a:ext cx="64769" cy="0"/>
            </a:xfrm>
            <a:custGeom>
              <a:avLst/>
              <a:gdLst/>
              <a:ahLst/>
              <a:cxnLst/>
              <a:rect l="l" t="t" r="r" b="b"/>
              <a:pathLst>
                <a:path w="64770">
                  <a:moveTo>
                    <a:pt x="0" y="0"/>
                  </a:moveTo>
                  <a:lnTo>
                    <a:pt x="6455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9" name="object 1979"/>
            <p:cNvSpPr/>
            <p:nvPr/>
          </p:nvSpPr>
          <p:spPr>
            <a:xfrm>
              <a:off x="8166578" y="5804802"/>
              <a:ext cx="32384" cy="46990"/>
            </a:xfrm>
            <a:custGeom>
              <a:avLst/>
              <a:gdLst/>
              <a:ahLst/>
              <a:cxnLst/>
              <a:rect l="l" t="t" r="r" b="b"/>
              <a:pathLst>
                <a:path w="32384" h="46989">
                  <a:moveTo>
                    <a:pt x="32277" y="0"/>
                  </a:moveTo>
                  <a:lnTo>
                    <a:pt x="0" y="0"/>
                  </a:lnTo>
                  <a:lnTo>
                    <a:pt x="0" y="46615"/>
                  </a:lnTo>
                  <a:lnTo>
                    <a:pt x="32277" y="46615"/>
                  </a:lnTo>
                  <a:lnTo>
                    <a:pt x="322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0" name="object 1980"/>
            <p:cNvSpPr/>
            <p:nvPr/>
          </p:nvSpPr>
          <p:spPr>
            <a:xfrm>
              <a:off x="8166577" y="5804802"/>
              <a:ext cx="0" cy="46990"/>
            </a:xfrm>
            <a:custGeom>
              <a:avLst/>
              <a:gdLst/>
              <a:ahLst/>
              <a:cxnLst/>
              <a:rect l="l" t="t" r="r" b="b"/>
              <a:pathLst>
                <a:path h="46989">
                  <a:moveTo>
                    <a:pt x="0" y="0"/>
                  </a:moveTo>
                  <a:lnTo>
                    <a:pt x="0" y="46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1" name="object 1981"/>
            <p:cNvSpPr/>
            <p:nvPr/>
          </p:nvSpPr>
          <p:spPr>
            <a:xfrm>
              <a:off x="8150438" y="5820341"/>
              <a:ext cx="48895" cy="31115"/>
            </a:xfrm>
            <a:custGeom>
              <a:avLst/>
              <a:gdLst/>
              <a:ahLst/>
              <a:cxnLst/>
              <a:rect l="l" t="t" r="r" b="b"/>
              <a:pathLst>
                <a:path w="48895" h="31114">
                  <a:moveTo>
                    <a:pt x="48416" y="0"/>
                  </a:moveTo>
                  <a:lnTo>
                    <a:pt x="0" y="0"/>
                  </a:lnTo>
                  <a:lnTo>
                    <a:pt x="0" y="31077"/>
                  </a:lnTo>
                  <a:lnTo>
                    <a:pt x="48416" y="31077"/>
                  </a:lnTo>
                  <a:lnTo>
                    <a:pt x="484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2" name="object 1982"/>
            <p:cNvSpPr/>
            <p:nvPr/>
          </p:nvSpPr>
          <p:spPr>
            <a:xfrm>
              <a:off x="8150439" y="5820340"/>
              <a:ext cx="48895" cy="0"/>
            </a:xfrm>
            <a:custGeom>
              <a:avLst/>
              <a:gdLst/>
              <a:ahLst/>
              <a:cxnLst/>
              <a:rect l="l" t="t" r="r" b="b"/>
              <a:pathLst>
                <a:path w="48895">
                  <a:moveTo>
                    <a:pt x="0" y="0"/>
                  </a:moveTo>
                  <a:lnTo>
                    <a:pt x="4841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3" name="object 1983"/>
            <p:cNvSpPr/>
            <p:nvPr/>
          </p:nvSpPr>
          <p:spPr>
            <a:xfrm>
              <a:off x="8150438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0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8069" y="776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4" name="object 1984"/>
            <p:cNvSpPr/>
            <p:nvPr/>
          </p:nvSpPr>
          <p:spPr>
            <a:xfrm>
              <a:off x="8150439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0" y="0"/>
                  </a:moveTo>
                  <a:lnTo>
                    <a:pt x="8069" y="0"/>
                  </a:lnTo>
                </a:path>
                <a:path w="8254" h="8254">
                  <a:moveTo>
                    <a:pt x="0" y="0"/>
                  </a:moveTo>
                  <a:lnTo>
                    <a:pt x="0" y="77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5" name="object 1985"/>
            <p:cNvSpPr/>
            <p:nvPr/>
          </p:nvSpPr>
          <p:spPr>
            <a:xfrm>
              <a:off x="8150438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8069" y="0"/>
                  </a:moveTo>
                  <a:lnTo>
                    <a:pt x="0" y="0"/>
                  </a:lnTo>
                  <a:lnTo>
                    <a:pt x="0" y="7769"/>
                  </a:lnTo>
                  <a:lnTo>
                    <a:pt x="8069" y="7769"/>
                  </a:lnTo>
                  <a:lnTo>
                    <a:pt x="8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6" name="object 1986"/>
            <p:cNvSpPr/>
            <p:nvPr/>
          </p:nvSpPr>
          <p:spPr>
            <a:xfrm>
              <a:off x="8150439" y="5804802"/>
              <a:ext cx="8255" cy="8255"/>
            </a:xfrm>
            <a:custGeom>
              <a:avLst/>
              <a:gdLst/>
              <a:ahLst/>
              <a:cxnLst/>
              <a:rect l="l" t="t" r="r" b="b"/>
              <a:pathLst>
                <a:path w="8254" h="8254">
                  <a:moveTo>
                    <a:pt x="0" y="0"/>
                  </a:moveTo>
                  <a:lnTo>
                    <a:pt x="8069" y="0"/>
                  </a:lnTo>
                </a:path>
                <a:path w="8254" h="8254">
                  <a:moveTo>
                    <a:pt x="0" y="0"/>
                  </a:moveTo>
                  <a:lnTo>
                    <a:pt x="0" y="776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87" name="object 19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1988" name="object 1988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5674146"/>
            <a:ext cx="5866130" cy="4851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indent="736600">
              <a:lnSpc>
                <a:spcPts val="1700"/>
              </a:lnSpc>
              <a:spcBef>
                <a:spcPts val="335"/>
              </a:spcBef>
            </a:pP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-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 enfants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10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ans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ou </a:t>
            </a:r>
            <a:r>
              <a:rPr sz="1600" spc="-95" dirty="0">
                <a:solidFill>
                  <a:srgbClr val="404040"/>
                </a:solidFill>
                <a:latin typeface="Comic Sans MS"/>
                <a:cs typeface="Comic Sans MS"/>
              </a:rPr>
              <a:t>moins</a:t>
            </a:r>
            <a:r>
              <a:rPr sz="1300" spc="-95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r>
              <a:rPr sz="1600" spc="-95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16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payent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aucun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frais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d'admission.</a:t>
            </a:r>
            <a:endParaRPr sz="1600" dirty="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1" y="2487569"/>
            <a:ext cx="9144000" cy="3186577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32384">
              <a:lnSpc>
                <a:spcPct val="91900"/>
              </a:lnSpc>
              <a:spcBef>
                <a:spcPts val="254"/>
              </a:spcBef>
            </a:pP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ville</a:t>
            </a:r>
            <a:r>
              <a:rPr sz="1600" spc="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6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Leserna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veut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promouvoir</a:t>
            </a:r>
            <a:r>
              <a:rPr sz="1600" spc="2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6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activités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sportives</a:t>
            </a:r>
            <a:r>
              <a:rPr sz="16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6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son</a:t>
            </a:r>
            <a:r>
              <a:rPr sz="16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centre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loisir</a:t>
            </a:r>
            <a:r>
              <a:rPr sz="1600" spc="4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«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cigale</a:t>
            </a:r>
            <a:r>
              <a:rPr sz="1600" spc="40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».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600" spc="4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calculer</a:t>
            </a:r>
            <a:r>
              <a:rPr sz="1600" spc="4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coût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d’accès,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il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existe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logiciel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 qui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prend en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compte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nombre de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facteurs.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calcul</a:t>
            </a:r>
            <a:r>
              <a:rPr sz="1600" spc="4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doit</a:t>
            </a:r>
            <a:r>
              <a:rPr sz="1600" spc="409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se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faire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comme</a:t>
            </a:r>
            <a:r>
              <a:rPr sz="16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suit</a:t>
            </a:r>
            <a:r>
              <a:rPr sz="1600" spc="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1600" dirty="0">
              <a:latin typeface="Comic Sans MS"/>
              <a:cs typeface="Comic Sans MS"/>
            </a:endParaRPr>
          </a:p>
          <a:p>
            <a:pPr marL="12700" marR="372745" indent="736600">
              <a:lnSpc>
                <a:spcPts val="1800"/>
              </a:lnSpc>
              <a:spcBef>
                <a:spcPts val="1035"/>
              </a:spcBef>
              <a:buChar char="-"/>
              <a:tabLst>
                <a:tab pos="901700" algn="l"/>
              </a:tabLst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personnes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âgées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65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ans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1600" spc="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payent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aucun</a:t>
            </a:r>
            <a:r>
              <a:rPr sz="16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frais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d'admission;</a:t>
            </a:r>
            <a:endParaRPr sz="1600" dirty="0">
              <a:latin typeface="Comic Sans MS"/>
              <a:cs typeface="Comic Sans MS"/>
            </a:endParaRPr>
          </a:p>
          <a:p>
            <a:pPr marL="12700" marR="110489" indent="736600">
              <a:lnSpc>
                <a:spcPts val="1800"/>
              </a:lnSpc>
              <a:spcBef>
                <a:spcPts val="994"/>
              </a:spcBef>
              <a:buChar char="-"/>
              <a:tabLst>
                <a:tab pos="901700" algn="l"/>
              </a:tabLst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élèves</a:t>
            </a:r>
            <a:r>
              <a:rPr sz="16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6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étudiants</a:t>
            </a:r>
            <a:r>
              <a:rPr sz="16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entre</a:t>
            </a:r>
            <a:r>
              <a:rPr sz="16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6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6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18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ans,</a:t>
            </a:r>
            <a:r>
              <a:rPr sz="16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6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escompte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15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%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appliqué;</a:t>
            </a:r>
            <a:endParaRPr sz="1600" dirty="0">
              <a:latin typeface="Comic Sans MS"/>
              <a:cs typeface="Comic Sans MS"/>
            </a:endParaRPr>
          </a:p>
          <a:p>
            <a:pPr marL="12700" marR="111760" indent="736600">
              <a:lnSpc>
                <a:spcPct val="91100"/>
              </a:lnSpc>
              <a:spcBef>
                <a:spcPts val="1010"/>
              </a:spcBef>
              <a:buChar char="-"/>
              <a:tabLst>
                <a:tab pos="901700" algn="l"/>
              </a:tabLst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familles</a:t>
            </a:r>
            <a:r>
              <a:rPr sz="16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en</a:t>
            </a:r>
            <a:r>
              <a:rPr sz="16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visite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au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musée,</a:t>
            </a:r>
            <a:r>
              <a:rPr sz="16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escompte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15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%</a:t>
            </a:r>
            <a:r>
              <a:rPr sz="16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pour </a:t>
            </a:r>
            <a:r>
              <a:rPr sz="1600" spc="-4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chacun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des membres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famille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jusqu’à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maximum</a:t>
            </a:r>
            <a:r>
              <a:rPr sz="16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60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%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est </a:t>
            </a:r>
            <a:r>
              <a:rPr sz="16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appliqué;</a:t>
            </a:r>
            <a:endParaRPr sz="1600" dirty="0">
              <a:latin typeface="Comic Sans MS"/>
              <a:cs typeface="Comic Sans MS"/>
            </a:endParaRPr>
          </a:p>
          <a:p>
            <a:pPr marL="901700" indent="-152400">
              <a:lnSpc>
                <a:spcPts val="1810"/>
              </a:lnSpc>
              <a:spcBef>
                <a:spcPts val="975"/>
              </a:spcBef>
              <a:buChar char="-"/>
              <a:tabLst>
                <a:tab pos="901700" algn="l"/>
              </a:tabLst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groupes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entre</a:t>
            </a:r>
            <a:r>
              <a:rPr sz="16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5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10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personnes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reçoivent</a:t>
            </a:r>
            <a:r>
              <a:rPr sz="1600" spc="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6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escompte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endParaRPr sz="1600" dirty="0">
              <a:latin typeface="Comic Sans MS"/>
              <a:cs typeface="Comic Sans MS"/>
            </a:endParaRPr>
          </a:p>
          <a:p>
            <a:pPr marL="12700">
              <a:lnSpc>
                <a:spcPts val="1810"/>
              </a:lnSpc>
            </a:pP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20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%;</a:t>
            </a:r>
            <a:endParaRPr sz="1600" dirty="0">
              <a:latin typeface="Comic Sans MS"/>
              <a:cs typeface="Comic Sans MS"/>
            </a:endParaRPr>
          </a:p>
          <a:p>
            <a:pPr marL="901700" indent="-152400">
              <a:lnSpc>
                <a:spcPts val="1810"/>
              </a:lnSpc>
              <a:spcBef>
                <a:spcPts val="980"/>
              </a:spcBef>
              <a:buChar char="-"/>
              <a:tabLst>
                <a:tab pos="901700" algn="l"/>
              </a:tabLst>
            </a:pP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Comic Sans MS"/>
                <a:cs typeface="Comic Sans MS"/>
              </a:rPr>
              <a:t>groupes</a:t>
            </a:r>
            <a:r>
              <a:rPr sz="16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entre</a:t>
            </a:r>
            <a:r>
              <a:rPr sz="16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10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6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50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personnes</a:t>
            </a:r>
            <a:r>
              <a:rPr sz="16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reçoivent</a:t>
            </a:r>
            <a:r>
              <a:rPr sz="16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6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dirty="0">
                <a:solidFill>
                  <a:srgbClr val="404040"/>
                </a:solidFill>
                <a:latin typeface="Comic Sans MS"/>
                <a:cs typeface="Comic Sans MS"/>
              </a:rPr>
              <a:t>escompte</a:t>
            </a:r>
            <a:r>
              <a:rPr sz="16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endParaRPr sz="1600" dirty="0">
              <a:latin typeface="Comic Sans MS"/>
              <a:cs typeface="Comic Sans MS"/>
            </a:endParaRPr>
          </a:p>
          <a:p>
            <a:pPr marL="12700">
              <a:lnSpc>
                <a:spcPts val="1810"/>
              </a:lnSpc>
            </a:pPr>
            <a:r>
              <a:rPr sz="1600" spc="10" dirty="0">
                <a:solidFill>
                  <a:srgbClr val="404040"/>
                </a:solidFill>
                <a:latin typeface="Comic Sans MS"/>
                <a:cs typeface="Comic Sans MS"/>
              </a:rPr>
              <a:t>50</a:t>
            </a:r>
            <a:r>
              <a:rPr sz="1600" spc="-10" dirty="0">
                <a:solidFill>
                  <a:srgbClr val="404040"/>
                </a:solidFill>
                <a:latin typeface="Comic Sans MS"/>
                <a:cs typeface="Comic Sans MS"/>
              </a:rPr>
              <a:t> %;</a:t>
            </a:r>
            <a:endParaRPr sz="1600" dirty="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45918" y="6371029"/>
            <a:ext cx="1270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0861" y="1208578"/>
            <a:ext cx="227330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Exercices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208958"/>
            <a:ext cx="7571740" cy="315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70" indent="12700">
              <a:lnSpc>
                <a:spcPct val="112200"/>
              </a:lnSpc>
              <a:spcBef>
                <a:spcPts val="100"/>
              </a:spcBef>
            </a:pP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Il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nécessaire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considérer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classes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d’équivalence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(i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50">
              <a:latin typeface="Comic Sans MS"/>
              <a:cs typeface="Comic Sans MS"/>
            </a:endParaRPr>
          </a:p>
          <a:p>
            <a:pPr marL="12700" marR="5080" indent="12700">
              <a:lnSpc>
                <a:spcPct val="112200"/>
              </a:lnSpc>
              <a:spcBef>
                <a:spcPts val="5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 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 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5168" y="6329903"/>
            <a:ext cx="203835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spc="40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0242" y="1463581"/>
            <a:ext cx="262890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Discussions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7351" y="3026171"/>
            <a:ext cx="5485130" cy="832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00" b="1" spc="15" dirty="0">
                <a:solidFill>
                  <a:srgbClr val="9B2D1F"/>
                </a:solidFill>
                <a:latin typeface="Comic Sans MS"/>
                <a:cs typeface="Comic Sans MS"/>
              </a:rPr>
              <a:t>Test</a:t>
            </a:r>
            <a:r>
              <a:rPr sz="5300" b="1" spc="-229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300" b="1" spc="-5" dirty="0">
                <a:solidFill>
                  <a:srgbClr val="9B2D1F"/>
                </a:solidFill>
                <a:latin typeface="Comic Sans MS"/>
                <a:cs typeface="Comic Sans MS"/>
              </a:rPr>
              <a:t>aux</a:t>
            </a:r>
            <a:r>
              <a:rPr sz="5300" b="1" spc="-16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300" b="1" dirty="0">
                <a:solidFill>
                  <a:srgbClr val="9B2D1F"/>
                </a:solidFill>
                <a:latin typeface="Comic Sans MS"/>
                <a:cs typeface="Comic Sans MS"/>
              </a:rPr>
              <a:t>Limites</a:t>
            </a:r>
            <a:endParaRPr sz="53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" y="6223000"/>
            <a:ext cx="9829800" cy="419100"/>
            <a:chOff x="114300" y="6223000"/>
            <a:chExt cx="9829800" cy="419100"/>
          </a:xfrm>
        </p:grpSpPr>
        <p:sp>
          <p:nvSpPr>
            <p:cNvPr id="3" name="object 3"/>
            <p:cNvSpPr/>
            <p:nvPr/>
          </p:nvSpPr>
          <p:spPr>
            <a:xfrm>
              <a:off x="114300" y="6273800"/>
              <a:ext cx="9829800" cy="368300"/>
            </a:xfrm>
            <a:custGeom>
              <a:avLst/>
              <a:gdLst/>
              <a:ahLst/>
              <a:cxnLst/>
              <a:rect l="l" t="t" r="r" b="b"/>
              <a:pathLst>
                <a:path w="9829800" h="368300">
                  <a:moveTo>
                    <a:pt x="9829800" y="0"/>
                  </a:moveTo>
                  <a:lnTo>
                    <a:pt x="0" y="0"/>
                  </a:lnTo>
                  <a:lnTo>
                    <a:pt x="0" y="368300"/>
                  </a:lnTo>
                  <a:lnTo>
                    <a:pt x="9829800" y="3683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9B2D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4300" y="6223000"/>
              <a:ext cx="9829800" cy="50800"/>
            </a:xfrm>
            <a:custGeom>
              <a:avLst/>
              <a:gdLst/>
              <a:ahLst/>
              <a:cxnLst/>
              <a:rect l="l" t="t" r="r" b="b"/>
              <a:pathLst>
                <a:path w="9829800" h="50800">
                  <a:moveTo>
                    <a:pt x="98298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9829800" y="50800"/>
                  </a:lnTo>
                  <a:lnTo>
                    <a:pt x="9829800" y="0"/>
                  </a:lnTo>
                  <a:close/>
                </a:path>
              </a:pathLst>
            </a:custGeom>
            <a:solidFill>
              <a:srgbClr val="D348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57308" y="2260605"/>
            <a:ext cx="8092440" cy="361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560" indent="12700">
              <a:lnSpc>
                <a:spcPct val="112200"/>
              </a:lnSpc>
              <a:spcBef>
                <a:spcPts val="100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 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l’hypothèse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même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comportement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avec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Comic Sans MS"/>
              <a:cs typeface="Comic Sans MS"/>
            </a:endParaRPr>
          </a:p>
          <a:p>
            <a:pPr marL="12700" marR="5080" indent="12700">
              <a:lnSpc>
                <a:spcPct val="112200"/>
              </a:lnSpc>
              <a:spcBef>
                <a:spcPts val="5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L’expérience</a:t>
            </a:r>
            <a:r>
              <a:rPr sz="2300" spc="-3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montre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programmeurs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font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souvent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ux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endParaRPr sz="2300">
              <a:latin typeface="Comic Sans MS"/>
              <a:cs typeface="Comic Sans MS"/>
            </a:endParaRPr>
          </a:p>
          <a:p>
            <a:pPr marL="241300" indent="-139700">
              <a:lnSpc>
                <a:spcPct val="100000"/>
              </a:lnSpc>
              <a:spcBef>
                <a:spcPts val="535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Exemple:</a:t>
            </a:r>
            <a:r>
              <a:rPr sz="1900" spc="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Traduire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spécification</a:t>
            </a:r>
            <a:r>
              <a:rPr sz="1900" spc="3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x&lt;0</a:t>
            </a:r>
            <a:r>
              <a:rPr sz="19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au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lieu</a:t>
            </a:r>
            <a:r>
              <a:rPr sz="1900" spc="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x&lt;=0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ux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y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35049" y="1463581"/>
            <a:ext cx="806132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20265" algn="l"/>
                <a:tab pos="8047990" algn="l"/>
              </a:tabLst>
            </a:pPr>
            <a:r>
              <a:rPr u="heavy" dirty="0">
                <a:uFill>
                  <a:solidFill>
                    <a:srgbClr val="D34817"/>
                  </a:solidFill>
                </a:uFill>
              </a:rPr>
              <a:t> 	</a:t>
            </a:r>
            <a:r>
              <a:rPr u="heavy" spc="45" dirty="0">
                <a:uFill>
                  <a:solidFill>
                    <a:srgbClr val="D34817"/>
                  </a:solidFill>
                </a:uFill>
              </a:rPr>
              <a:t>T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e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st</a:t>
            </a:r>
            <a:r>
              <a:rPr u="heavy" spc="-310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a</a:t>
            </a:r>
            <a:r>
              <a:rPr u="heavy" spc="-35" dirty="0">
                <a:uFill>
                  <a:solidFill>
                    <a:srgbClr val="D34817"/>
                  </a:solidFill>
                </a:uFill>
              </a:rPr>
              <a:t>u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x</a:t>
            </a:r>
            <a:r>
              <a:rPr u="heavy" spc="-170" dirty="0">
                <a:uFill>
                  <a:solidFill>
                    <a:srgbClr val="D34817"/>
                  </a:solidFill>
                </a:uFill>
              </a:rPr>
              <a:t> </a:t>
            </a:r>
            <a:r>
              <a:rPr u="heavy" spc="-50" dirty="0">
                <a:uFill>
                  <a:solidFill>
                    <a:srgbClr val="D34817"/>
                  </a:solidFill>
                </a:uFill>
              </a:rPr>
              <a:t>L</a:t>
            </a:r>
            <a:r>
              <a:rPr u="heavy" spc="5" dirty="0">
                <a:uFill>
                  <a:solidFill>
                    <a:srgbClr val="D34817"/>
                  </a:solidFill>
                </a:uFill>
              </a:rPr>
              <a:t>i</a:t>
            </a:r>
            <a:r>
              <a:rPr u="heavy" spc="-30" dirty="0">
                <a:uFill>
                  <a:solidFill>
                    <a:srgbClr val="D34817"/>
                  </a:solidFill>
                </a:uFill>
              </a:rPr>
              <a:t>m</a:t>
            </a:r>
            <a:r>
              <a:rPr u="heavy" spc="5" dirty="0">
                <a:uFill>
                  <a:solidFill>
                    <a:srgbClr val="D34817"/>
                  </a:solidFill>
                </a:uFill>
              </a:rPr>
              <a:t>i</a:t>
            </a:r>
            <a:r>
              <a:rPr u="heavy" spc="-40" dirty="0">
                <a:uFill>
                  <a:solidFill>
                    <a:srgbClr val="D34817"/>
                  </a:solidFill>
                </a:uFill>
              </a:rPr>
              <a:t>te</a:t>
            </a:r>
            <a:r>
              <a:rPr u="heavy" dirty="0">
                <a:uFill>
                  <a:solidFill>
                    <a:srgbClr val="D34817"/>
                  </a:solidFill>
                </a:uFill>
              </a:rPr>
              <a:t>s	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1035050" indent="12700">
              <a:lnSpc>
                <a:spcPct val="113500"/>
              </a:lnSpc>
              <a:spcBef>
                <a:spcPts val="100"/>
              </a:spcBef>
            </a:pPr>
            <a:r>
              <a:rPr sz="2200" spc="-10" dirty="0"/>
              <a:t>Identifier</a:t>
            </a:r>
            <a:r>
              <a:rPr sz="2200" spc="-125" dirty="0"/>
              <a:t> </a:t>
            </a:r>
            <a:r>
              <a:rPr sz="2200" spc="-5" dirty="0"/>
              <a:t>les</a:t>
            </a:r>
            <a:r>
              <a:rPr sz="2200" spc="-35" dirty="0"/>
              <a:t> </a:t>
            </a:r>
            <a:r>
              <a:rPr sz="2200" spc="-5" dirty="0"/>
              <a:t>valeurs</a:t>
            </a:r>
            <a:r>
              <a:rPr sz="2200" spc="-35" dirty="0"/>
              <a:t> </a:t>
            </a:r>
            <a:r>
              <a:rPr sz="2200" spc="-15" dirty="0"/>
              <a:t>limites</a:t>
            </a:r>
            <a:r>
              <a:rPr sz="2200" spc="-40" dirty="0"/>
              <a:t> </a:t>
            </a:r>
            <a:r>
              <a:rPr sz="2200" spc="-5" dirty="0"/>
              <a:t>des</a:t>
            </a:r>
            <a:r>
              <a:rPr sz="2200" spc="-35" dirty="0"/>
              <a:t> </a:t>
            </a:r>
            <a:r>
              <a:rPr sz="2200" spc="-5" dirty="0"/>
              <a:t>classes</a:t>
            </a:r>
            <a:r>
              <a:rPr sz="2200" spc="-135" dirty="0"/>
              <a:t> </a:t>
            </a:r>
            <a:r>
              <a:rPr sz="2200" spc="-10" dirty="0"/>
              <a:t>d’équivalence </a:t>
            </a:r>
            <a:r>
              <a:rPr sz="2200" spc="-645" dirty="0"/>
              <a:t> </a:t>
            </a:r>
            <a:r>
              <a:rPr sz="2200" spc="-5" dirty="0"/>
              <a:t>définies</a:t>
            </a:r>
            <a:r>
              <a:rPr sz="2200" spc="-130" dirty="0"/>
              <a:t> </a:t>
            </a:r>
            <a:r>
              <a:rPr sz="2200" spc="-20" dirty="0"/>
              <a:t>suite</a:t>
            </a:r>
            <a:r>
              <a:rPr sz="2200" spc="35" dirty="0"/>
              <a:t> </a:t>
            </a:r>
            <a:r>
              <a:rPr sz="2200" dirty="0"/>
              <a:t>à</a:t>
            </a:r>
            <a:r>
              <a:rPr sz="2200" spc="20" dirty="0"/>
              <a:t> </a:t>
            </a:r>
            <a:r>
              <a:rPr sz="2200" spc="-10" dirty="0"/>
              <a:t>l’analyse</a:t>
            </a:r>
            <a:r>
              <a:rPr sz="2200" spc="-65" dirty="0"/>
              <a:t> </a:t>
            </a:r>
            <a:r>
              <a:rPr sz="2200" dirty="0"/>
              <a:t>de</a:t>
            </a:r>
            <a:r>
              <a:rPr sz="2200" spc="-60" dirty="0"/>
              <a:t> </a:t>
            </a:r>
            <a:r>
              <a:rPr sz="2200" dirty="0"/>
              <a:t>partitionnement</a:t>
            </a:r>
            <a:endParaRPr sz="2200"/>
          </a:p>
          <a:p>
            <a:pPr marL="120014">
              <a:lnSpc>
                <a:spcPct val="100000"/>
              </a:lnSpc>
              <a:spcBef>
                <a:spcPts val="20"/>
              </a:spcBef>
            </a:pPr>
            <a:endParaRPr sz="2350"/>
          </a:p>
          <a:p>
            <a:pPr marL="132715" marR="218440" indent="12700">
              <a:lnSpc>
                <a:spcPct val="113500"/>
              </a:lnSpc>
              <a:spcBef>
                <a:spcPts val="5"/>
              </a:spcBef>
            </a:pPr>
            <a:r>
              <a:rPr sz="2200" spc="-5" dirty="0"/>
              <a:t>Complémentaire</a:t>
            </a:r>
            <a:r>
              <a:rPr sz="2200" spc="-160" dirty="0"/>
              <a:t> </a:t>
            </a:r>
            <a:r>
              <a:rPr sz="2200" spc="-25" dirty="0"/>
              <a:t>aux</a:t>
            </a:r>
            <a:r>
              <a:rPr sz="2200" spc="-55" dirty="0"/>
              <a:t> </a:t>
            </a:r>
            <a:r>
              <a:rPr sz="2200" spc="-15" dirty="0"/>
              <a:t>autres</a:t>
            </a:r>
            <a:r>
              <a:rPr sz="2200" spc="75" dirty="0"/>
              <a:t> </a:t>
            </a:r>
            <a:r>
              <a:rPr sz="2200" spc="-15" dirty="0"/>
              <a:t>techniques</a:t>
            </a:r>
            <a:r>
              <a:rPr sz="2200" spc="-20" dirty="0"/>
              <a:t> </a:t>
            </a:r>
            <a:r>
              <a:rPr sz="2200" dirty="0"/>
              <a:t>de</a:t>
            </a:r>
            <a:r>
              <a:rPr sz="2200" spc="-60" dirty="0"/>
              <a:t> </a:t>
            </a:r>
            <a:r>
              <a:rPr sz="2200" spc="-5" dirty="0"/>
              <a:t>test</a:t>
            </a:r>
            <a:r>
              <a:rPr sz="2200" spc="-90" dirty="0"/>
              <a:t> </a:t>
            </a:r>
            <a:r>
              <a:rPr sz="2200" dirty="0"/>
              <a:t>notamment</a:t>
            </a:r>
            <a:r>
              <a:rPr sz="2200" spc="-90" dirty="0"/>
              <a:t> </a:t>
            </a:r>
            <a:r>
              <a:rPr sz="2200" spc="-5" dirty="0"/>
              <a:t>le </a:t>
            </a:r>
            <a:r>
              <a:rPr sz="2200" spc="-640" dirty="0"/>
              <a:t> </a:t>
            </a:r>
            <a:r>
              <a:rPr sz="2200" spc="-5" dirty="0"/>
              <a:t>test</a:t>
            </a:r>
            <a:r>
              <a:rPr sz="2200" dirty="0"/>
              <a:t> </a:t>
            </a:r>
            <a:r>
              <a:rPr sz="2200" spc="-5" dirty="0"/>
              <a:t>par</a:t>
            </a:r>
            <a:r>
              <a:rPr sz="2200" spc="-114" dirty="0"/>
              <a:t> </a:t>
            </a:r>
            <a:r>
              <a:rPr sz="2200" dirty="0"/>
              <a:t>partitionnement</a:t>
            </a:r>
            <a:endParaRPr sz="2200"/>
          </a:p>
          <a:p>
            <a:pPr marL="361315" indent="-139700">
              <a:lnSpc>
                <a:spcPct val="100000"/>
              </a:lnSpc>
              <a:spcBef>
                <a:spcPts val="655"/>
              </a:spcBef>
              <a:buClr>
                <a:srgbClr val="D34817"/>
              </a:buClr>
              <a:buFont typeface="Calibri"/>
              <a:buChar char="◦"/>
              <a:tabLst>
                <a:tab pos="361315" algn="l"/>
              </a:tabLst>
            </a:pPr>
            <a:r>
              <a:rPr sz="1700" spc="-20" dirty="0"/>
              <a:t>Permet</a:t>
            </a:r>
            <a:r>
              <a:rPr sz="1700" spc="80" dirty="0"/>
              <a:t> </a:t>
            </a:r>
            <a:r>
              <a:rPr sz="1700" dirty="0"/>
              <a:t>de</a:t>
            </a:r>
            <a:r>
              <a:rPr sz="1700" spc="-45" dirty="0"/>
              <a:t> </a:t>
            </a:r>
            <a:r>
              <a:rPr sz="1700" spc="-5" dirty="0"/>
              <a:t>renforcer</a:t>
            </a:r>
            <a:r>
              <a:rPr sz="1700" spc="-30" dirty="0"/>
              <a:t> </a:t>
            </a:r>
            <a:r>
              <a:rPr sz="1700" spc="-5" dirty="0"/>
              <a:t>les</a:t>
            </a:r>
            <a:r>
              <a:rPr sz="1700" spc="-45" dirty="0"/>
              <a:t> </a:t>
            </a:r>
            <a:r>
              <a:rPr sz="1700" spc="15" dirty="0"/>
              <a:t>cas</a:t>
            </a:r>
            <a:r>
              <a:rPr sz="1700" spc="-45" dirty="0"/>
              <a:t> </a:t>
            </a:r>
            <a:r>
              <a:rPr sz="1700" dirty="0"/>
              <a:t>de</a:t>
            </a:r>
            <a:r>
              <a:rPr sz="1700" spc="-45" dirty="0"/>
              <a:t> </a:t>
            </a:r>
            <a:r>
              <a:rPr sz="1700" spc="-20" dirty="0"/>
              <a:t>test</a:t>
            </a:r>
            <a:endParaRPr sz="1700"/>
          </a:p>
          <a:p>
            <a:pPr marL="361315" marR="5080" indent="-139700">
              <a:lnSpc>
                <a:spcPct val="112599"/>
              </a:lnSpc>
              <a:spcBef>
                <a:spcPts val="500"/>
              </a:spcBef>
              <a:buClr>
                <a:srgbClr val="D34817"/>
              </a:buClr>
              <a:buFont typeface="Calibri"/>
              <a:buChar char="◦"/>
              <a:tabLst>
                <a:tab pos="361315" algn="l"/>
              </a:tabLst>
            </a:pPr>
            <a:r>
              <a:rPr sz="1700" spc="-20" dirty="0"/>
              <a:t>Le</a:t>
            </a:r>
            <a:r>
              <a:rPr sz="1700" spc="65" dirty="0"/>
              <a:t> </a:t>
            </a:r>
            <a:r>
              <a:rPr sz="1700" spc="10" dirty="0"/>
              <a:t>choix</a:t>
            </a:r>
            <a:r>
              <a:rPr sz="1700" spc="-114" dirty="0"/>
              <a:t> </a:t>
            </a:r>
            <a:r>
              <a:rPr sz="1700" dirty="0"/>
              <a:t>de</a:t>
            </a:r>
            <a:r>
              <a:rPr sz="1700" spc="-35" dirty="0"/>
              <a:t> </a:t>
            </a:r>
            <a:r>
              <a:rPr sz="1700" spc="5" dirty="0"/>
              <a:t>conditions</a:t>
            </a:r>
            <a:r>
              <a:rPr sz="1700" spc="-135" dirty="0"/>
              <a:t> </a:t>
            </a:r>
            <a:r>
              <a:rPr sz="1700" spc="-15" dirty="0"/>
              <a:t>d’entrée</a:t>
            </a:r>
            <a:r>
              <a:rPr sz="1700" spc="65" dirty="0"/>
              <a:t> </a:t>
            </a:r>
            <a:r>
              <a:rPr sz="1700" spc="15" dirty="0"/>
              <a:t>aux</a:t>
            </a:r>
            <a:r>
              <a:rPr sz="1700" spc="-110" dirty="0"/>
              <a:t> </a:t>
            </a:r>
            <a:r>
              <a:rPr sz="1700" dirty="0"/>
              <a:t>limites</a:t>
            </a:r>
            <a:r>
              <a:rPr sz="1700" spc="-35" dirty="0"/>
              <a:t> </a:t>
            </a:r>
            <a:r>
              <a:rPr sz="1700" spc="-25" dirty="0"/>
              <a:t>est</a:t>
            </a:r>
            <a:r>
              <a:rPr sz="1700" spc="-5" dirty="0"/>
              <a:t> </a:t>
            </a:r>
            <a:r>
              <a:rPr sz="1700" spc="5" dirty="0"/>
              <a:t>une</a:t>
            </a:r>
            <a:r>
              <a:rPr sz="1700" spc="-35" dirty="0"/>
              <a:t> </a:t>
            </a:r>
            <a:r>
              <a:rPr sz="1700" dirty="0"/>
              <a:t>heuristique</a:t>
            </a:r>
            <a:r>
              <a:rPr sz="1700" spc="-40" dirty="0"/>
              <a:t> </a:t>
            </a:r>
            <a:r>
              <a:rPr sz="1700" dirty="0"/>
              <a:t>solide</a:t>
            </a:r>
            <a:r>
              <a:rPr sz="1700" spc="-135" dirty="0"/>
              <a:t> </a:t>
            </a:r>
            <a:r>
              <a:rPr sz="1700" dirty="0"/>
              <a:t>de</a:t>
            </a:r>
            <a:r>
              <a:rPr sz="1700" spc="65" dirty="0"/>
              <a:t> </a:t>
            </a:r>
            <a:r>
              <a:rPr sz="1700" spc="-10" dirty="0"/>
              <a:t>choix </a:t>
            </a:r>
            <a:r>
              <a:rPr sz="1700" spc="-490" dirty="0"/>
              <a:t> </a:t>
            </a:r>
            <a:r>
              <a:rPr sz="1700" dirty="0"/>
              <a:t>de</a:t>
            </a:r>
            <a:r>
              <a:rPr sz="1700" spc="-45" dirty="0"/>
              <a:t> </a:t>
            </a:r>
            <a:r>
              <a:rPr sz="1700" spc="-10" dirty="0"/>
              <a:t>données</a:t>
            </a:r>
            <a:r>
              <a:rPr sz="1700" spc="60" dirty="0"/>
              <a:t> </a:t>
            </a:r>
            <a:r>
              <a:rPr sz="1700" spc="-15" dirty="0"/>
              <a:t>d’entrée</a:t>
            </a:r>
            <a:r>
              <a:rPr sz="1700" spc="-40" dirty="0"/>
              <a:t> </a:t>
            </a:r>
            <a:r>
              <a:rPr sz="1700" spc="10" dirty="0"/>
              <a:t>au</a:t>
            </a:r>
            <a:r>
              <a:rPr sz="1700" spc="5" dirty="0"/>
              <a:t> </a:t>
            </a:r>
            <a:r>
              <a:rPr sz="1700" spc="-15" dirty="0"/>
              <a:t>sein</a:t>
            </a:r>
            <a:r>
              <a:rPr sz="1700" dirty="0"/>
              <a:t> </a:t>
            </a:r>
            <a:r>
              <a:rPr sz="1700" spc="-15" dirty="0"/>
              <a:t>des</a:t>
            </a:r>
            <a:r>
              <a:rPr sz="1700" spc="60" dirty="0"/>
              <a:t> </a:t>
            </a:r>
            <a:r>
              <a:rPr sz="1700" spc="-5" dirty="0"/>
              <a:t>classes</a:t>
            </a:r>
            <a:r>
              <a:rPr sz="1700" spc="-40" dirty="0"/>
              <a:t> </a:t>
            </a:r>
            <a:r>
              <a:rPr sz="1700" dirty="0"/>
              <a:t>d’équivalence</a:t>
            </a:r>
            <a:endParaRPr sz="1700"/>
          </a:p>
          <a:p>
            <a:pPr marL="361315" marR="479425" indent="-139700">
              <a:lnSpc>
                <a:spcPct val="112599"/>
              </a:lnSpc>
              <a:spcBef>
                <a:spcPts val="500"/>
              </a:spcBef>
              <a:buClr>
                <a:srgbClr val="D34817"/>
              </a:buClr>
              <a:buFont typeface="Calibri"/>
              <a:buChar char="◦"/>
              <a:tabLst>
                <a:tab pos="361315" algn="l"/>
              </a:tabLst>
            </a:pPr>
            <a:r>
              <a:rPr sz="1700" spc="-5" dirty="0"/>
              <a:t>cette</a:t>
            </a:r>
            <a:r>
              <a:rPr sz="1700" spc="-40" dirty="0"/>
              <a:t> </a:t>
            </a:r>
            <a:r>
              <a:rPr sz="1700" dirty="0"/>
              <a:t>heuristique</a:t>
            </a:r>
            <a:r>
              <a:rPr sz="1700" spc="-40" dirty="0"/>
              <a:t> </a:t>
            </a:r>
            <a:r>
              <a:rPr sz="1700" spc="-15" dirty="0"/>
              <a:t>n’est</a:t>
            </a:r>
            <a:r>
              <a:rPr sz="1700" spc="-10" dirty="0"/>
              <a:t> </a:t>
            </a:r>
            <a:r>
              <a:rPr sz="1700" spc="10" dirty="0"/>
              <a:t>utilisable</a:t>
            </a:r>
            <a:r>
              <a:rPr sz="1700" spc="-140" dirty="0"/>
              <a:t> </a:t>
            </a:r>
            <a:r>
              <a:rPr sz="1700" spc="-5" dirty="0"/>
              <a:t>qu’en</a:t>
            </a:r>
            <a:r>
              <a:rPr sz="1700" spc="-100" dirty="0"/>
              <a:t> </a:t>
            </a:r>
            <a:r>
              <a:rPr sz="1700" spc="-15" dirty="0"/>
              <a:t>présence</a:t>
            </a:r>
            <a:r>
              <a:rPr sz="1700" spc="65" dirty="0"/>
              <a:t> </a:t>
            </a:r>
            <a:r>
              <a:rPr sz="1700" dirty="0"/>
              <a:t>de</a:t>
            </a:r>
            <a:r>
              <a:rPr sz="1700" spc="-40" dirty="0"/>
              <a:t> </a:t>
            </a:r>
            <a:r>
              <a:rPr sz="1700" dirty="0"/>
              <a:t>relation </a:t>
            </a:r>
            <a:r>
              <a:rPr sz="1700" spc="-10" dirty="0"/>
              <a:t>d’ordre</a:t>
            </a:r>
            <a:r>
              <a:rPr sz="1700" spc="-40" dirty="0"/>
              <a:t> </a:t>
            </a:r>
            <a:r>
              <a:rPr sz="1700" spc="-5" dirty="0"/>
              <a:t>sur</a:t>
            </a:r>
            <a:r>
              <a:rPr sz="1700" spc="-25" dirty="0"/>
              <a:t> </a:t>
            </a:r>
            <a:r>
              <a:rPr sz="1700" spc="15" dirty="0"/>
              <a:t>la </a:t>
            </a:r>
            <a:r>
              <a:rPr sz="1700" spc="-490" dirty="0"/>
              <a:t> </a:t>
            </a:r>
            <a:r>
              <a:rPr sz="1700" spc="-5" dirty="0"/>
              <a:t>donnée</a:t>
            </a:r>
            <a:r>
              <a:rPr sz="1700" spc="-45" dirty="0"/>
              <a:t> </a:t>
            </a:r>
            <a:r>
              <a:rPr sz="1700" spc="-15" dirty="0"/>
              <a:t>d’entrée</a:t>
            </a:r>
            <a:r>
              <a:rPr sz="1700" spc="65" dirty="0"/>
              <a:t> </a:t>
            </a:r>
            <a:r>
              <a:rPr sz="1700" spc="-10" dirty="0"/>
              <a:t>considérée</a:t>
            </a:r>
            <a:endParaRPr sz="1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3342" y="1386111"/>
            <a:ext cx="380936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62865" indent="12700">
              <a:lnSpc>
                <a:spcPct val="112200"/>
              </a:lnSpc>
              <a:spcBef>
                <a:spcPts val="100"/>
              </a:spcBef>
            </a:pPr>
            <a:r>
              <a:rPr spc="-5" dirty="0"/>
              <a:t>Produit</a:t>
            </a:r>
            <a:r>
              <a:rPr spc="-170" dirty="0"/>
              <a:t> </a:t>
            </a:r>
            <a:r>
              <a:rPr dirty="0"/>
              <a:t>à</a:t>
            </a:r>
            <a:r>
              <a:rPr spc="40" dirty="0"/>
              <a:t> </a:t>
            </a:r>
            <a:r>
              <a:rPr spc="-20" dirty="0"/>
              <a:t>la</a:t>
            </a:r>
            <a:r>
              <a:rPr spc="-60" dirty="0"/>
              <a:t> </a:t>
            </a:r>
            <a:r>
              <a:rPr spc="-10" dirty="0"/>
              <a:t>fois</a:t>
            </a:r>
            <a:r>
              <a:rPr spc="-105" dirty="0"/>
              <a:t> </a:t>
            </a:r>
            <a:r>
              <a:rPr spc="25" dirty="0"/>
              <a:t>des</a:t>
            </a:r>
            <a:r>
              <a:rPr spc="-105" dirty="0"/>
              <a:t> </a:t>
            </a:r>
            <a:r>
              <a:rPr spc="10" dirty="0"/>
              <a:t>cas</a:t>
            </a:r>
            <a:r>
              <a:rPr spc="-105" dirty="0"/>
              <a:t> </a:t>
            </a:r>
            <a:r>
              <a:rPr spc="20" dirty="0"/>
              <a:t>de</a:t>
            </a:r>
            <a:r>
              <a:rPr spc="-145" dirty="0"/>
              <a:t> </a:t>
            </a:r>
            <a:r>
              <a:rPr spc="5" dirty="0"/>
              <a:t>test</a:t>
            </a:r>
            <a:r>
              <a:rPr spc="-70" dirty="0"/>
              <a:t> </a:t>
            </a:r>
            <a:r>
              <a:rPr spc="-5" dirty="0"/>
              <a:t>nominaux</a:t>
            </a:r>
            <a:r>
              <a:rPr spc="-250" dirty="0"/>
              <a:t> </a:t>
            </a:r>
            <a:r>
              <a:rPr dirty="0"/>
              <a:t>(dans</a:t>
            </a:r>
            <a:r>
              <a:rPr spc="-105" dirty="0"/>
              <a:t> </a:t>
            </a:r>
            <a:r>
              <a:rPr spc="-10" dirty="0"/>
              <a:t>l’intervalle) </a:t>
            </a:r>
            <a:r>
              <a:rPr spc="-670" dirty="0"/>
              <a:t> </a:t>
            </a:r>
            <a:r>
              <a:rPr spc="35" dirty="0"/>
              <a:t>e</a:t>
            </a:r>
            <a:r>
              <a:rPr dirty="0"/>
              <a:t>t</a:t>
            </a:r>
            <a:r>
              <a:rPr spc="-70" dirty="0"/>
              <a:t> </a:t>
            </a:r>
            <a:r>
              <a:rPr spc="50" dirty="0"/>
              <a:t>d</a:t>
            </a:r>
            <a:r>
              <a:rPr dirty="0"/>
              <a:t>e</a:t>
            </a:r>
            <a:r>
              <a:rPr spc="-150" dirty="0"/>
              <a:t> </a:t>
            </a:r>
            <a:r>
              <a:rPr spc="-10" dirty="0"/>
              <a:t>r</a:t>
            </a:r>
            <a:r>
              <a:rPr spc="-15" dirty="0"/>
              <a:t>o</a:t>
            </a:r>
            <a:r>
              <a:rPr spc="30" dirty="0"/>
              <a:t>b</a:t>
            </a:r>
            <a:r>
              <a:rPr dirty="0"/>
              <a:t>u</a:t>
            </a:r>
            <a:r>
              <a:rPr spc="-20" dirty="0"/>
              <a:t>s</a:t>
            </a:r>
            <a:r>
              <a:rPr spc="15" dirty="0"/>
              <a:t>t</a:t>
            </a:r>
            <a:r>
              <a:rPr spc="35" dirty="0"/>
              <a:t>e</a:t>
            </a:r>
            <a:r>
              <a:rPr spc="-20" dirty="0"/>
              <a:t>ss</a:t>
            </a:r>
            <a:r>
              <a:rPr dirty="0"/>
              <a:t>e</a:t>
            </a:r>
            <a:r>
              <a:rPr spc="-250" dirty="0"/>
              <a:t> </a:t>
            </a:r>
            <a:r>
              <a:rPr spc="-45" dirty="0"/>
              <a:t>(</a:t>
            </a:r>
            <a:r>
              <a:rPr spc="-30" dirty="0"/>
              <a:t>h</a:t>
            </a:r>
            <a:r>
              <a:rPr spc="-15" dirty="0"/>
              <a:t>o</a:t>
            </a:r>
            <a:r>
              <a:rPr spc="-10" dirty="0"/>
              <a:t>r</a:t>
            </a:r>
            <a:r>
              <a:rPr dirty="0"/>
              <a:t>s</a:t>
            </a:r>
            <a:r>
              <a:rPr spc="-10" dirty="0"/>
              <a:t> </a:t>
            </a:r>
            <a:r>
              <a:rPr spc="-45" dirty="0"/>
              <a:t>i</a:t>
            </a:r>
            <a:r>
              <a:rPr spc="-10" dirty="0"/>
              <a:t>n</a:t>
            </a:r>
            <a:r>
              <a:rPr spc="15" dirty="0"/>
              <a:t>t</a:t>
            </a:r>
            <a:r>
              <a:rPr spc="35" dirty="0"/>
              <a:t>e</a:t>
            </a:r>
            <a:r>
              <a:rPr spc="-5" dirty="0"/>
              <a:t>r</a:t>
            </a:r>
            <a:r>
              <a:rPr spc="-20" dirty="0"/>
              <a:t>v</a:t>
            </a:r>
            <a:r>
              <a:rPr spc="20" dirty="0"/>
              <a:t>a</a:t>
            </a:r>
            <a:r>
              <a:rPr spc="-30" dirty="0"/>
              <a:t>ll</a:t>
            </a:r>
            <a:r>
              <a:rPr spc="35" dirty="0"/>
              <a:t>e)</a:t>
            </a:r>
          </a:p>
          <a:p>
            <a:pPr marL="120014">
              <a:lnSpc>
                <a:spcPct val="100000"/>
              </a:lnSpc>
              <a:spcBef>
                <a:spcPts val="60"/>
              </a:spcBef>
            </a:pPr>
            <a:endParaRPr sz="2450"/>
          </a:p>
          <a:p>
            <a:pPr marL="132715" marR="218440" indent="12700">
              <a:lnSpc>
                <a:spcPct val="109800"/>
              </a:lnSpc>
            </a:pPr>
            <a:r>
              <a:rPr sz="2200" spc="-5" dirty="0"/>
              <a:t>Complémentaire</a:t>
            </a:r>
            <a:r>
              <a:rPr sz="2200" spc="-160" dirty="0"/>
              <a:t> </a:t>
            </a:r>
            <a:r>
              <a:rPr sz="2200" spc="-25" dirty="0"/>
              <a:t>aux</a:t>
            </a:r>
            <a:r>
              <a:rPr sz="2200" spc="-55" dirty="0"/>
              <a:t> </a:t>
            </a:r>
            <a:r>
              <a:rPr sz="2200" spc="-15" dirty="0"/>
              <a:t>autres</a:t>
            </a:r>
            <a:r>
              <a:rPr sz="2200" spc="75" dirty="0"/>
              <a:t> </a:t>
            </a:r>
            <a:r>
              <a:rPr sz="2200" spc="-15" dirty="0"/>
              <a:t>techniques</a:t>
            </a:r>
            <a:r>
              <a:rPr sz="2200" spc="-20" dirty="0"/>
              <a:t> </a:t>
            </a:r>
            <a:r>
              <a:rPr sz="2200" dirty="0"/>
              <a:t>de</a:t>
            </a:r>
            <a:r>
              <a:rPr sz="2200" spc="-60" dirty="0"/>
              <a:t> </a:t>
            </a:r>
            <a:r>
              <a:rPr sz="2200" spc="-5" dirty="0"/>
              <a:t>test</a:t>
            </a:r>
            <a:r>
              <a:rPr sz="2200" spc="-90" dirty="0"/>
              <a:t> </a:t>
            </a:r>
            <a:r>
              <a:rPr sz="2200" dirty="0"/>
              <a:t>notamment</a:t>
            </a:r>
            <a:r>
              <a:rPr sz="2200" spc="-90" dirty="0"/>
              <a:t> </a:t>
            </a:r>
            <a:r>
              <a:rPr sz="2200" spc="-5" dirty="0"/>
              <a:t>le </a:t>
            </a:r>
            <a:r>
              <a:rPr sz="2200" spc="-640" dirty="0"/>
              <a:t> </a:t>
            </a:r>
            <a:r>
              <a:rPr sz="2200" spc="-5" dirty="0"/>
              <a:t>test</a:t>
            </a:r>
            <a:r>
              <a:rPr sz="2200" dirty="0"/>
              <a:t> </a:t>
            </a:r>
            <a:r>
              <a:rPr sz="2200" spc="-5" dirty="0"/>
              <a:t>par</a:t>
            </a:r>
            <a:r>
              <a:rPr sz="2200" spc="-114" dirty="0"/>
              <a:t> </a:t>
            </a:r>
            <a:r>
              <a:rPr sz="2200" dirty="0"/>
              <a:t>partitionnement</a:t>
            </a:r>
            <a:endParaRPr sz="2200"/>
          </a:p>
          <a:p>
            <a:pPr marL="361315" indent="-139700">
              <a:lnSpc>
                <a:spcPct val="100000"/>
              </a:lnSpc>
              <a:spcBef>
                <a:spcPts val="660"/>
              </a:spcBef>
              <a:buClr>
                <a:srgbClr val="D34817"/>
              </a:buClr>
              <a:buFont typeface="Calibri"/>
              <a:buChar char="◦"/>
              <a:tabLst>
                <a:tab pos="361315" algn="l"/>
              </a:tabLst>
            </a:pPr>
            <a:r>
              <a:rPr sz="1700" spc="-20" dirty="0"/>
              <a:t>Permet</a:t>
            </a:r>
            <a:r>
              <a:rPr sz="1700" spc="80" dirty="0"/>
              <a:t> </a:t>
            </a:r>
            <a:r>
              <a:rPr sz="1700" dirty="0"/>
              <a:t>de</a:t>
            </a:r>
            <a:r>
              <a:rPr sz="1700" spc="-45" dirty="0"/>
              <a:t> </a:t>
            </a:r>
            <a:r>
              <a:rPr sz="1700" spc="-5" dirty="0"/>
              <a:t>renforcer</a:t>
            </a:r>
            <a:r>
              <a:rPr sz="1700" spc="-30" dirty="0"/>
              <a:t> </a:t>
            </a:r>
            <a:r>
              <a:rPr sz="1700" spc="-5" dirty="0"/>
              <a:t>les</a:t>
            </a:r>
            <a:r>
              <a:rPr sz="1700" spc="-45" dirty="0"/>
              <a:t> </a:t>
            </a:r>
            <a:r>
              <a:rPr sz="1700" spc="15" dirty="0"/>
              <a:t>cas</a:t>
            </a:r>
            <a:r>
              <a:rPr sz="1700" spc="-45" dirty="0"/>
              <a:t> </a:t>
            </a:r>
            <a:r>
              <a:rPr sz="1700" dirty="0"/>
              <a:t>de</a:t>
            </a:r>
            <a:r>
              <a:rPr sz="1700" spc="-45" dirty="0"/>
              <a:t> </a:t>
            </a:r>
            <a:r>
              <a:rPr sz="1700" spc="-20" dirty="0"/>
              <a:t>test</a:t>
            </a:r>
            <a:endParaRPr sz="1700"/>
          </a:p>
          <a:p>
            <a:pPr marL="361315" marR="5080" indent="-139700">
              <a:lnSpc>
                <a:spcPct val="112599"/>
              </a:lnSpc>
              <a:spcBef>
                <a:spcPts val="500"/>
              </a:spcBef>
              <a:buClr>
                <a:srgbClr val="D34817"/>
              </a:buClr>
              <a:buFont typeface="Calibri"/>
              <a:buChar char="◦"/>
              <a:tabLst>
                <a:tab pos="361315" algn="l"/>
              </a:tabLst>
            </a:pPr>
            <a:r>
              <a:rPr sz="1700" spc="-20" dirty="0"/>
              <a:t>Le</a:t>
            </a:r>
            <a:r>
              <a:rPr sz="1700" spc="65" dirty="0"/>
              <a:t> </a:t>
            </a:r>
            <a:r>
              <a:rPr sz="1700" spc="10" dirty="0"/>
              <a:t>choix</a:t>
            </a:r>
            <a:r>
              <a:rPr sz="1700" spc="-114" dirty="0"/>
              <a:t> </a:t>
            </a:r>
            <a:r>
              <a:rPr sz="1700" dirty="0"/>
              <a:t>de</a:t>
            </a:r>
            <a:r>
              <a:rPr sz="1700" spc="-35" dirty="0"/>
              <a:t> </a:t>
            </a:r>
            <a:r>
              <a:rPr sz="1700" spc="5" dirty="0"/>
              <a:t>conditions</a:t>
            </a:r>
            <a:r>
              <a:rPr sz="1700" spc="-135" dirty="0"/>
              <a:t> </a:t>
            </a:r>
            <a:r>
              <a:rPr sz="1700" spc="-15" dirty="0"/>
              <a:t>d’entrée</a:t>
            </a:r>
            <a:r>
              <a:rPr sz="1700" spc="65" dirty="0"/>
              <a:t> </a:t>
            </a:r>
            <a:r>
              <a:rPr sz="1700" spc="15" dirty="0"/>
              <a:t>aux</a:t>
            </a:r>
            <a:r>
              <a:rPr sz="1700" spc="-110" dirty="0"/>
              <a:t> </a:t>
            </a:r>
            <a:r>
              <a:rPr sz="1700" dirty="0"/>
              <a:t>limites</a:t>
            </a:r>
            <a:r>
              <a:rPr sz="1700" spc="-35" dirty="0"/>
              <a:t> </a:t>
            </a:r>
            <a:r>
              <a:rPr sz="1700" spc="-25" dirty="0"/>
              <a:t>est</a:t>
            </a:r>
            <a:r>
              <a:rPr sz="1700" spc="-5" dirty="0"/>
              <a:t> </a:t>
            </a:r>
            <a:r>
              <a:rPr sz="1700" spc="5" dirty="0"/>
              <a:t>une</a:t>
            </a:r>
            <a:r>
              <a:rPr sz="1700" spc="-35" dirty="0"/>
              <a:t> </a:t>
            </a:r>
            <a:r>
              <a:rPr sz="1700" dirty="0"/>
              <a:t>heuristique</a:t>
            </a:r>
            <a:r>
              <a:rPr sz="1700" spc="-40" dirty="0"/>
              <a:t> </a:t>
            </a:r>
            <a:r>
              <a:rPr sz="1700" dirty="0"/>
              <a:t>solide</a:t>
            </a:r>
            <a:r>
              <a:rPr sz="1700" spc="-135" dirty="0"/>
              <a:t> </a:t>
            </a:r>
            <a:r>
              <a:rPr sz="1700" dirty="0"/>
              <a:t>de</a:t>
            </a:r>
            <a:r>
              <a:rPr sz="1700" spc="65" dirty="0"/>
              <a:t> </a:t>
            </a:r>
            <a:r>
              <a:rPr sz="1700" spc="-10" dirty="0"/>
              <a:t>choix </a:t>
            </a:r>
            <a:r>
              <a:rPr sz="1700" spc="-490" dirty="0"/>
              <a:t> </a:t>
            </a:r>
            <a:r>
              <a:rPr sz="1700" dirty="0"/>
              <a:t>de</a:t>
            </a:r>
            <a:r>
              <a:rPr sz="1700" spc="-45" dirty="0"/>
              <a:t> </a:t>
            </a:r>
            <a:r>
              <a:rPr sz="1700" spc="-10" dirty="0"/>
              <a:t>données</a:t>
            </a:r>
            <a:r>
              <a:rPr sz="1700" spc="60" dirty="0"/>
              <a:t> </a:t>
            </a:r>
            <a:r>
              <a:rPr sz="1700" spc="-15" dirty="0"/>
              <a:t>d’entrée</a:t>
            </a:r>
            <a:r>
              <a:rPr sz="1700" spc="-40" dirty="0"/>
              <a:t> </a:t>
            </a:r>
            <a:r>
              <a:rPr sz="1700" spc="10" dirty="0"/>
              <a:t>au</a:t>
            </a:r>
            <a:r>
              <a:rPr sz="1700" spc="5" dirty="0"/>
              <a:t> </a:t>
            </a:r>
            <a:r>
              <a:rPr sz="1700" spc="-15" dirty="0"/>
              <a:t>sein</a:t>
            </a:r>
            <a:r>
              <a:rPr sz="1700" dirty="0"/>
              <a:t> </a:t>
            </a:r>
            <a:r>
              <a:rPr sz="1700" spc="-15" dirty="0"/>
              <a:t>des</a:t>
            </a:r>
            <a:r>
              <a:rPr sz="1700" spc="60" dirty="0"/>
              <a:t> </a:t>
            </a:r>
            <a:r>
              <a:rPr sz="1700" spc="-5" dirty="0"/>
              <a:t>classes</a:t>
            </a:r>
            <a:r>
              <a:rPr sz="1700" spc="-40" dirty="0"/>
              <a:t> </a:t>
            </a:r>
            <a:r>
              <a:rPr sz="1700" dirty="0"/>
              <a:t>d’équivalence</a:t>
            </a:r>
            <a:endParaRPr sz="1700"/>
          </a:p>
          <a:p>
            <a:pPr marL="361315" marR="479425" indent="-139700">
              <a:lnSpc>
                <a:spcPct val="117500"/>
              </a:lnSpc>
              <a:spcBef>
                <a:spcPts val="400"/>
              </a:spcBef>
              <a:buClr>
                <a:srgbClr val="D34817"/>
              </a:buClr>
              <a:buFont typeface="Calibri"/>
              <a:buChar char="◦"/>
              <a:tabLst>
                <a:tab pos="361315" algn="l"/>
              </a:tabLst>
            </a:pPr>
            <a:r>
              <a:rPr sz="1700" spc="-5" dirty="0"/>
              <a:t>cette</a:t>
            </a:r>
            <a:r>
              <a:rPr sz="1700" spc="-40" dirty="0"/>
              <a:t> </a:t>
            </a:r>
            <a:r>
              <a:rPr sz="1700" dirty="0"/>
              <a:t>heuristique</a:t>
            </a:r>
            <a:r>
              <a:rPr sz="1700" spc="-40" dirty="0"/>
              <a:t> </a:t>
            </a:r>
            <a:r>
              <a:rPr sz="1700" spc="-15" dirty="0"/>
              <a:t>n’est</a:t>
            </a:r>
            <a:r>
              <a:rPr sz="1700" spc="-10" dirty="0"/>
              <a:t> </a:t>
            </a:r>
            <a:r>
              <a:rPr sz="1700" spc="10" dirty="0"/>
              <a:t>utilisable</a:t>
            </a:r>
            <a:r>
              <a:rPr sz="1700" spc="-140" dirty="0"/>
              <a:t> </a:t>
            </a:r>
            <a:r>
              <a:rPr sz="1700" spc="-5" dirty="0"/>
              <a:t>qu’en</a:t>
            </a:r>
            <a:r>
              <a:rPr sz="1700" spc="-100" dirty="0"/>
              <a:t> </a:t>
            </a:r>
            <a:r>
              <a:rPr sz="1700" spc="-15" dirty="0"/>
              <a:t>présence</a:t>
            </a:r>
            <a:r>
              <a:rPr sz="1700" spc="65" dirty="0"/>
              <a:t> </a:t>
            </a:r>
            <a:r>
              <a:rPr sz="1700" dirty="0"/>
              <a:t>de</a:t>
            </a:r>
            <a:r>
              <a:rPr sz="1700" spc="-40" dirty="0"/>
              <a:t> </a:t>
            </a:r>
            <a:r>
              <a:rPr sz="1700" dirty="0"/>
              <a:t>relation </a:t>
            </a:r>
            <a:r>
              <a:rPr sz="1700" spc="-10" dirty="0"/>
              <a:t>d’ordre</a:t>
            </a:r>
            <a:r>
              <a:rPr sz="1700" spc="-40" dirty="0"/>
              <a:t> </a:t>
            </a:r>
            <a:r>
              <a:rPr sz="1700" spc="-5" dirty="0"/>
              <a:t>sur</a:t>
            </a:r>
            <a:r>
              <a:rPr sz="1700" spc="-25" dirty="0"/>
              <a:t> </a:t>
            </a:r>
            <a:r>
              <a:rPr sz="1700" spc="15" dirty="0"/>
              <a:t>la </a:t>
            </a:r>
            <a:r>
              <a:rPr sz="1700" spc="-490" dirty="0"/>
              <a:t> </a:t>
            </a:r>
            <a:r>
              <a:rPr sz="1700" spc="-5" dirty="0"/>
              <a:t>donnée</a:t>
            </a:r>
            <a:r>
              <a:rPr sz="1700" spc="-45" dirty="0"/>
              <a:t> </a:t>
            </a:r>
            <a:r>
              <a:rPr sz="1700" spc="-15" dirty="0"/>
              <a:t>d’entrée</a:t>
            </a:r>
            <a:r>
              <a:rPr sz="1700" spc="65" dirty="0"/>
              <a:t> </a:t>
            </a:r>
            <a:r>
              <a:rPr sz="1700" spc="-10" dirty="0"/>
              <a:t>considérée</a:t>
            </a:r>
            <a:endParaRPr sz="1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3342" y="1386111"/>
            <a:ext cx="380936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091597"/>
            <a:ext cx="8039100" cy="38741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65"/>
              </a:spcBef>
            </a:pPr>
            <a:r>
              <a:rPr sz="2000" spc="-5" dirty="0">
                <a:solidFill>
                  <a:srgbClr val="404040"/>
                </a:solidFill>
                <a:latin typeface="Comic Sans MS"/>
                <a:cs typeface="Comic Sans MS"/>
              </a:rPr>
              <a:t>Sélection</a:t>
            </a:r>
            <a:r>
              <a:rPr sz="20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0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mic Sans MS"/>
                <a:cs typeface="Comic Sans MS"/>
              </a:rPr>
              <a:t>données</a:t>
            </a:r>
            <a:r>
              <a:rPr sz="2000" spc="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0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0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omic Sans MS"/>
                <a:cs typeface="Comic Sans MS"/>
              </a:rPr>
              <a:t>aux</a:t>
            </a:r>
            <a:r>
              <a:rPr sz="2000" spc="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5" dirty="0">
                <a:solidFill>
                  <a:srgbClr val="404040"/>
                </a:solidFill>
                <a:latin typeface="Comic Sans MS"/>
                <a:cs typeface="Comic Sans MS"/>
              </a:rPr>
              <a:t>bornes</a:t>
            </a:r>
            <a:r>
              <a:rPr sz="20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404040"/>
                </a:solidFill>
                <a:latin typeface="Comic Sans MS"/>
                <a:cs typeface="Comic Sans MS"/>
              </a:rPr>
              <a:t>valides</a:t>
            </a:r>
            <a:r>
              <a:rPr sz="20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0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omic Sans MS"/>
                <a:cs typeface="Comic Sans MS"/>
              </a:rPr>
              <a:t>invalides</a:t>
            </a:r>
            <a:endParaRPr sz="2000">
              <a:latin typeface="Comic Sans MS"/>
              <a:cs typeface="Comic Sans MS"/>
            </a:endParaRPr>
          </a:p>
          <a:p>
            <a:pPr marL="254000" marR="5080" algn="just">
              <a:lnSpc>
                <a:spcPct val="127200"/>
              </a:lnSpc>
              <a:spcBef>
                <a:spcPts val="10"/>
              </a:spcBef>
            </a:pP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spc="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3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ll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18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4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3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8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800" spc="3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8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1800" spc="35" dirty="0">
                <a:solidFill>
                  <a:srgbClr val="404040"/>
                </a:solidFill>
                <a:latin typeface="Comic Sans MS"/>
                <a:cs typeface="Comic Sans MS"/>
              </a:rPr>
              <a:t>rr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800" spc="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18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, 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18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18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4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8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mic Sans MS"/>
                <a:cs typeface="Comic Sans MS"/>
              </a:rPr>
              <a:t>correspondant</a:t>
            </a:r>
            <a:r>
              <a:rPr sz="18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aux</a:t>
            </a:r>
            <a:r>
              <a:rPr sz="18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8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1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8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mic Sans MS"/>
                <a:cs typeface="Comic Sans MS"/>
              </a:rPr>
              <a:t>limites</a:t>
            </a:r>
            <a:r>
              <a:rPr sz="18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± le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plus</a:t>
            </a:r>
            <a:r>
              <a:rPr sz="18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petit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delta </a:t>
            </a:r>
            <a:r>
              <a:rPr sz="1800" spc="-5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possible</a:t>
            </a:r>
            <a:endParaRPr sz="1800">
              <a:latin typeface="Comic Sans MS"/>
              <a:cs typeface="Comic Sans MS"/>
            </a:endParaRPr>
          </a:p>
          <a:p>
            <a:pPr marL="1409700" algn="just">
              <a:lnSpc>
                <a:spcPct val="100000"/>
              </a:lnSpc>
              <a:spcBef>
                <a:spcPts val="1135"/>
              </a:spcBef>
            </a:pP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n</a:t>
            </a:r>
            <a:r>
              <a:rPr sz="1800" spc="1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MS Gothic"/>
                <a:cs typeface="MS Gothic"/>
              </a:rPr>
              <a:t>∈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3</a:t>
            </a:r>
            <a:r>
              <a:rPr sz="1800" spc="-1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50" dirty="0">
                <a:solidFill>
                  <a:srgbClr val="0F802C"/>
                </a:solidFill>
                <a:latin typeface="Comic Sans MS"/>
                <a:cs typeface="Comic Sans MS"/>
              </a:rPr>
              <a:t>.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.</a:t>
            </a:r>
            <a:r>
              <a:rPr sz="1800" spc="11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15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5</a:t>
            </a:r>
            <a:r>
              <a:rPr sz="1800" spc="-3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MS Gothic"/>
                <a:cs typeface="MS Gothic"/>
              </a:rPr>
              <a:t>⇒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800" spc="-15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3,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15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5,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3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4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4,</a:t>
            </a:r>
            <a:endParaRPr sz="1800">
              <a:latin typeface="Comic Sans MS"/>
              <a:cs typeface="Comic Sans MS"/>
            </a:endParaRPr>
          </a:p>
          <a:p>
            <a:pPr marL="3022600" algn="just">
              <a:lnSpc>
                <a:spcPct val="100000"/>
              </a:lnSpc>
              <a:spcBef>
                <a:spcPts val="1035"/>
              </a:spcBef>
            </a:pP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5</a:t>
            </a:r>
            <a:r>
              <a:rPr sz="1800" spc="-1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15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4,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6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15" dirty="0">
                <a:solidFill>
                  <a:srgbClr val="0F802C"/>
                </a:solidFill>
                <a:latin typeface="Comic Sans MS"/>
                <a:cs typeface="Comic Sans MS"/>
              </a:rPr>
              <a:t>16</a:t>
            </a:r>
            <a:endParaRPr sz="1800">
              <a:latin typeface="Comic Sans MS"/>
              <a:cs typeface="Comic Sans MS"/>
            </a:endParaRPr>
          </a:p>
          <a:p>
            <a:pPr marL="254000" marR="349250" algn="just">
              <a:lnSpc>
                <a:spcPct val="124900"/>
              </a:lnSpc>
              <a:spcBef>
                <a:spcPts val="600"/>
              </a:spcBef>
            </a:pP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si</a:t>
            </a:r>
            <a:r>
              <a:rPr sz="18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8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variable</a:t>
            </a:r>
            <a:r>
              <a:rPr sz="18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appartient</a:t>
            </a:r>
            <a:r>
              <a:rPr sz="18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1800" spc="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8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ensemble</a:t>
            </a:r>
            <a:r>
              <a:rPr sz="18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mic Sans MS"/>
                <a:cs typeface="Comic Sans MS"/>
              </a:rPr>
              <a:t>ordonné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8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valeurs,</a:t>
            </a:r>
            <a:r>
              <a:rPr sz="18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on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mic Sans MS"/>
                <a:cs typeface="Comic Sans MS"/>
              </a:rPr>
              <a:t>choisit</a:t>
            </a:r>
            <a:r>
              <a:rPr sz="18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800" spc="-5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35" dirty="0">
                <a:solidFill>
                  <a:srgbClr val="404040"/>
                </a:solidFill>
                <a:latin typeface="Comic Sans MS"/>
                <a:cs typeface="Comic Sans MS"/>
              </a:rPr>
              <a:t>pr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18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-3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1800" spc="-5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1800" spc="-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’a</a:t>
            </a:r>
            <a:r>
              <a:rPr sz="1800" spc="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18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8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spc="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1800" spc="-4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1800" spc="-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1800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18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endParaRPr sz="1800">
              <a:latin typeface="Comic Sans MS"/>
              <a:cs typeface="Comic Sans MS"/>
            </a:endParaRPr>
          </a:p>
          <a:p>
            <a:pPr marL="1409700" algn="just">
              <a:lnSpc>
                <a:spcPct val="100000"/>
              </a:lnSpc>
              <a:spcBef>
                <a:spcPts val="1140"/>
              </a:spcBef>
            </a:pP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n</a:t>
            </a:r>
            <a:r>
              <a:rPr sz="1800" spc="1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MS Gothic"/>
                <a:cs typeface="MS Gothic"/>
              </a:rPr>
              <a:t>∈</a:t>
            </a:r>
            <a:r>
              <a:rPr sz="1800" spc="40" dirty="0">
                <a:solidFill>
                  <a:srgbClr val="0F802C"/>
                </a:solidFill>
                <a:latin typeface="Comic Sans MS"/>
                <a:cs typeface="Comic Sans MS"/>
              </a:rPr>
              <a:t>{</a:t>
            </a:r>
            <a:r>
              <a:rPr sz="1800" spc="-50" dirty="0">
                <a:solidFill>
                  <a:srgbClr val="0F802C"/>
                </a:solidFill>
                <a:latin typeface="Comic Sans MS"/>
                <a:cs typeface="Comic Sans MS"/>
              </a:rPr>
              <a:t>-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7,</a:t>
            </a:r>
            <a:r>
              <a:rPr sz="1800" spc="-1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3,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15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57,</a:t>
            </a:r>
            <a:r>
              <a:rPr sz="1800" spc="-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200}</a:t>
            </a:r>
            <a:r>
              <a:rPr sz="1800" spc="-9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MS Gothic"/>
                <a:cs typeface="MS Gothic"/>
              </a:rPr>
              <a:t>⇒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800" spc="-5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50" dirty="0">
                <a:solidFill>
                  <a:srgbClr val="0F802C"/>
                </a:solidFill>
                <a:latin typeface="Comic Sans MS"/>
                <a:cs typeface="Comic Sans MS"/>
              </a:rPr>
              <a:t>-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7,</a:t>
            </a:r>
            <a:r>
              <a:rPr sz="1800" spc="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20" dirty="0">
                <a:solidFill>
                  <a:srgbClr val="0F802C"/>
                </a:solidFill>
                <a:latin typeface="Comic Sans MS"/>
                <a:cs typeface="Comic Sans MS"/>
              </a:rPr>
              <a:t>v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</a:t>
            </a:r>
            <a:r>
              <a:rPr sz="1800" spc="-1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4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2,</a:t>
            </a:r>
            <a:endParaRPr sz="1800">
              <a:latin typeface="Comic Sans MS"/>
              <a:cs typeface="Comic Sans MS"/>
            </a:endParaRPr>
          </a:p>
          <a:p>
            <a:pPr marL="1409700" algn="just">
              <a:lnSpc>
                <a:spcPct val="100000"/>
              </a:lnSpc>
              <a:spcBef>
                <a:spcPts val="1035"/>
              </a:spcBef>
            </a:pPr>
            <a:r>
              <a:rPr sz="1800" spc="10" dirty="0">
                <a:solidFill>
                  <a:srgbClr val="0F802C"/>
                </a:solidFill>
                <a:latin typeface="Comic Sans MS"/>
                <a:cs typeface="Comic Sans MS"/>
              </a:rPr>
              <a:t>v3</a:t>
            </a:r>
            <a:r>
              <a:rPr sz="1800" spc="-6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7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0F802C"/>
                </a:solidFill>
                <a:latin typeface="Comic Sans MS"/>
                <a:cs typeface="Comic Sans MS"/>
              </a:rPr>
              <a:t>157,</a:t>
            </a:r>
            <a:r>
              <a:rPr sz="1800" spc="-5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spc="10" dirty="0">
                <a:solidFill>
                  <a:srgbClr val="0F802C"/>
                </a:solidFill>
                <a:latin typeface="Comic Sans MS"/>
                <a:cs typeface="Comic Sans MS"/>
              </a:rPr>
              <a:t>v4</a:t>
            </a:r>
            <a:r>
              <a:rPr sz="1800" spc="-5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=</a:t>
            </a:r>
            <a:r>
              <a:rPr sz="1800" spc="-7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F802C"/>
                </a:solidFill>
                <a:latin typeface="Comic Sans MS"/>
                <a:cs typeface="Comic Sans MS"/>
              </a:rPr>
              <a:t>200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214257"/>
            <a:ext cx="7848600" cy="30048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991869" indent="12700">
              <a:lnSpc>
                <a:spcPts val="2400"/>
              </a:lnSpc>
              <a:spcBef>
                <a:spcPts val="475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ux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et 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invalides</a:t>
            </a:r>
            <a:endParaRPr sz="2300">
              <a:latin typeface="Comic Sans MS"/>
              <a:cs typeface="Comic Sans MS"/>
            </a:endParaRPr>
          </a:p>
          <a:p>
            <a:pPr marL="254000" marR="5080" algn="just">
              <a:lnSpc>
                <a:spcPts val="3500"/>
              </a:lnSpc>
              <a:spcBef>
                <a:spcPts val="215"/>
              </a:spcBef>
            </a:pP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si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une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condition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d’entrée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spécifie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valeurs, définir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les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cas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partir du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 minimum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maximum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valeurs,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9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nombres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1900" spc="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hors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limites</a:t>
            </a:r>
            <a:endParaRPr sz="1900">
              <a:latin typeface="Comic Sans MS"/>
              <a:cs typeface="Comic Sans MS"/>
            </a:endParaRPr>
          </a:p>
          <a:p>
            <a:pPr marL="1409700" algn="just">
              <a:lnSpc>
                <a:spcPct val="100000"/>
              </a:lnSpc>
              <a:spcBef>
                <a:spcPts val="1290"/>
              </a:spcBef>
            </a:pPr>
            <a:r>
              <a:rPr sz="1900" dirty="0">
                <a:solidFill>
                  <a:srgbClr val="0F802C"/>
                </a:solidFill>
                <a:latin typeface="Comic Sans MS"/>
                <a:cs typeface="Comic Sans MS"/>
              </a:rPr>
              <a:t>Un</a:t>
            </a:r>
            <a:r>
              <a:rPr sz="1900" spc="63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F802C"/>
                </a:solidFill>
                <a:latin typeface="Comic Sans MS"/>
                <a:cs typeface="Comic Sans MS"/>
              </a:rPr>
              <a:t>fichier</a:t>
            </a:r>
            <a:r>
              <a:rPr sz="1900" spc="12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0F802C"/>
                </a:solidFill>
                <a:latin typeface="Comic Sans MS"/>
                <a:cs typeface="Comic Sans MS"/>
              </a:rPr>
              <a:t>d’entrée</a:t>
            </a:r>
            <a:r>
              <a:rPr sz="1900" spc="28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F802C"/>
                </a:solidFill>
                <a:latin typeface="Comic Sans MS"/>
                <a:cs typeface="Comic Sans MS"/>
              </a:rPr>
              <a:t>contient</a:t>
            </a:r>
            <a:r>
              <a:rPr sz="1900" spc="229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F802C"/>
                </a:solidFill>
                <a:latin typeface="Comic Sans MS"/>
                <a:cs typeface="Comic Sans MS"/>
              </a:rPr>
              <a:t>1</a:t>
            </a:r>
            <a:r>
              <a:rPr sz="1900" spc="-2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0F802C"/>
                </a:solidFill>
                <a:latin typeface="Comic Sans MS"/>
                <a:cs typeface="Comic Sans MS"/>
              </a:rPr>
              <a:t>à</a:t>
            </a:r>
            <a:r>
              <a:rPr sz="1900" spc="5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25" dirty="0">
                <a:solidFill>
                  <a:srgbClr val="0F802C"/>
                </a:solidFill>
                <a:latin typeface="Comic Sans MS"/>
                <a:cs typeface="Comic Sans MS"/>
              </a:rPr>
              <a:t>255</a:t>
            </a:r>
            <a:r>
              <a:rPr sz="1900" spc="-3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0F802C"/>
                </a:solidFill>
                <a:latin typeface="Comic Sans MS"/>
                <a:cs typeface="Comic Sans MS"/>
              </a:rPr>
              <a:t>records</a:t>
            </a:r>
            <a:endParaRPr sz="1900">
              <a:latin typeface="Comic Sans MS"/>
              <a:cs typeface="Comic Sans MS"/>
            </a:endParaRPr>
          </a:p>
          <a:p>
            <a:pPr marL="1409700" algn="just">
              <a:lnSpc>
                <a:spcPct val="100000"/>
              </a:lnSpc>
              <a:spcBef>
                <a:spcPts val="1720"/>
              </a:spcBef>
            </a:pPr>
            <a:r>
              <a:rPr sz="1900" spc="-15" dirty="0">
                <a:solidFill>
                  <a:srgbClr val="0F802C"/>
                </a:solidFill>
                <a:latin typeface="Comic Sans MS"/>
                <a:cs typeface="Comic Sans MS"/>
              </a:rPr>
              <a:t>produire</a:t>
            </a:r>
            <a:r>
              <a:rPr sz="1900" spc="18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0F802C"/>
                </a:solidFill>
                <a:latin typeface="Comic Sans MS"/>
                <a:cs typeface="Comic Sans MS"/>
              </a:rPr>
              <a:t>un</a:t>
            </a:r>
            <a:r>
              <a:rPr sz="1900" spc="3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15" dirty="0">
                <a:solidFill>
                  <a:srgbClr val="0F802C"/>
                </a:solidFill>
                <a:latin typeface="Comic Sans MS"/>
                <a:cs typeface="Comic Sans MS"/>
              </a:rPr>
              <a:t>cas</a:t>
            </a:r>
            <a:r>
              <a:rPr sz="190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0F802C"/>
                </a:solidFill>
                <a:latin typeface="Comic Sans MS"/>
                <a:cs typeface="Comic Sans MS"/>
              </a:rPr>
              <a:t>de</a:t>
            </a:r>
            <a:r>
              <a:rPr sz="1900" spc="8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0F802C"/>
                </a:solidFill>
                <a:latin typeface="Comic Sans MS"/>
                <a:cs typeface="Comic Sans MS"/>
              </a:rPr>
              <a:t>test</a:t>
            </a:r>
            <a:r>
              <a:rPr sz="1900" spc="13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0F802C"/>
                </a:solidFill>
                <a:latin typeface="Comic Sans MS"/>
                <a:cs typeface="Comic Sans MS"/>
              </a:rPr>
              <a:t>pour</a:t>
            </a:r>
            <a:r>
              <a:rPr sz="1900" spc="1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20" dirty="0">
                <a:solidFill>
                  <a:srgbClr val="0F802C"/>
                </a:solidFill>
                <a:latin typeface="Comic Sans MS"/>
                <a:cs typeface="Comic Sans MS"/>
              </a:rPr>
              <a:t>0,</a:t>
            </a:r>
            <a:r>
              <a:rPr sz="190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20" dirty="0">
                <a:solidFill>
                  <a:srgbClr val="0F802C"/>
                </a:solidFill>
                <a:latin typeface="Comic Sans MS"/>
                <a:cs typeface="Comic Sans MS"/>
              </a:rPr>
              <a:t>1,</a:t>
            </a:r>
            <a:r>
              <a:rPr sz="1900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25" dirty="0">
                <a:solidFill>
                  <a:srgbClr val="0F802C"/>
                </a:solidFill>
                <a:latin typeface="Comic Sans MS"/>
                <a:cs typeface="Comic Sans MS"/>
              </a:rPr>
              <a:t>255</a:t>
            </a:r>
            <a:r>
              <a:rPr sz="1900" spc="-3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0F802C"/>
                </a:solidFill>
                <a:latin typeface="Comic Sans MS"/>
                <a:cs typeface="Comic Sans MS"/>
              </a:rPr>
              <a:t>et</a:t>
            </a:r>
            <a:r>
              <a:rPr sz="1900" spc="35" dirty="0">
                <a:solidFill>
                  <a:srgbClr val="0F802C"/>
                </a:solidFill>
                <a:latin typeface="Comic Sans MS"/>
                <a:cs typeface="Comic Sans MS"/>
              </a:rPr>
              <a:t> </a:t>
            </a:r>
            <a:r>
              <a:rPr sz="1900" spc="40" dirty="0">
                <a:solidFill>
                  <a:srgbClr val="0F802C"/>
                </a:solidFill>
                <a:latin typeface="Comic Sans MS"/>
                <a:cs typeface="Comic Sans MS"/>
              </a:rPr>
              <a:t>256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282" y="2201345"/>
            <a:ext cx="6762115" cy="3750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2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v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2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-9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</a:t>
            </a: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é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qu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 marL="749300" marR="5080" indent="-647700">
              <a:lnSpc>
                <a:spcPct val="130300"/>
              </a:lnSpc>
              <a:spcBef>
                <a:spcPts val="1900"/>
              </a:spcBef>
            </a:pP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Chaînes</a:t>
            </a:r>
            <a:r>
              <a:rPr sz="2300" u="sng" spc="-2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de</a:t>
            </a:r>
            <a:r>
              <a:rPr sz="23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caractères</a:t>
            </a:r>
            <a:r>
              <a:rPr sz="2300" u="sng" spc="-30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(avec</a:t>
            </a:r>
            <a:r>
              <a:rPr sz="2300" u="sng" spc="-6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au</a:t>
            </a:r>
            <a:r>
              <a:rPr sz="2300" u="sng" spc="-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plus</a:t>
            </a:r>
            <a:r>
              <a:rPr sz="2300" u="sng" spc="-10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caractères)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î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î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ul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 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chaîne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avec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n-1,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n,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n+1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caractères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100">
              <a:latin typeface="Comic Sans MS"/>
              <a:cs typeface="Comic Sans MS"/>
            </a:endParaRPr>
          </a:p>
          <a:p>
            <a:pPr marL="101600">
              <a:lnSpc>
                <a:spcPct val="100000"/>
              </a:lnSpc>
            </a:pP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Tableaux</a:t>
            </a:r>
            <a:endParaRPr sz="2300">
              <a:latin typeface="Comic Sans MS"/>
              <a:cs typeface="Comic Sans MS"/>
            </a:endParaRPr>
          </a:p>
          <a:p>
            <a:pPr marL="381000">
              <a:lnSpc>
                <a:spcPct val="100000"/>
              </a:lnSpc>
              <a:spcBef>
                <a:spcPts val="434"/>
              </a:spcBef>
            </a:pP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Tableau</a:t>
            </a:r>
            <a:r>
              <a:rPr sz="2300" spc="-2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vide,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avec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seul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élément,</a:t>
            </a:r>
            <a:r>
              <a:rPr sz="2300" spc="-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avec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n-1,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n,</a:t>
            </a:r>
            <a:endParaRPr sz="2300">
              <a:latin typeface="Comic Sans MS"/>
              <a:cs typeface="Comic Sans MS"/>
            </a:endParaRPr>
          </a:p>
          <a:p>
            <a:pPr marL="381000">
              <a:lnSpc>
                <a:spcPct val="100000"/>
              </a:lnSpc>
              <a:spcBef>
                <a:spcPts val="840"/>
              </a:spcBef>
              <a:tabLst>
                <a:tab pos="965200" algn="l"/>
              </a:tabLst>
            </a:pP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n+1	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éléments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282" y="2201346"/>
            <a:ext cx="7615555" cy="3357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Autres</a:t>
            </a:r>
            <a:r>
              <a:rPr sz="24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valeurs</a:t>
            </a:r>
            <a:r>
              <a:rPr sz="2400" u="heavy" spc="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heavy" spc="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non</a:t>
            </a:r>
            <a:r>
              <a:rPr sz="2400" u="heavy" spc="-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4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numériques</a:t>
            </a:r>
            <a:endParaRPr sz="2400">
              <a:latin typeface="Comic Sans MS"/>
              <a:cs typeface="Comic Sans MS"/>
            </a:endParaRPr>
          </a:p>
          <a:p>
            <a:pPr marL="101600">
              <a:lnSpc>
                <a:spcPct val="100000"/>
              </a:lnSpc>
              <a:spcBef>
                <a:spcPts val="2815"/>
              </a:spcBef>
            </a:pP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Fichiers</a:t>
            </a:r>
            <a:endParaRPr sz="2300">
              <a:latin typeface="Comic Sans MS"/>
              <a:cs typeface="Comic Sans MS"/>
            </a:endParaRPr>
          </a:p>
          <a:p>
            <a:pPr marL="749300" marR="258445">
              <a:lnSpc>
                <a:spcPct val="126699"/>
              </a:lnSpc>
              <a:spcBef>
                <a:spcPts val="100"/>
              </a:spcBef>
            </a:pP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Fichier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vide,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avec</a:t>
            </a:r>
            <a:r>
              <a:rPr sz="2300" spc="-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seule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ligne,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fichier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taille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Comic Sans MS"/>
              <a:cs typeface="Comic Sans MS"/>
            </a:endParaRPr>
          </a:p>
          <a:p>
            <a:pPr marL="101600">
              <a:lnSpc>
                <a:spcPct val="100000"/>
              </a:lnSpc>
            </a:pP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-17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ur</a:t>
            </a:r>
            <a:r>
              <a:rPr sz="2300" u="sng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1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00" u="sng" spc="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b</a:t>
            </a:r>
            <a:r>
              <a:rPr sz="2300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l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 marL="749300">
              <a:lnSpc>
                <a:spcPct val="100000"/>
              </a:lnSpc>
              <a:spcBef>
                <a:spcPts val="740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ensemble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vide,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ensemble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trop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gros,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ensemble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valide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171337"/>
            <a:ext cx="8140700" cy="262699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35"/>
              </a:spcBef>
            </a:pP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622300" marR="5080" indent="-368300">
              <a:lnSpc>
                <a:spcPct val="112200"/>
              </a:lnSpc>
              <a:spcBef>
                <a:spcPts val="500"/>
              </a:spcBef>
            </a:pPr>
            <a:r>
              <a:rPr sz="2300" dirty="0">
                <a:solidFill>
                  <a:srgbClr val="D34817"/>
                </a:solidFill>
                <a:latin typeface="Courier New"/>
                <a:cs typeface="Courier New"/>
              </a:rPr>
              <a:t>o</a:t>
            </a:r>
            <a:r>
              <a:rPr sz="2300" spc="135" dirty="0">
                <a:solidFill>
                  <a:srgbClr val="D34817"/>
                </a:solidFill>
                <a:latin typeface="Courier New"/>
                <a:cs typeface="Courier New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ux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‘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 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3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Comic Sans MS"/>
              <a:cs typeface="Comic Sans MS"/>
            </a:endParaRPr>
          </a:p>
          <a:p>
            <a:pPr marL="12700" marR="520065" indent="12700">
              <a:lnSpc>
                <a:spcPct val="112200"/>
              </a:lnSpc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ux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 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(unitaires,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d’intégration,</a:t>
            </a:r>
            <a:r>
              <a:rPr sz="2300" spc="-2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conformité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régression)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182" y="2196715"/>
            <a:ext cx="7764145" cy="298196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3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</a:t>
            </a:r>
            <a:r>
              <a:rPr sz="23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v</a:t>
            </a:r>
            <a:r>
              <a:rPr sz="23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é</a:t>
            </a:r>
            <a:r>
              <a:rPr sz="2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3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228600" marR="343535" indent="-139700">
              <a:lnSpc>
                <a:spcPct val="112200"/>
              </a:lnSpc>
              <a:spcBef>
                <a:spcPts val="300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j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2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 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limite</a:t>
            </a:r>
            <a:endParaRPr sz="2300">
              <a:latin typeface="Comic Sans MS"/>
              <a:cs typeface="Comic Sans MS"/>
            </a:endParaRPr>
          </a:p>
          <a:p>
            <a:pPr marL="228600" indent="-139700">
              <a:lnSpc>
                <a:spcPct val="100000"/>
              </a:lnSpc>
              <a:spcBef>
                <a:spcPts val="2435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endParaRPr sz="2300">
              <a:latin typeface="Comic Sans MS"/>
              <a:cs typeface="Comic Sans MS"/>
            </a:endParaRPr>
          </a:p>
          <a:p>
            <a:pPr marL="228600" marR="5080" indent="-139700">
              <a:lnSpc>
                <a:spcPct val="112200"/>
              </a:lnSpc>
              <a:spcBef>
                <a:spcPts val="2000"/>
              </a:spcBef>
              <a:buClr>
                <a:srgbClr val="D34817"/>
              </a:buClr>
              <a:buFont typeface="Calibri"/>
              <a:buChar char="◦"/>
              <a:tabLst>
                <a:tab pos="228600" algn="l"/>
              </a:tabLst>
            </a:pP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dirty="0"/>
              <a:t>a</a:t>
            </a:r>
            <a:r>
              <a:rPr spc="-35" dirty="0"/>
              <a:t>u</a:t>
            </a:r>
            <a:r>
              <a:rPr dirty="0"/>
              <a:t>x</a:t>
            </a:r>
            <a:r>
              <a:rPr spc="-170" dirty="0"/>
              <a:t> </a:t>
            </a:r>
            <a:r>
              <a:rPr spc="-50" dirty="0"/>
              <a:t>L</a:t>
            </a:r>
            <a:r>
              <a:rPr spc="5" dirty="0"/>
              <a:t>i</a:t>
            </a:r>
            <a:r>
              <a:rPr spc="-30" dirty="0"/>
              <a:t>m</a:t>
            </a:r>
            <a:r>
              <a:rPr spc="5" dirty="0"/>
              <a:t>i</a:t>
            </a:r>
            <a:r>
              <a:rPr spc="-40" dirty="0"/>
              <a:t>te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9250" y="2252991"/>
            <a:ext cx="6473190" cy="6807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88900" marR="5080" indent="-76200">
              <a:lnSpc>
                <a:spcPts val="2400"/>
              </a:lnSpc>
              <a:spcBef>
                <a:spcPts val="475"/>
              </a:spcBef>
            </a:pP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Dé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ux 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ex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0005" y="3163489"/>
            <a:ext cx="32213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M1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</a:t>
            </a:r>
            <a:r>
              <a:rPr sz="1900" spc="25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MOIS:</a:t>
            </a:r>
            <a:r>
              <a:rPr sz="1900" spc="14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MOIS</a:t>
            </a:r>
            <a:r>
              <a:rPr sz="1900" spc="9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à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spc="20" dirty="0">
                <a:latin typeface="Comic Sans MS"/>
                <a:cs typeface="Comic Sans MS"/>
              </a:rPr>
              <a:t>30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9405" y="3391892"/>
            <a:ext cx="6985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Comic Sans MS"/>
                <a:cs typeface="Comic Sans MS"/>
              </a:rPr>
              <a:t>jours}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0005" y="3785253"/>
            <a:ext cx="322135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M2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</a:t>
            </a:r>
            <a:r>
              <a:rPr sz="1900" spc="25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MOIS:</a:t>
            </a:r>
            <a:r>
              <a:rPr sz="1900" spc="145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MOIS</a:t>
            </a:r>
            <a:r>
              <a:rPr sz="1900" spc="9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à</a:t>
            </a:r>
            <a:r>
              <a:rPr sz="1900" spc="45" dirty="0">
                <a:latin typeface="Comic Sans MS"/>
                <a:cs typeface="Comic Sans MS"/>
              </a:rPr>
              <a:t> </a:t>
            </a:r>
            <a:r>
              <a:rPr sz="1900" spc="20" dirty="0">
                <a:latin typeface="Comic Sans MS"/>
                <a:cs typeface="Comic Sans MS"/>
              </a:rPr>
              <a:t>31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0005" y="3922296"/>
            <a:ext cx="3644900" cy="217043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815"/>
              </a:spcBef>
            </a:pPr>
            <a:r>
              <a:rPr sz="1900" spc="-5" dirty="0">
                <a:latin typeface="Comic Sans MS"/>
                <a:cs typeface="Comic Sans MS"/>
              </a:rPr>
              <a:t>jours}</a:t>
            </a:r>
            <a:endParaRPr sz="1900">
              <a:latin typeface="Comic Sans MS"/>
              <a:cs typeface="Comic Sans MS"/>
            </a:endParaRPr>
          </a:p>
          <a:p>
            <a:pPr marL="292100" marR="537845" indent="-279400">
              <a:lnSpc>
                <a:spcPts val="1900"/>
              </a:lnSpc>
              <a:spcBef>
                <a:spcPts val="1100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M3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</a:t>
            </a:r>
            <a:r>
              <a:rPr sz="1900" spc="20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MOIS:</a:t>
            </a:r>
            <a:r>
              <a:rPr sz="1900" spc="140" dirty="0">
                <a:latin typeface="Comic Sans MS"/>
                <a:cs typeface="Comic Sans MS"/>
              </a:rPr>
              <a:t> </a:t>
            </a:r>
            <a:r>
              <a:rPr sz="1900" spc="-10" dirty="0">
                <a:latin typeface="Comic Sans MS"/>
                <a:cs typeface="Comic Sans MS"/>
              </a:rPr>
              <a:t>MOIS</a:t>
            </a:r>
            <a:r>
              <a:rPr sz="1900" spc="95" dirty="0">
                <a:latin typeface="Comic Sans MS"/>
                <a:cs typeface="Comic Sans MS"/>
              </a:rPr>
              <a:t> </a:t>
            </a:r>
            <a:r>
              <a:rPr sz="1900" spc="-25" dirty="0">
                <a:latin typeface="Comic Sans MS"/>
                <a:cs typeface="Comic Sans MS"/>
              </a:rPr>
              <a:t>est </a:t>
            </a:r>
            <a:r>
              <a:rPr sz="1900" spc="-555" dirty="0">
                <a:latin typeface="Comic Sans MS"/>
                <a:cs typeface="Comic Sans MS"/>
              </a:rPr>
              <a:t> </a:t>
            </a:r>
            <a:r>
              <a:rPr sz="1900" spc="-20" dirty="0">
                <a:latin typeface="Comic Sans MS"/>
                <a:cs typeface="Comic Sans MS"/>
              </a:rPr>
              <a:t>Fevrier}</a:t>
            </a:r>
            <a:endParaRPr sz="1900">
              <a:latin typeface="Comic Sans MS"/>
              <a:cs typeface="Comic Sans MS"/>
            </a:endParaRPr>
          </a:p>
          <a:p>
            <a:pPr marL="292100" indent="-2794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D1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{JOUR: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spc="5" dirty="0">
                <a:latin typeface="Comic Sans MS"/>
                <a:cs typeface="Comic Sans MS"/>
              </a:rPr>
              <a:t>1&lt;=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JOUR</a:t>
            </a:r>
            <a:r>
              <a:rPr sz="1900" spc="30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&lt;=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spc="25" dirty="0">
                <a:latin typeface="Comic Sans MS"/>
                <a:cs typeface="Comic Sans MS"/>
              </a:rPr>
              <a:t>27}</a:t>
            </a:r>
            <a:endParaRPr sz="1900">
              <a:latin typeface="Comic Sans MS"/>
              <a:cs typeface="Comic Sans MS"/>
            </a:endParaRPr>
          </a:p>
          <a:p>
            <a:pPr marL="292100" indent="-2794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D2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{JOUR: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JOUR</a:t>
            </a:r>
            <a:r>
              <a:rPr sz="1900" spc="1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spc="25" dirty="0">
                <a:latin typeface="Comic Sans MS"/>
                <a:cs typeface="Comic Sans MS"/>
              </a:rPr>
              <a:t>28}</a:t>
            </a:r>
            <a:endParaRPr sz="1900">
              <a:latin typeface="Comic Sans MS"/>
              <a:cs typeface="Comic Sans MS"/>
            </a:endParaRPr>
          </a:p>
          <a:p>
            <a:pPr marL="292100" indent="-2794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D3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{JOUR: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JOUR</a:t>
            </a:r>
            <a:r>
              <a:rPr sz="1900" spc="12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spc="25" dirty="0">
                <a:latin typeface="Comic Sans MS"/>
                <a:cs typeface="Comic Sans MS"/>
              </a:rPr>
              <a:t>29}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35613" y="3072127"/>
            <a:ext cx="4035425" cy="203073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D4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{JOUR: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JOUR</a:t>
            </a:r>
            <a:r>
              <a:rPr sz="1900" spc="1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spc="25" dirty="0">
                <a:latin typeface="Comic Sans MS"/>
                <a:cs typeface="Comic Sans MS"/>
              </a:rPr>
              <a:t>30}</a:t>
            </a:r>
            <a:endParaRPr sz="1900">
              <a:latin typeface="Comic Sans MS"/>
              <a:cs typeface="Comic Sans MS"/>
            </a:endParaRPr>
          </a:p>
          <a:p>
            <a:pPr marL="292100" indent="-2794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10" dirty="0">
                <a:latin typeface="Comic Sans MS"/>
                <a:cs typeface="Comic Sans MS"/>
              </a:rPr>
              <a:t>D5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{JOUR: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JOUR</a:t>
            </a:r>
            <a:r>
              <a:rPr sz="1900" spc="12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spc="25" dirty="0">
                <a:latin typeface="Comic Sans MS"/>
                <a:cs typeface="Comic Sans MS"/>
              </a:rPr>
              <a:t>31}</a:t>
            </a:r>
            <a:endParaRPr sz="1900">
              <a:latin typeface="Comic Sans MS"/>
              <a:cs typeface="Comic Sans MS"/>
            </a:endParaRPr>
          </a:p>
          <a:p>
            <a:pPr marL="292100" indent="-2794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-5" dirty="0">
                <a:latin typeface="Comic Sans MS"/>
                <a:cs typeface="Comic Sans MS"/>
              </a:rPr>
              <a:t>Y1</a:t>
            </a:r>
            <a:r>
              <a:rPr sz="1900" spc="6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{ANNEE:</a:t>
            </a:r>
            <a:r>
              <a:rPr sz="1900" spc="15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ANNEE</a:t>
            </a:r>
            <a:r>
              <a:rPr sz="1900" spc="14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spc="30" dirty="0">
                <a:latin typeface="Comic Sans MS"/>
                <a:cs typeface="Comic Sans MS"/>
              </a:rPr>
              <a:t>1900}</a:t>
            </a:r>
            <a:endParaRPr sz="1900">
              <a:latin typeface="Comic Sans MS"/>
              <a:cs typeface="Comic Sans MS"/>
            </a:endParaRPr>
          </a:p>
          <a:p>
            <a:pPr marL="292100" marR="5080" indent="-279400">
              <a:lnSpc>
                <a:spcPts val="1900"/>
              </a:lnSpc>
              <a:spcBef>
                <a:spcPts val="1100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-5" dirty="0">
                <a:latin typeface="Comic Sans MS"/>
                <a:cs typeface="Comic Sans MS"/>
              </a:rPr>
              <a:t>Y2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{ANNEE:</a:t>
            </a:r>
            <a:r>
              <a:rPr sz="1900" spc="150" dirty="0">
                <a:latin typeface="Comic Sans MS"/>
                <a:cs typeface="Comic Sans MS"/>
              </a:rPr>
              <a:t> </a:t>
            </a:r>
            <a:r>
              <a:rPr sz="1900" spc="30" dirty="0">
                <a:latin typeface="Comic Sans MS"/>
                <a:cs typeface="Comic Sans MS"/>
              </a:rPr>
              <a:t>1812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&lt;=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ANNEE</a:t>
            </a:r>
            <a:r>
              <a:rPr sz="1900" spc="40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&lt;= </a:t>
            </a:r>
            <a:r>
              <a:rPr sz="1900" spc="-555" dirty="0">
                <a:latin typeface="Comic Sans MS"/>
                <a:cs typeface="Comic Sans MS"/>
              </a:rPr>
              <a:t> </a:t>
            </a:r>
            <a:r>
              <a:rPr sz="1900" spc="30" dirty="0">
                <a:latin typeface="Comic Sans MS"/>
                <a:cs typeface="Comic Sans MS"/>
              </a:rPr>
              <a:t>2012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spc="-25" dirty="0">
                <a:latin typeface="Comic Sans MS"/>
                <a:cs typeface="Comic Sans MS"/>
              </a:rPr>
              <a:t>et</a:t>
            </a:r>
            <a:r>
              <a:rPr sz="1900" spc="3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(ANNEE</a:t>
            </a:r>
            <a:r>
              <a:rPr sz="1900" spc="135" dirty="0">
                <a:latin typeface="Comic Sans MS"/>
                <a:cs typeface="Comic Sans MS"/>
              </a:rPr>
              <a:t> </a:t>
            </a:r>
            <a:r>
              <a:rPr sz="1900" spc="20" dirty="0">
                <a:latin typeface="Comic Sans MS"/>
                <a:cs typeface="Comic Sans MS"/>
              </a:rPr>
              <a:t>!=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spc="30" dirty="0">
                <a:latin typeface="Comic Sans MS"/>
                <a:cs typeface="Comic Sans MS"/>
              </a:rPr>
              <a:t>1900)</a:t>
            </a:r>
            <a:r>
              <a:rPr sz="1900" spc="-65" dirty="0">
                <a:latin typeface="Comic Sans MS"/>
                <a:cs typeface="Comic Sans MS"/>
              </a:rPr>
              <a:t> </a:t>
            </a:r>
            <a:r>
              <a:rPr sz="1900" spc="-25" dirty="0">
                <a:latin typeface="Comic Sans MS"/>
                <a:cs typeface="Comic Sans MS"/>
              </a:rPr>
              <a:t>et</a:t>
            </a:r>
            <a:endParaRPr sz="1900">
              <a:latin typeface="Comic Sans MS"/>
              <a:cs typeface="Comic Sans MS"/>
            </a:endParaRPr>
          </a:p>
          <a:p>
            <a:pPr marL="292100">
              <a:lnSpc>
                <a:spcPts val="1895"/>
              </a:lnSpc>
            </a:pPr>
            <a:r>
              <a:rPr sz="1900" spc="-5" dirty="0">
                <a:latin typeface="Comic Sans MS"/>
                <a:cs typeface="Comic Sans MS"/>
              </a:rPr>
              <a:t>(ANNEE</a:t>
            </a:r>
            <a:r>
              <a:rPr sz="1900" spc="125" dirty="0">
                <a:latin typeface="Comic Sans MS"/>
                <a:cs typeface="Comic Sans MS"/>
              </a:rPr>
              <a:t> </a:t>
            </a:r>
            <a:r>
              <a:rPr sz="1900" spc="5" dirty="0">
                <a:latin typeface="Comic Sans MS"/>
                <a:cs typeface="Comic Sans MS"/>
              </a:rPr>
              <a:t>mod </a:t>
            </a:r>
            <a:r>
              <a:rPr sz="1900" dirty="0">
                <a:latin typeface="Comic Sans MS"/>
                <a:cs typeface="Comic Sans MS"/>
              </a:rPr>
              <a:t>4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55" dirty="0">
                <a:latin typeface="Comic Sans MS"/>
                <a:cs typeface="Comic Sans MS"/>
              </a:rPr>
              <a:t> </a:t>
            </a:r>
            <a:r>
              <a:rPr sz="1900" spc="10" dirty="0">
                <a:latin typeface="Comic Sans MS"/>
                <a:cs typeface="Comic Sans MS"/>
              </a:rPr>
              <a:t>0)}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5613" y="5168360"/>
            <a:ext cx="3834129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1900" spc="-5" dirty="0">
                <a:latin typeface="Comic Sans MS"/>
                <a:cs typeface="Comic Sans MS"/>
              </a:rPr>
              <a:t>Y3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=</a:t>
            </a:r>
            <a:r>
              <a:rPr sz="1900" spc="-45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{ANNEE:</a:t>
            </a:r>
            <a:r>
              <a:rPr sz="1900" spc="150" dirty="0">
                <a:latin typeface="Comic Sans MS"/>
                <a:cs typeface="Comic Sans MS"/>
              </a:rPr>
              <a:t> </a:t>
            </a:r>
            <a:r>
              <a:rPr sz="1900" spc="20" dirty="0">
                <a:latin typeface="Comic Sans MS"/>
                <a:cs typeface="Comic Sans MS"/>
              </a:rPr>
              <a:t>(1812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spc="-15" dirty="0">
                <a:latin typeface="Comic Sans MS"/>
                <a:cs typeface="Comic Sans MS"/>
              </a:rPr>
              <a:t>&lt;=</a:t>
            </a:r>
            <a:r>
              <a:rPr sz="1900" spc="55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ANNEE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15013" y="5396764"/>
            <a:ext cx="36322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5" dirty="0">
                <a:latin typeface="Comic Sans MS"/>
                <a:cs typeface="Comic Sans MS"/>
              </a:rPr>
              <a:t>&lt;=</a:t>
            </a:r>
            <a:r>
              <a:rPr sz="1900" spc="50" dirty="0">
                <a:latin typeface="Comic Sans MS"/>
                <a:cs typeface="Comic Sans MS"/>
              </a:rPr>
              <a:t> </a:t>
            </a:r>
            <a:r>
              <a:rPr sz="1900" spc="30" dirty="0">
                <a:latin typeface="Comic Sans MS"/>
                <a:cs typeface="Comic Sans MS"/>
              </a:rPr>
              <a:t>2012</a:t>
            </a:r>
            <a:r>
              <a:rPr sz="1900" spc="-40" dirty="0">
                <a:latin typeface="Comic Sans MS"/>
                <a:cs typeface="Comic Sans MS"/>
              </a:rPr>
              <a:t> </a:t>
            </a:r>
            <a:r>
              <a:rPr sz="1900" spc="-25" dirty="0">
                <a:latin typeface="Comic Sans MS"/>
                <a:cs typeface="Comic Sans MS"/>
              </a:rPr>
              <a:t>et</a:t>
            </a:r>
            <a:r>
              <a:rPr sz="1900" spc="25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ANNEE</a:t>
            </a:r>
            <a:r>
              <a:rPr sz="1900" spc="140" dirty="0">
                <a:latin typeface="Comic Sans MS"/>
                <a:cs typeface="Comic Sans MS"/>
              </a:rPr>
              <a:t> </a:t>
            </a:r>
            <a:r>
              <a:rPr sz="1900" spc="5" dirty="0">
                <a:latin typeface="Comic Sans MS"/>
                <a:cs typeface="Comic Sans MS"/>
              </a:rPr>
              <a:t>mod</a:t>
            </a:r>
            <a:r>
              <a:rPr sz="1900" spc="1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4</a:t>
            </a:r>
            <a:r>
              <a:rPr sz="1900" spc="60" dirty="0">
                <a:latin typeface="Comic Sans MS"/>
                <a:cs typeface="Comic Sans MS"/>
              </a:rPr>
              <a:t> </a:t>
            </a:r>
            <a:r>
              <a:rPr sz="1900" spc="20" dirty="0">
                <a:latin typeface="Comic Sans MS"/>
                <a:cs typeface="Comic Sans MS"/>
              </a:rPr>
              <a:t>!=</a:t>
            </a:r>
            <a:r>
              <a:rPr sz="1900" spc="-50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0</a:t>
            </a:r>
            <a:r>
              <a:rPr sz="1900" spc="-35" dirty="0">
                <a:latin typeface="Comic Sans MS"/>
                <a:cs typeface="Comic Sans MS"/>
              </a:rPr>
              <a:t> </a:t>
            </a:r>
            <a:r>
              <a:rPr sz="1900" dirty="0">
                <a:latin typeface="Comic Sans MS"/>
                <a:cs typeface="Comic Sans MS"/>
              </a:rPr>
              <a:t>)}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032317" y="1463581"/>
            <a:ext cx="204978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25" dirty="0"/>
              <a:t>r</a:t>
            </a:r>
            <a:r>
              <a:rPr spc="-5" dirty="0"/>
              <a:t>c</a:t>
            </a:r>
            <a:r>
              <a:rPr spc="5" dirty="0"/>
              <a:t>i</a:t>
            </a:r>
            <a:r>
              <a:rPr spc="-5" dirty="0"/>
              <a:t>c</a:t>
            </a:r>
            <a:r>
              <a:rPr dirty="0"/>
              <a:t>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7876" y="2323060"/>
            <a:ext cx="7635240" cy="15455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929764" marR="5080" indent="-1917700">
              <a:lnSpc>
                <a:spcPts val="5500"/>
              </a:lnSpc>
              <a:spcBef>
                <a:spcPts val="1095"/>
              </a:spcBef>
            </a:pPr>
            <a:r>
              <a:rPr sz="5400" b="1" spc="-25" dirty="0">
                <a:solidFill>
                  <a:srgbClr val="9B2D1F"/>
                </a:solidFill>
                <a:latin typeface="Comic Sans MS"/>
                <a:cs typeface="Comic Sans MS"/>
              </a:rPr>
              <a:t>Autres</a:t>
            </a:r>
            <a:r>
              <a:rPr sz="5400" b="1" spc="-19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400" b="1" spc="5" dirty="0">
                <a:solidFill>
                  <a:srgbClr val="9B2D1F"/>
                </a:solidFill>
                <a:latin typeface="Comic Sans MS"/>
                <a:cs typeface="Comic Sans MS"/>
              </a:rPr>
              <a:t>Types</a:t>
            </a:r>
            <a:r>
              <a:rPr sz="5400" b="1" spc="-29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400" b="1" spc="10" dirty="0">
                <a:solidFill>
                  <a:srgbClr val="9B2D1F"/>
                </a:solidFill>
                <a:latin typeface="Comic Sans MS"/>
                <a:cs typeface="Comic Sans MS"/>
              </a:rPr>
              <a:t>de</a:t>
            </a:r>
            <a:r>
              <a:rPr sz="5400" b="1" spc="-18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400" b="1" spc="-15" dirty="0">
                <a:solidFill>
                  <a:srgbClr val="9B2D1F"/>
                </a:solidFill>
                <a:latin typeface="Comic Sans MS"/>
                <a:cs typeface="Comic Sans MS"/>
              </a:rPr>
              <a:t>Tests </a:t>
            </a:r>
            <a:r>
              <a:rPr sz="5400" b="1" spc="-2330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400" b="1" spc="-25" dirty="0">
                <a:solidFill>
                  <a:srgbClr val="9B2D1F"/>
                </a:solidFill>
                <a:latin typeface="Comic Sans MS"/>
                <a:cs typeface="Comic Sans MS"/>
              </a:rPr>
              <a:t>Boite</a:t>
            </a:r>
            <a:r>
              <a:rPr sz="5400" b="1" spc="-175" dirty="0">
                <a:solidFill>
                  <a:srgbClr val="9B2D1F"/>
                </a:solidFill>
                <a:latin typeface="Comic Sans MS"/>
                <a:cs typeface="Comic Sans MS"/>
              </a:rPr>
              <a:t> </a:t>
            </a:r>
            <a:r>
              <a:rPr sz="5400" b="1" spc="-10" dirty="0">
                <a:solidFill>
                  <a:srgbClr val="9B2D1F"/>
                </a:solidFill>
                <a:latin typeface="Comic Sans MS"/>
                <a:cs typeface="Comic Sans MS"/>
              </a:rPr>
              <a:t>Noire</a:t>
            </a:r>
            <a:endParaRPr sz="5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779" y="2237320"/>
            <a:ext cx="7641590" cy="324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3550" indent="12700">
              <a:lnSpc>
                <a:spcPct val="114500"/>
              </a:lnSpc>
              <a:spcBef>
                <a:spcPts val="100"/>
              </a:spcBef>
            </a:pPr>
            <a:r>
              <a:rPr sz="24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400" spc="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mic Sans MS"/>
                <a:cs typeface="Comic Sans MS"/>
              </a:rPr>
              <a:t>test</a:t>
            </a:r>
            <a:r>
              <a:rPr sz="24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4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404040"/>
                </a:solidFill>
                <a:latin typeface="Comic Sans MS"/>
                <a:cs typeface="Comic Sans MS"/>
              </a:rPr>
              <a:t>catégorie-partition</a:t>
            </a:r>
            <a:r>
              <a:rPr sz="24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omic Sans MS"/>
                <a:cs typeface="Comic Sans MS"/>
              </a:rPr>
              <a:t>intègre</a:t>
            </a:r>
            <a:r>
              <a:rPr sz="24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4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404040"/>
                </a:solidFill>
                <a:latin typeface="Comic Sans MS"/>
                <a:cs typeface="Comic Sans MS"/>
              </a:rPr>
              <a:t>classes </a:t>
            </a:r>
            <a:r>
              <a:rPr sz="2400" spc="-7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omic Sans MS"/>
                <a:cs typeface="Comic Sans MS"/>
              </a:rPr>
              <a:t>d’équivalence,</a:t>
            </a:r>
            <a:r>
              <a:rPr sz="2400" spc="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5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4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dirty="0">
                <a:solidFill>
                  <a:srgbClr val="404040"/>
                </a:solidFill>
                <a:latin typeface="Comic Sans MS"/>
                <a:cs typeface="Comic Sans MS"/>
              </a:rPr>
              <a:t>valeurs</a:t>
            </a:r>
            <a:r>
              <a:rPr sz="2400" spc="10" dirty="0">
                <a:solidFill>
                  <a:srgbClr val="404040"/>
                </a:solidFill>
                <a:latin typeface="Comic Sans MS"/>
                <a:cs typeface="Comic Sans MS"/>
              </a:rPr>
              <a:t> limites</a:t>
            </a:r>
            <a:r>
              <a:rPr sz="24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4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omic Sans MS"/>
                <a:cs typeface="Comic Sans MS"/>
              </a:rPr>
              <a:t>rajoute</a:t>
            </a:r>
            <a:endParaRPr sz="2400">
              <a:latin typeface="Comic Sans MS"/>
              <a:cs typeface="Comic Sans MS"/>
            </a:endParaRPr>
          </a:p>
          <a:p>
            <a:pPr marL="241300" marR="226695" indent="-139700">
              <a:lnSpc>
                <a:spcPct val="113900"/>
              </a:lnSpc>
              <a:spcBef>
                <a:spcPts val="1100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</a:tabLst>
            </a:pP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dépendances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explicites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entre classes d’équivalence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(ici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“choix”)</a:t>
            </a:r>
            <a:endParaRPr sz="1900">
              <a:latin typeface="Comic Sans MS"/>
              <a:cs typeface="Comic Sans MS"/>
            </a:endParaRPr>
          </a:p>
          <a:p>
            <a:pPr marL="101600" marR="5080" indent="571500">
              <a:lnSpc>
                <a:spcPct val="118300"/>
              </a:lnSpc>
              <a:spcBef>
                <a:spcPts val="900"/>
              </a:spcBef>
            </a:pPr>
            <a:r>
              <a:rPr sz="1900" u="sng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Exemple</a:t>
            </a:r>
            <a:r>
              <a:rPr sz="1900" u="sng" spc="1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1900" u="sng" spc="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tri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d’un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tableau,</a:t>
            </a:r>
            <a:r>
              <a:rPr sz="1900" spc="2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si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tableau</a:t>
            </a:r>
            <a:r>
              <a:rPr sz="1900" spc="1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vide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(len</a:t>
            </a:r>
            <a:r>
              <a:rPr sz="1900" spc="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=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10" dirty="0">
                <a:solidFill>
                  <a:srgbClr val="404040"/>
                </a:solidFill>
                <a:latin typeface="Comic Sans MS"/>
                <a:cs typeface="Comic Sans MS"/>
              </a:rPr>
              <a:t>0),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alors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reste</a:t>
            </a:r>
            <a:r>
              <a:rPr sz="1900" spc="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n’a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pas</a:t>
            </a:r>
            <a:r>
              <a:rPr sz="1900" spc="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d’importance</a:t>
            </a:r>
            <a:endParaRPr sz="1900">
              <a:latin typeface="Comic Sans MS"/>
              <a:cs typeface="Comic Sans MS"/>
            </a:endParaRPr>
          </a:p>
          <a:p>
            <a:pPr marL="241300" marR="438784" indent="-139700">
              <a:lnSpc>
                <a:spcPct val="113199"/>
              </a:lnSpc>
              <a:spcBef>
                <a:spcPts val="955"/>
              </a:spcBef>
              <a:buClr>
                <a:srgbClr val="D34817"/>
              </a:buClr>
              <a:buFont typeface="Calibri"/>
              <a:buChar char="◦"/>
              <a:tabLst>
                <a:tab pos="241300" algn="l"/>
                <a:tab pos="5688965" algn="l"/>
              </a:tabLst>
            </a:pP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caractéristiques</a:t>
            </a:r>
            <a:r>
              <a:rPr sz="1900" spc="3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externes</a:t>
            </a:r>
            <a:r>
              <a:rPr sz="19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40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1950" i="1" spc="-40" dirty="0">
                <a:solidFill>
                  <a:srgbClr val="404040"/>
                </a:solidFill>
                <a:latin typeface="Comic Sans MS"/>
                <a:cs typeface="Comic Sans MS"/>
              </a:rPr>
              <a:t>environnement	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lequel</a:t>
            </a:r>
            <a:r>
              <a:rPr sz="1900" spc="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900" spc="-5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fonction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s’exécute,</a:t>
            </a:r>
            <a:r>
              <a:rPr sz="1900" spc="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etc.)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4342" y="1463581"/>
            <a:ext cx="55810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40" dirty="0"/>
              <a:t>té</a:t>
            </a:r>
            <a:r>
              <a:rPr spc="25" dirty="0"/>
              <a:t>g</a:t>
            </a:r>
            <a:r>
              <a:rPr spc="45" dirty="0"/>
              <a:t>o</a:t>
            </a:r>
            <a:r>
              <a:rPr spc="-75" dirty="0"/>
              <a:t>r</a:t>
            </a:r>
            <a:r>
              <a:rPr spc="5" dirty="0"/>
              <a:t>i</a:t>
            </a:r>
            <a:r>
              <a:rPr spc="-135" dirty="0"/>
              <a:t>e</a:t>
            </a:r>
            <a:r>
              <a:rPr spc="-25" dirty="0"/>
              <a:t>-</a:t>
            </a:r>
            <a:r>
              <a:rPr spc="-35" dirty="0"/>
              <a:t>P</a:t>
            </a:r>
            <a:r>
              <a:rPr spc="-100" dirty="0"/>
              <a:t>a</a:t>
            </a:r>
            <a:r>
              <a:rPr spc="20" dirty="0"/>
              <a:t>r</a:t>
            </a:r>
            <a:r>
              <a:rPr spc="-140" dirty="0"/>
              <a:t>t</a:t>
            </a:r>
            <a:r>
              <a:rPr spc="5" dirty="0"/>
              <a:t>i</a:t>
            </a:r>
            <a:r>
              <a:rPr spc="-40" dirty="0"/>
              <a:t>t</a:t>
            </a:r>
            <a:r>
              <a:rPr spc="-95" dirty="0"/>
              <a:t>i</a:t>
            </a:r>
            <a:r>
              <a:rPr spc="-5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779" y="2234782"/>
            <a:ext cx="7849234" cy="318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12800" indent="12700">
              <a:lnSpc>
                <a:spcPct val="112200"/>
              </a:lnSpc>
              <a:spcBef>
                <a:spcPts val="100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y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“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”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  peuvent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être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testées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séparément</a:t>
            </a:r>
            <a:endParaRPr sz="2300">
              <a:latin typeface="Comic Sans MS"/>
              <a:cs typeface="Comic Sans MS"/>
            </a:endParaRPr>
          </a:p>
          <a:p>
            <a:pPr marL="12700" marR="5080" indent="12700">
              <a:lnSpc>
                <a:spcPct val="109800"/>
              </a:lnSpc>
              <a:spcBef>
                <a:spcPts val="1610"/>
              </a:spcBef>
              <a:tabLst>
                <a:tab pos="5079365" algn="l"/>
              </a:tabLst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6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50" i="1" spc="1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50" i="1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50" i="1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50" i="1" dirty="0">
                <a:solidFill>
                  <a:srgbClr val="404040"/>
                </a:solidFill>
                <a:latin typeface="Comic Sans MS"/>
                <a:cs typeface="Comic Sans MS"/>
              </a:rPr>
              <a:t>	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“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” 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at</a:t>
            </a:r>
            <a:r>
              <a:rPr sz="2350" i="1" spc="1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50" i="1" spc="-5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50" i="1" spc="-4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50" i="1" spc="-6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50" i="1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50" i="1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distinctes</a:t>
            </a:r>
            <a:endParaRPr sz="2300">
              <a:latin typeface="Comic Sans MS"/>
              <a:cs typeface="Comic Sans MS"/>
            </a:endParaRPr>
          </a:p>
          <a:p>
            <a:pPr marL="12700" marR="1285240" indent="12700">
              <a:lnSpc>
                <a:spcPct val="111600"/>
              </a:lnSpc>
              <a:spcBef>
                <a:spcPts val="1560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50" i="1" spc="-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50" i="1" spc="-10" dirty="0">
                <a:solidFill>
                  <a:srgbClr val="404040"/>
                </a:solidFill>
                <a:latin typeface="Comic Sans MS"/>
                <a:cs typeface="Comic Sans MS"/>
              </a:rPr>
              <a:t>at</a:t>
            </a:r>
            <a:r>
              <a:rPr sz="2350" i="1" spc="1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50" i="1" spc="-5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50" i="1" spc="-4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50" i="1" spc="-3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50" i="1" spc="-6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50" i="1" spc="1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50" i="1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50" i="1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j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54342" y="1463581"/>
            <a:ext cx="55810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05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40" dirty="0"/>
              <a:t>te</a:t>
            </a:r>
            <a:r>
              <a:rPr spc="30" dirty="0"/>
              <a:t>g</a:t>
            </a:r>
            <a:r>
              <a:rPr spc="50" dirty="0"/>
              <a:t>o</a:t>
            </a:r>
            <a:r>
              <a:rPr spc="-75" dirty="0"/>
              <a:t>r</a:t>
            </a:r>
            <a:r>
              <a:rPr spc="5" dirty="0"/>
              <a:t>i</a:t>
            </a:r>
            <a:r>
              <a:rPr spc="-140" dirty="0"/>
              <a:t>e</a:t>
            </a:r>
            <a:r>
              <a:rPr spc="-25" dirty="0"/>
              <a:t>-</a:t>
            </a:r>
            <a:r>
              <a:rPr spc="-35" dirty="0"/>
              <a:t>P</a:t>
            </a:r>
            <a:r>
              <a:rPr spc="-100" dirty="0"/>
              <a:t>a</a:t>
            </a:r>
            <a:r>
              <a:rPr spc="20" dirty="0"/>
              <a:t>r</a:t>
            </a:r>
            <a:r>
              <a:rPr spc="-140" dirty="0"/>
              <a:t>t</a:t>
            </a:r>
            <a:r>
              <a:rPr spc="5" dirty="0"/>
              <a:t>i</a:t>
            </a:r>
            <a:r>
              <a:rPr spc="-40" dirty="0"/>
              <a:t>t</a:t>
            </a:r>
            <a:r>
              <a:rPr spc="-95" dirty="0"/>
              <a:t>i</a:t>
            </a:r>
            <a:r>
              <a:rPr spc="-5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042" y="2111053"/>
            <a:ext cx="7366634" cy="28549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316865" marR="168910" indent="-139700" algn="just">
              <a:lnSpc>
                <a:spcPct val="103000"/>
              </a:lnSpc>
              <a:spcBef>
                <a:spcPts val="770"/>
              </a:spcBef>
              <a:buClr>
                <a:srgbClr val="D34817"/>
              </a:buClr>
              <a:buFont typeface="Calibri"/>
              <a:buChar char="◦"/>
              <a:tabLst>
                <a:tab pos="3175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programme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demande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l’usager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taper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entier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positif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entre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20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ainsi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qu’une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chaîne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caractères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même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longueur.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D34817"/>
              </a:buClr>
              <a:buFont typeface="Calibri"/>
              <a:buChar char="◦"/>
            </a:pPr>
            <a:endParaRPr sz="2700">
              <a:latin typeface="Comic Sans MS"/>
              <a:cs typeface="Comic Sans MS"/>
            </a:endParaRPr>
          </a:p>
          <a:p>
            <a:pPr marL="316865" marR="5080" indent="-139700">
              <a:lnSpc>
                <a:spcPct val="100800"/>
              </a:lnSpc>
              <a:buClr>
                <a:srgbClr val="D34817"/>
              </a:buClr>
              <a:buFont typeface="Calibri"/>
              <a:buChar char="◦"/>
              <a:tabLst>
                <a:tab pos="3175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demande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ensuite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de taper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caractère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retourne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(première)</a:t>
            </a:r>
            <a:r>
              <a:rPr sz="1900" spc="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position</a:t>
            </a:r>
            <a:r>
              <a:rPr sz="19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caractère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chaîne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ou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message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indiquant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l’absence</a:t>
            </a:r>
            <a:r>
              <a:rPr sz="1900" spc="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caractère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chaîne.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1042" y="1463581"/>
            <a:ext cx="76003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40" dirty="0"/>
              <a:t>te</a:t>
            </a:r>
            <a:r>
              <a:rPr spc="30" dirty="0"/>
              <a:t>g</a:t>
            </a:r>
            <a:r>
              <a:rPr spc="50" dirty="0"/>
              <a:t>o</a:t>
            </a:r>
            <a:r>
              <a:rPr spc="-75" dirty="0"/>
              <a:t>r</a:t>
            </a:r>
            <a:r>
              <a:rPr spc="5" dirty="0"/>
              <a:t>i</a:t>
            </a:r>
            <a:r>
              <a:rPr spc="-140" dirty="0"/>
              <a:t>e</a:t>
            </a:r>
            <a:r>
              <a:rPr spc="-25" dirty="0"/>
              <a:t>-</a:t>
            </a:r>
            <a:r>
              <a:rPr spc="-35" dirty="0"/>
              <a:t>P</a:t>
            </a:r>
            <a:r>
              <a:rPr spc="-100" dirty="0"/>
              <a:t>a</a:t>
            </a:r>
            <a:r>
              <a:rPr spc="-75" dirty="0"/>
              <a:t>r</a:t>
            </a:r>
            <a:r>
              <a:rPr spc="-40" dirty="0"/>
              <a:t>t</a:t>
            </a:r>
            <a:r>
              <a:rPr spc="5" dirty="0"/>
              <a:t>i</a:t>
            </a:r>
            <a:r>
              <a:rPr spc="-40" dirty="0"/>
              <a:t>t</a:t>
            </a:r>
            <a:r>
              <a:rPr spc="-95" dirty="0"/>
              <a:t>i</a:t>
            </a:r>
            <a:r>
              <a:rPr spc="-5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042" y="2111053"/>
            <a:ext cx="7366634" cy="28549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316865" marR="168910" indent="-139700" algn="just">
              <a:lnSpc>
                <a:spcPct val="103000"/>
              </a:lnSpc>
              <a:spcBef>
                <a:spcPts val="770"/>
              </a:spcBef>
              <a:buClr>
                <a:srgbClr val="D34817"/>
              </a:buClr>
              <a:buFont typeface="Calibri"/>
              <a:buChar char="◦"/>
              <a:tabLst>
                <a:tab pos="3175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programme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demande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l’usager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taper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nombre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entier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positif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 entre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1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15" dirty="0">
                <a:solidFill>
                  <a:srgbClr val="404040"/>
                </a:solidFill>
                <a:latin typeface="Comic Sans MS"/>
                <a:cs typeface="Comic Sans MS"/>
              </a:rPr>
              <a:t>20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ainsi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qu’une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chaîne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caractères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même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longueur.</a:t>
            </a:r>
            <a:endParaRPr sz="19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D34817"/>
              </a:buClr>
              <a:buFont typeface="Calibri"/>
              <a:buChar char="◦"/>
            </a:pPr>
            <a:endParaRPr sz="2700">
              <a:latin typeface="Comic Sans MS"/>
              <a:cs typeface="Comic Sans MS"/>
            </a:endParaRPr>
          </a:p>
          <a:p>
            <a:pPr marL="316865" marR="5080" indent="-139700">
              <a:lnSpc>
                <a:spcPct val="100800"/>
              </a:lnSpc>
              <a:buClr>
                <a:srgbClr val="D34817"/>
              </a:buClr>
              <a:buFont typeface="Calibri"/>
              <a:buChar char="◦"/>
              <a:tabLst>
                <a:tab pos="317500" algn="l"/>
              </a:tabLst>
            </a:pP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Le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programme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demande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ensuite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 de taper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caractère </a:t>
            </a:r>
            <a:r>
              <a:rPr sz="1900" spc="-2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retourne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omic Sans MS"/>
                <a:cs typeface="Comic Sans MS"/>
              </a:rPr>
              <a:t>(première)</a:t>
            </a:r>
            <a:r>
              <a:rPr sz="1900" spc="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position</a:t>
            </a:r>
            <a:r>
              <a:rPr sz="1900" spc="2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caractère</a:t>
            </a:r>
            <a:r>
              <a:rPr sz="1900" spc="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chaîne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ou </a:t>
            </a:r>
            <a:r>
              <a:rPr sz="1900" spc="-5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5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19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message</a:t>
            </a:r>
            <a:r>
              <a:rPr sz="1900" spc="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indiquant</a:t>
            </a:r>
            <a:r>
              <a:rPr sz="1900" spc="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l’absence</a:t>
            </a:r>
            <a:r>
              <a:rPr sz="1900" spc="2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19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caractère</a:t>
            </a:r>
            <a:r>
              <a:rPr sz="1900" spc="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1900" spc="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1900" spc="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chaîne.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1042" y="1463581"/>
            <a:ext cx="76003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40" dirty="0"/>
              <a:t>te</a:t>
            </a:r>
            <a:r>
              <a:rPr spc="30" dirty="0"/>
              <a:t>g</a:t>
            </a:r>
            <a:r>
              <a:rPr spc="50" dirty="0"/>
              <a:t>o</a:t>
            </a:r>
            <a:r>
              <a:rPr spc="-75" dirty="0"/>
              <a:t>r</a:t>
            </a:r>
            <a:r>
              <a:rPr spc="5" dirty="0"/>
              <a:t>i</a:t>
            </a:r>
            <a:r>
              <a:rPr spc="-140" dirty="0"/>
              <a:t>e</a:t>
            </a:r>
            <a:r>
              <a:rPr spc="-25" dirty="0"/>
              <a:t>-</a:t>
            </a:r>
            <a:r>
              <a:rPr spc="-35" dirty="0"/>
              <a:t>P</a:t>
            </a:r>
            <a:r>
              <a:rPr spc="-100" dirty="0"/>
              <a:t>a</a:t>
            </a:r>
            <a:r>
              <a:rPr spc="-75" dirty="0"/>
              <a:t>r</a:t>
            </a:r>
            <a:r>
              <a:rPr spc="-40" dirty="0"/>
              <a:t>t</a:t>
            </a:r>
            <a:r>
              <a:rPr spc="5" dirty="0"/>
              <a:t>i</a:t>
            </a:r>
            <a:r>
              <a:rPr spc="-40" dirty="0"/>
              <a:t>t</a:t>
            </a:r>
            <a:r>
              <a:rPr spc="-95" dirty="0"/>
              <a:t>i</a:t>
            </a:r>
            <a:r>
              <a:rPr spc="-5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242" y="2240080"/>
            <a:ext cx="7336155" cy="342137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36575" indent="50800">
              <a:lnSpc>
                <a:spcPts val="2400"/>
              </a:lnSpc>
              <a:spcBef>
                <a:spcPts val="475"/>
              </a:spcBef>
            </a:pP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Tr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b="1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b="1" u="sng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p</a:t>
            </a:r>
            <a:r>
              <a:rPr sz="2300" b="1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b="1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m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èt</a:t>
            </a:r>
            <a:r>
              <a:rPr sz="2300" b="1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b="1" u="sng" spc="-4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 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î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endParaRPr sz="2300">
              <a:latin typeface="Comic Sans MS"/>
              <a:cs typeface="Comic Sans MS"/>
            </a:endParaRPr>
          </a:p>
          <a:p>
            <a:pPr marL="12700" marR="198120" indent="12700">
              <a:lnSpc>
                <a:spcPts val="2400"/>
              </a:lnSpc>
              <a:spcBef>
                <a:spcPts val="1595"/>
              </a:spcBef>
            </a:pP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x,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1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catégories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sont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«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l’intervalle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»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(1-20)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2300" spc="-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«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hors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l’intervalle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»</a:t>
            </a:r>
            <a:endParaRPr sz="2300">
              <a:latin typeface="Comic Sans MS"/>
              <a:cs typeface="Comic Sans MS"/>
            </a:endParaRPr>
          </a:p>
          <a:p>
            <a:pPr marL="12700" marR="1026160" indent="12700">
              <a:lnSpc>
                <a:spcPts val="2500"/>
              </a:lnSpc>
              <a:spcBef>
                <a:spcPts val="1415"/>
              </a:spcBef>
            </a:pP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catégories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longueur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minimale,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endParaRPr sz="2300">
              <a:latin typeface="Comic Sans MS"/>
              <a:cs typeface="Comic Sans MS"/>
            </a:endParaRPr>
          </a:p>
          <a:p>
            <a:pPr marL="12700" marR="5080" indent="12700">
              <a:lnSpc>
                <a:spcPct val="88700"/>
              </a:lnSpc>
              <a:spcBef>
                <a:spcPts val="1405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î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 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commencement,</a:t>
            </a:r>
            <a:r>
              <a:rPr sz="2300" spc="-3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au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milieu,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fin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chaîne,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se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î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1042" y="1463581"/>
            <a:ext cx="76003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40" dirty="0"/>
              <a:t>te</a:t>
            </a:r>
            <a:r>
              <a:rPr spc="30" dirty="0"/>
              <a:t>g</a:t>
            </a:r>
            <a:r>
              <a:rPr spc="50" dirty="0"/>
              <a:t>o</a:t>
            </a:r>
            <a:r>
              <a:rPr spc="-75" dirty="0"/>
              <a:t>r</a:t>
            </a:r>
            <a:r>
              <a:rPr spc="5" dirty="0"/>
              <a:t>i</a:t>
            </a:r>
            <a:r>
              <a:rPr spc="-140" dirty="0"/>
              <a:t>e</a:t>
            </a:r>
            <a:r>
              <a:rPr spc="-25" dirty="0"/>
              <a:t>-</a:t>
            </a:r>
            <a:r>
              <a:rPr spc="-35" dirty="0"/>
              <a:t>P</a:t>
            </a:r>
            <a:r>
              <a:rPr spc="-100" dirty="0"/>
              <a:t>a</a:t>
            </a:r>
            <a:r>
              <a:rPr spc="-75" dirty="0"/>
              <a:t>r</a:t>
            </a:r>
            <a:r>
              <a:rPr spc="-40" dirty="0"/>
              <a:t>t</a:t>
            </a:r>
            <a:r>
              <a:rPr spc="5" dirty="0"/>
              <a:t>i</a:t>
            </a:r>
            <a:r>
              <a:rPr spc="-40" dirty="0"/>
              <a:t>t</a:t>
            </a:r>
            <a:r>
              <a:rPr spc="-95" dirty="0"/>
              <a:t>i</a:t>
            </a:r>
            <a:r>
              <a:rPr spc="-5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242" y="2095425"/>
            <a:ext cx="7881620" cy="413702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35"/>
              </a:spcBef>
            </a:pPr>
            <a:r>
              <a:rPr sz="2300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</a:t>
            </a:r>
            <a:r>
              <a:rPr sz="2300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h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x</a:t>
            </a:r>
            <a:r>
              <a:rPr sz="2300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n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s</a:t>
            </a:r>
            <a:r>
              <a:rPr sz="2300" u="sng" spc="-2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</a:t>
            </a:r>
            <a:r>
              <a:rPr sz="2300" u="sng" spc="-3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h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que</a:t>
            </a:r>
            <a:r>
              <a:rPr sz="2300" u="sng" spc="-1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c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u="sng" spc="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t</a:t>
            </a: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é</a:t>
            </a:r>
            <a:r>
              <a:rPr sz="2300" u="sng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g</a:t>
            </a:r>
            <a:r>
              <a:rPr sz="2300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o</a:t>
            </a:r>
            <a:r>
              <a:rPr sz="2300" u="sng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u="sng" spc="-4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endParaRPr sz="2300">
              <a:latin typeface="Comic Sans MS"/>
              <a:cs typeface="Comic Sans MS"/>
            </a:endParaRPr>
          </a:p>
          <a:p>
            <a:pPr marL="25400" marR="1628139">
              <a:lnSpc>
                <a:spcPts val="4000"/>
              </a:lnSpc>
              <a:spcBef>
                <a:spcPts val="235"/>
              </a:spcBef>
            </a:pP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0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 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9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20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endParaRPr sz="23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795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î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2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1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9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20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endParaRPr sz="2300">
              <a:latin typeface="Comic Sans MS"/>
              <a:cs typeface="Comic Sans MS"/>
            </a:endParaRPr>
          </a:p>
          <a:p>
            <a:pPr marL="25400">
              <a:lnSpc>
                <a:spcPct val="100000"/>
              </a:lnSpc>
              <a:spcBef>
                <a:spcPts val="1235"/>
              </a:spcBef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è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: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rn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2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ex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endParaRPr sz="2300">
              <a:latin typeface="Comic Sans MS"/>
              <a:cs typeface="Comic Sans MS"/>
            </a:endParaRPr>
          </a:p>
          <a:p>
            <a:pPr marL="63500">
              <a:lnSpc>
                <a:spcPct val="100000"/>
              </a:lnSpc>
              <a:spcBef>
                <a:spcPts val="1140"/>
              </a:spcBef>
            </a:pPr>
            <a:r>
              <a:rPr sz="2300" b="1" u="sng" spc="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spc="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em</a:t>
            </a:r>
            <a:r>
              <a:rPr sz="2300" b="1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a</a:t>
            </a:r>
            <a:r>
              <a:rPr sz="23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r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que</a:t>
            </a:r>
            <a:r>
              <a:rPr sz="2300" b="1" u="sng" spc="-28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endParaRPr sz="2300">
              <a:latin typeface="Comic Sans MS"/>
              <a:cs typeface="Comic Sans MS"/>
            </a:endParaRPr>
          </a:p>
          <a:p>
            <a:pPr marL="12700" marR="5080" indent="12700">
              <a:lnSpc>
                <a:spcPts val="2400"/>
              </a:lnSpc>
              <a:spcBef>
                <a:spcPts val="1614"/>
              </a:spcBef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y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.</a:t>
            </a:r>
            <a:r>
              <a:rPr sz="2300" spc="-2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- 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dessus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combine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analyse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limites,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robustesse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classes </a:t>
            </a:r>
            <a:r>
              <a:rPr sz="2300" spc="-6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d’équivalence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1042" y="1463581"/>
            <a:ext cx="760031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E</a:t>
            </a:r>
            <a:r>
              <a:rPr spc="-5" dirty="0"/>
              <a:t>x</a:t>
            </a:r>
            <a:r>
              <a:rPr spc="-40" dirty="0"/>
              <a:t>e</a:t>
            </a:r>
            <a:r>
              <a:rPr spc="-30" dirty="0"/>
              <a:t>m</a:t>
            </a:r>
            <a:r>
              <a:rPr spc="10" dirty="0"/>
              <a:t>p</a:t>
            </a:r>
            <a:r>
              <a:rPr spc="30" dirty="0"/>
              <a:t>l</a:t>
            </a:r>
            <a:r>
              <a:rPr dirty="0"/>
              <a:t>e</a:t>
            </a:r>
            <a:r>
              <a:rPr spc="-405" dirty="0"/>
              <a:t> </a:t>
            </a:r>
            <a:r>
              <a:rPr spc="45" dirty="0"/>
              <a:t>T</a:t>
            </a:r>
            <a:r>
              <a:rPr spc="-40" dirty="0"/>
              <a:t>e</a:t>
            </a:r>
            <a:r>
              <a:rPr dirty="0"/>
              <a:t>st</a:t>
            </a:r>
            <a:r>
              <a:rPr spc="-310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40" dirty="0"/>
              <a:t>te</a:t>
            </a:r>
            <a:r>
              <a:rPr spc="30" dirty="0"/>
              <a:t>g</a:t>
            </a:r>
            <a:r>
              <a:rPr spc="50" dirty="0"/>
              <a:t>o</a:t>
            </a:r>
            <a:r>
              <a:rPr spc="-75" dirty="0"/>
              <a:t>r</a:t>
            </a:r>
            <a:r>
              <a:rPr spc="5" dirty="0"/>
              <a:t>i</a:t>
            </a:r>
            <a:r>
              <a:rPr spc="-140" dirty="0"/>
              <a:t>e</a:t>
            </a:r>
            <a:r>
              <a:rPr spc="-25" dirty="0"/>
              <a:t>-</a:t>
            </a:r>
            <a:r>
              <a:rPr spc="-35" dirty="0"/>
              <a:t>P</a:t>
            </a:r>
            <a:r>
              <a:rPr spc="-100" dirty="0"/>
              <a:t>a</a:t>
            </a:r>
            <a:r>
              <a:rPr spc="-75" dirty="0"/>
              <a:t>r</a:t>
            </a:r>
            <a:r>
              <a:rPr spc="-40" dirty="0"/>
              <a:t>t</a:t>
            </a:r>
            <a:r>
              <a:rPr spc="5" dirty="0"/>
              <a:t>i</a:t>
            </a:r>
            <a:r>
              <a:rPr spc="-40" dirty="0"/>
              <a:t>t</a:t>
            </a:r>
            <a:r>
              <a:rPr spc="-95" dirty="0"/>
              <a:t>i</a:t>
            </a:r>
            <a:r>
              <a:rPr spc="-55" dirty="0"/>
              <a:t>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226724"/>
            <a:ext cx="8069580" cy="363727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420370" indent="12700">
              <a:lnSpc>
                <a:spcPct val="101400"/>
              </a:lnSpc>
              <a:spcBef>
                <a:spcPts val="60"/>
              </a:spcBef>
            </a:pPr>
            <a:r>
              <a:rPr sz="2300" u="sng" spc="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I</a:t>
            </a:r>
            <a:r>
              <a:rPr sz="2300" u="sng" spc="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d</a:t>
            </a:r>
            <a:r>
              <a:rPr sz="2300" u="sng" spc="3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é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e</a:t>
            </a:r>
            <a:r>
              <a:rPr sz="2300" u="sng" spc="-2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:</a:t>
            </a:r>
            <a:r>
              <a:rPr sz="2300" u="sng" spc="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omic Sans MS"/>
                <a:cs typeface="Comic Sans MS"/>
              </a:rPr>
              <a:t> 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mm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 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(sorties)</a:t>
            </a:r>
            <a:r>
              <a:rPr sz="2300" spc="-1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leurs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causes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(entrées)</a:t>
            </a:r>
            <a:endParaRPr sz="2300">
              <a:latin typeface="Comic Sans MS"/>
              <a:cs typeface="Comic Sans MS"/>
            </a:endParaRPr>
          </a:p>
          <a:p>
            <a:pPr marL="12700" marR="571500" indent="12700">
              <a:lnSpc>
                <a:spcPct val="101400"/>
              </a:lnSpc>
              <a:spcBef>
                <a:spcPts val="2095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ph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qui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 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décision</a:t>
            </a:r>
            <a:endParaRPr sz="2300">
              <a:latin typeface="Comic Sans MS"/>
              <a:cs typeface="Comic Sans MS"/>
            </a:endParaRPr>
          </a:p>
          <a:p>
            <a:pPr marL="12700" marR="5080" indent="12700">
              <a:lnSpc>
                <a:spcPct val="101400"/>
              </a:lnSpc>
              <a:spcBef>
                <a:spcPts val="1995"/>
              </a:spcBef>
            </a:pP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Vise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supporter l’interaction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avec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les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experts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domaines </a:t>
            </a:r>
            <a:r>
              <a:rPr sz="2300" spc="-6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l’ingénierie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inverse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spécifications,</a:t>
            </a:r>
            <a:r>
              <a:rPr sz="2300" spc="-2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0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fins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tests</a:t>
            </a:r>
            <a:endParaRPr sz="2300">
              <a:latin typeface="Comic Sans MS"/>
              <a:cs typeface="Comic Sans MS"/>
            </a:endParaRPr>
          </a:p>
          <a:p>
            <a:pPr marL="12700" marR="388620" indent="12700">
              <a:lnSpc>
                <a:spcPct val="101400"/>
              </a:lnSpc>
              <a:spcBef>
                <a:spcPts val="2000"/>
              </a:spcBef>
            </a:pP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(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’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300" spc="-3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)</a:t>
            </a:r>
            <a:r>
              <a:rPr sz="2300" spc="-1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effets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(sorties,</a:t>
            </a:r>
            <a:r>
              <a:rPr sz="2300" spc="-12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changements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dans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l’état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système)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7842" y="1463581"/>
            <a:ext cx="546163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G</a:t>
            </a:r>
            <a:r>
              <a:rPr spc="25" dirty="0"/>
              <a:t>r</a:t>
            </a:r>
            <a:r>
              <a:rPr dirty="0"/>
              <a:t>a</a:t>
            </a:r>
            <a:r>
              <a:rPr spc="10" dirty="0"/>
              <a:t>p</a:t>
            </a:r>
            <a:r>
              <a:rPr spc="-55" dirty="0"/>
              <a:t>h</a:t>
            </a:r>
            <a:r>
              <a:rPr spc="-140" dirty="0"/>
              <a:t>e</a:t>
            </a:r>
            <a:r>
              <a:rPr dirty="0"/>
              <a:t>s</a:t>
            </a:r>
            <a:r>
              <a:rPr spc="-365" dirty="0"/>
              <a:t> </a:t>
            </a:r>
            <a:r>
              <a:rPr spc="5" dirty="0"/>
              <a:t>d</a:t>
            </a:r>
            <a:r>
              <a:rPr dirty="0"/>
              <a:t>e</a:t>
            </a:r>
            <a:r>
              <a:rPr spc="-204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30" dirty="0"/>
              <a:t>u</a:t>
            </a:r>
            <a:r>
              <a:rPr dirty="0"/>
              <a:t>s</a:t>
            </a:r>
            <a:r>
              <a:rPr spc="-40" dirty="0"/>
              <a:t>e</a:t>
            </a:r>
            <a:r>
              <a:rPr spc="-25" dirty="0"/>
              <a:t>-</a:t>
            </a:r>
            <a:r>
              <a:rPr spc="-40" dirty="0"/>
              <a:t>e</a:t>
            </a:r>
            <a:r>
              <a:rPr spc="15" dirty="0"/>
              <a:t>f</a:t>
            </a:r>
            <a:r>
              <a:rPr spc="-85" dirty="0"/>
              <a:t>f</a:t>
            </a:r>
            <a:r>
              <a:rPr spc="-40" dirty="0"/>
              <a:t>et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252547"/>
            <a:ext cx="7891780" cy="370077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224154" indent="12700">
              <a:lnSpc>
                <a:spcPct val="101400"/>
              </a:lnSpc>
              <a:spcBef>
                <a:spcPts val="60"/>
              </a:spcBef>
            </a:pP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causes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doivent</a:t>
            </a:r>
            <a:r>
              <a:rPr sz="2300" spc="-1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être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formulées</a:t>
            </a:r>
            <a:r>
              <a:rPr sz="2300" spc="-30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manière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être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soit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vraies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ou</a:t>
            </a:r>
            <a:r>
              <a:rPr sz="23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fausses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(expression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booléenne)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Comic Sans MS"/>
              <a:cs typeface="Comic Sans MS"/>
            </a:endParaRPr>
          </a:p>
          <a:p>
            <a:pPr marL="12700" marR="313690" indent="12700">
              <a:lnSpc>
                <a:spcPct val="101400"/>
              </a:lnSpc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-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3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es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contraintes</a:t>
            </a:r>
            <a:r>
              <a:rPr sz="2300" spc="-3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(environnementales,</a:t>
            </a:r>
            <a:r>
              <a:rPr sz="2300" spc="-3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externes)</a:t>
            </a:r>
            <a:r>
              <a:rPr sz="2300" spc="-3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causes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et </a:t>
            </a:r>
            <a:r>
              <a:rPr sz="2300" spc="-6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effets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250">
              <a:latin typeface="Comic Sans MS"/>
              <a:cs typeface="Comic Sans MS"/>
            </a:endParaRPr>
          </a:p>
          <a:p>
            <a:pPr marL="12700" marR="5080" indent="12700">
              <a:lnSpc>
                <a:spcPct val="101400"/>
              </a:lnSpc>
              <a:tabLst>
                <a:tab pos="6122670" algn="l"/>
              </a:tabLst>
            </a:pP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nn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2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	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“significatives”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d’entrées-sorties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manière à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construire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7842" y="1463581"/>
            <a:ext cx="546163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45" dirty="0"/>
              <a:t>G</a:t>
            </a:r>
            <a:r>
              <a:rPr spc="25" dirty="0"/>
              <a:t>r</a:t>
            </a:r>
            <a:r>
              <a:rPr dirty="0"/>
              <a:t>a</a:t>
            </a:r>
            <a:r>
              <a:rPr spc="10" dirty="0"/>
              <a:t>p</a:t>
            </a:r>
            <a:r>
              <a:rPr spc="-55" dirty="0"/>
              <a:t>h</a:t>
            </a:r>
            <a:r>
              <a:rPr spc="-140" dirty="0"/>
              <a:t>e</a:t>
            </a:r>
            <a:r>
              <a:rPr dirty="0"/>
              <a:t>s</a:t>
            </a:r>
            <a:r>
              <a:rPr spc="-365" dirty="0"/>
              <a:t> </a:t>
            </a:r>
            <a:r>
              <a:rPr spc="5" dirty="0"/>
              <a:t>d</a:t>
            </a:r>
            <a:r>
              <a:rPr dirty="0"/>
              <a:t>e</a:t>
            </a:r>
            <a:r>
              <a:rPr spc="-204" dirty="0"/>
              <a:t> </a:t>
            </a:r>
            <a:r>
              <a:rPr spc="-55" dirty="0"/>
              <a:t>C</a:t>
            </a:r>
            <a:r>
              <a:rPr dirty="0"/>
              <a:t>a</a:t>
            </a:r>
            <a:r>
              <a:rPr spc="-30" dirty="0"/>
              <a:t>u</a:t>
            </a:r>
            <a:r>
              <a:rPr dirty="0"/>
              <a:t>s</a:t>
            </a:r>
            <a:r>
              <a:rPr spc="-40" dirty="0"/>
              <a:t>e</a:t>
            </a:r>
            <a:r>
              <a:rPr spc="-25" dirty="0"/>
              <a:t>-</a:t>
            </a:r>
            <a:r>
              <a:rPr spc="-40" dirty="0"/>
              <a:t>e</a:t>
            </a:r>
            <a:r>
              <a:rPr spc="15" dirty="0"/>
              <a:t>f</a:t>
            </a:r>
            <a:r>
              <a:rPr spc="-85" dirty="0"/>
              <a:t>f</a:t>
            </a:r>
            <a:r>
              <a:rPr spc="-40" dirty="0"/>
              <a:t>et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252768"/>
            <a:ext cx="7797800" cy="3844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100" spc="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nœud</a:t>
            </a:r>
            <a:r>
              <a:rPr sz="21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tiré</a:t>
            </a:r>
            <a:r>
              <a:rPr sz="21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pour</a:t>
            </a:r>
            <a:r>
              <a:rPr sz="21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cause</a:t>
            </a:r>
            <a:r>
              <a:rPr sz="2100" spc="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1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chaque</a:t>
            </a:r>
            <a:r>
              <a:rPr sz="21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35" dirty="0">
                <a:solidFill>
                  <a:srgbClr val="404040"/>
                </a:solidFill>
                <a:latin typeface="Comic Sans MS"/>
                <a:cs typeface="Comic Sans MS"/>
              </a:rPr>
              <a:t>effet</a:t>
            </a:r>
            <a:endParaRPr sz="21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2050">
              <a:latin typeface="Comic Sans MS"/>
              <a:cs typeface="Comic Sans MS"/>
            </a:endParaRPr>
          </a:p>
          <a:p>
            <a:pPr marL="12700" marR="470534">
              <a:lnSpc>
                <a:spcPts val="2400"/>
              </a:lnSpc>
            </a:pPr>
            <a:r>
              <a:rPr sz="2100" spc="4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15" dirty="0">
                <a:solidFill>
                  <a:srgbClr val="404040"/>
                </a:solidFill>
                <a:latin typeface="Comic Sans MS"/>
                <a:cs typeface="Comic Sans MS"/>
              </a:rPr>
              <a:t>œ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ô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nœuds</a:t>
            </a:r>
            <a:r>
              <a:rPr sz="21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effet</a:t>
            </a:r>
            <a:r>
              <a:rPr sz="2100" spc="-1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1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côté</a:t>
            </a:r>
            <a:r>
              <a:rPr sz="2100" spc="-8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opposé</a:t>
            </a:r>
            <a:endParaRPr sz="21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Comic Sans MS"/>
              <a:cs typeface="Comic Sans MS"/>
            </a:endParaRPr>
          </a:p>
          <a:p>
            <a:pPr marL="12700" marR="619125">
              <a:lnSpc>
                <a:spcPts val="2400"/>
              </a:lnSpc>
            </a:pPr>
            <a:r>
              <a:rPr sz="2100" spc="-5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l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15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à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l’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ne 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1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l’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100" spc="5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endParaRPr sz="21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>
              <a:latin typeface="Comic Sans MS"/>
              <a:cs typeface="Comic Sans MS"/>
            </a:endParaRPr>
          </a:p>
          <a:p>
            <a:pPr marL="12700" marR="5080">
              <a:lnSpc>
                <a:spcPts val="2400"/>
              </a:lnSpc>
              <a:spcBef>
                <a:spcPts val="5"/>
              </a:spcBef>
            </a:pPr>
            <a:r>
              <a:rPr sz="2100" spc="4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1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30" dirty="0">
                <a:solidFill>
                  <a:srgbClr val="404040"/>
                </a:solidFill>
                <a:latin typeface="Comic Sans MS"/>
                <a:cs typeface="Comic Sans MS"/>
              </a:rPr>
              <a:t>ff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x</a:t>
            </a:r>
            <a:r>
              <a:rPr sz="21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 p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,</a:t>
            </a:r>
            <a:r>
              <a:rPr sz="2100" spc="-1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100" spc="25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100" spc="-25" dirty="0">
                <a:solidFill>
                  <a:srgbClr val="404040"/>
                </a:solidFill>
                <a:latin typeface="Comic Sans MS"/>
                <a:cs typeface="Comic Sans MS"/>
              </a:rPr>
              <a:t>pp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or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1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g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qu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3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100" spc="4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causes</a:t>
            </a:r>
            <a:r>
              <a:rPr sz="2100" spc="-1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100" spc="-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annoté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dirty="0">
                <a:solidFill>
                  <a:srgbClr val="404040"/>
                </a:solidFill>
                <a:latin typeface="Comic Sans MS"/>
                <a:cs typeface="Comic Sans MS"/>
              </a:rPr>
              <a:t>par</a:t>
            </a:r>
            <a:r>
              <a:rPr sz="2100" spc="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des</a:t>
            </a:r>
            <a:r>
              <a:rPr sz="21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-5" dirty="0">
                <a:solidFill>
                  <a:srgbClr val="404040"/>
                </a:solidFill>
                <a:latin typeface="Comic Sans MS"/>
                <a:cs typeface="Comic Sans MS"/>
              </a:rPr>
              <a:t>symboles</a:t>
            </a:r>
            <a:r>
              <a:rPr sz="21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15" dirty="0">
                <a:solidFill>
                  <a:srgbClr val="404040"/>
                </a:solidFill>
                <a:latin typeface="Comic Sans MS"/>
                <a:cs typeface="Comic Sans MS"/>
              </a:rPr>
              <a:t>placés</a:t>
            </a:r>
            <a:r>
              <a:rPr sz="21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5" dirty="0">
                <a:solidFill>
                  <a:srgbClr val="404040"/>
                </a:solidFill>
                <a:latin typeface="Comic Sans MS"/>
                <a:cs typeface="Comic Sans MS"/>
              </a:rPr>
              <a:t>entre</a:t>
            </a:r>
            <a:r>
              <a:rPr sz="2100" spc="-8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20" dirty="0">
                <a:solidFill>
                  <a:srgbClr val="404040"/>
                </a:solidFill>
                <a:latin typeface="Comic Sans MS"/>
                <a:cs typeface="Comic Sans MS"/>
              </a:rPr>
              <a:t>les</a:t>
            </a:r>
            <a:r>
              <a:rPr sz="2100" spc="-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100" spc="10" dirty="0">
                <a:solidFill>
                  <a:srgbClr val="404040"/>
                </a:solidFill>
                <a:latin typeface="Comic Sans MS"/>
                <a:cs typeface="Comic Sans MS"/>
              </a:rPr>
              <a:t>lignes</a:t>
            </a:r>
            <a:endParaRPr sz="2100">
              <a:latin typeface="Comic Sans MS"/>
              <a:cs typeface="Comic Sans MS"/>
            </a:endParaRPr>
          </a:p>
          <a:p>
            <a:pPr marL="241300">
              <a:lnSpc>
                <a:spcPct val="100000"/>
              </a:lnSpc>
              <a:spcBef>
                <a:spcPts val="65"/>
              </a:spcBef>
              <a:tabLst>
                <a:tab pos="786765" algn="l"/>
              </a:tabLst>
            </a:pPr>
            <a:r>
              <a:rPr sz="1900" spc="-15" dirty="0">
                <a:solidFill>
                  <a:srgbClr val="D34817"/>
                </a:solidFill>
                <a:latin typeface="Courier New"/>
                <a:cs typeface="Courier New"/>
              </a:rPr>
              <a:t>o</a:t>
            </a:r>
            <a:r>
              <a:rPr sz="1950" i="1" spc="-15" dirty="0">
                <a:solidFill>
                  <a:srgbClr val="404040"/>
                </a:solidFill>
                <a:latin typeface="Comic Sans MS"/>
                <a:cs typeface="Comic Sans MS"/>
              </a:rPr>
              <a:t>et	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logique</a:t>
            </a:r>
            <a:r>
              <a:rPr sz="1900" spc="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5" dirty="0">
                <a:solidFill>
                  <a:srgbClr val="404040"/>
                </a:solidFill>
                <a:latin typeface="Comic Sans MS"/>
                <a:cs typeface="Comic Sans MS"/>
              </a:rPr>
              <a:t>(^)</a:t>
            </a:r>
            <a:endParaRPr sz="1900">
              <a:latin typeface="Comic Sans MS"/>
              <a:cs typeface="Comic Sans MS"/>
            </a:endParaRPr>
          </a:p>
          <a:p>
            <a:pPr marL="241300">
              <a:lnSpc>
                <a:spcPct val="100000"/>
              </a:lnSpc>
              <a:spcBef>
                <a:spcPts val="55"/>
              </a:spcBef>
            </a:pPr>
            <a:r>
              <a:rPr sz="1900" dirty="0">
                <a:solidFill>
                  <a:srgbClr val="D34817"/>
                </a:solidFill>
                <a:latin typeface="Courier New"/>
                <a:cs typeface="Courier New"/>
              </a:rPr>
              <a:t>o</a:t>
            </a:r>
            <a:r>
              <a:rPr sz="1950" i="1" dirty="0">
                <a:solidFill>
                  <a:srgbClr val="404040"/>
                </a:solidFill>
                <a:latin typeface="Comic Sans MS"/>
                <a:cs typeface="Comic Sans MS"/>
              </a:rPr>
              <a:t>ou </a:t>
            </a:r>
            <a:r>
              <a:rPr sz="1900" spc="-10" dirty="0">
                <a:solidFill>
                  <a:srgbClr val="404040"/>
                </a:solidFill>
                <a:latin typeface="Comic Sans MS"/>
                <a:cs typeface="Comic Sans MS"/>
              </a:rPr>
              <a:t>logique</a:t>
            </a:r>
            <a:r>
              <a:rPr sz="1900" spc="1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1900" spc="-15" dirty="0">
                <a:solidFill>
                  <a:srgbClr val="404040"/>
                </a:solidFill>
                <a:latin typeface="Comic Sans MS"/>
                <a:cs typeface="Comic Sans MS"/>
              </a:rPr>
              <a:t>(V)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6642" y="1155321"/>
            <a:ext cx="4325620" cy="93154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711200" marR="5080" indent="-698500">
              <a:lnSpc>
                <a:spcPts val="3300"/>
              </a:lnSpc>
              <a:spcBef>
                <a:spcPts val="655"/>
              </a:spcBef>
            </a:pPr>
            <a:r>
              <a:rPr sz="3200" spc="-20" dirty="0"/>
              <a:t>S</a:t>
            </a:r>
            <a:r>
              <a:rPr sz="3200" spc="-10" dirty="0"/>
              <a:t>t</a:t>
            </a:r>
            <a:r>
              <a:rPr sz="3200" spc="-40" dirty="0"/>
              <a:t>r</a:t>
            </a:r>
            <a:r>
              <a:rPr sz="3200" spc="35" dirty="0"/>
              <a:t>u</a:t>
            </a:r>
            <a:r>
              <a:rPr sz="3200" spc="-50" dirty="0"/>
              <a:t>c</a:t>
            </a:r>
            <a:r>
              <a:rPr sz="3200" spc="-10" dirty="0"/>
              <a:t>t</a:t>
            </a:r>
            <a:r>
              <a:rPr sz="3200" spc="35" dirty="0"/>
              <a:t>u</a:t>
            </a:r>
            <a:r>
              <a:rPr sz="3200" spc="-40" dirty="0"/>
              <a:t>r</a:t>
            </a:r>
            <a:r>
              <a:rPr sz="3200" dirty="0"/>
              <a:t>e</a:t>
            </a:r>
            <a:r>
              <a:rPr sz="3200" spc="-215" dirty="0"/>
              <a:t> </a:t>
            </a:r>
            <a:r>
              <a:rPr sz="3200" spc="15" dirty="0"/>
              <a:t>d</a:t>
            </a:r>
            <a:r>
              <a:rPr sz="3200" spc="45" dirty="0"/>
              <a:t>e</a:t>
            </a:r>
            <a:r>
              <a:rPr sz="3200" dirty="0"/>
              <a:t>s</a:t>
            </a:r>
            <a:r>
              <a:rPr sz="3200" spc="-210" dirty="0"/>
              <a:t> </a:t>
            </a:r>
            <a:r>
              <a:rPr sz="3200" spc="25" dirty="0"/>
              <a:t>G</a:t>
            </a:r>
            <a:r>
              <a:rPr sz="3200" spc="-40" dirty="0"/>
              <a:t>ra</a:t>
            </a:r>
            <a:r>
              <a:rPr sz="3200" spc="-15" dirty="0"/>
              <a:t>p</a:t>
            </a:r>
            <a:r>
              <a:rPr sz="3200" spc="-50" dirty="0"/>
              <a:t>h</a:t>
            </a:r>
            <a:r>
              <a:rPr sz="3200" spc="45" dirty="0"/>
              <a:t>e</a:t>
            </a:r>
            <a:r>
              <a:rPr sz="3200" dirty="0"/>
              <a:t>s  </a:t>
            </a:r>
            <a:r>
              <a:rPr sz="3200" spc="10" dirty="0"/>
              <a:t>de</a:t>
            </a:r>
            <a:r>
              <a:rPr sz="3200" spc="-130" dirty="0"/>
              <a:t> </a:t>
            </a:r>
            <a:r>
              <a:rPr sz="3200" dirty="0"/>
              <a:t>Cause-Effet</a:t>
            </a:r>
            <a:endParaRPr sz="3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82" y="2201345"/>
            <a:ext cx="7902575" cy="30022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12700">
              <a:lnSpc>
                <a:spcPts val="2400"/>
              </a:lnSpc>
              <a:spcBef>
                <a:spcPts val="475"/>
              </a:spcBef>
              <a:tabLst>
                <a:tab pos="481965" algn="l"/>
              </a:tabLst>
            </a:pP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cause</a:t>
            </a:r>
            <a:r>
              <a:rPr sz="2300" spc="-24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dont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6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négation</a:t>
            </a:r>
            <a:r>
              <a:rPr sz="2300" spc="-1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nécessaire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est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désignée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par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	</a:t>
            </a:r>
            <a:r>
              <a:rPr sz="2350" i="1" spc="-35" dirty="0">
                <a:solidFill>
                  <a:srgbClr val="404040"/>
                </a:solidFill>
                <a:latin typeface="Comic Sans MS"/>
                <a:cs typeface="Comic Sans MS"/>
              </a:rPr>
              <a:t>non</a:t>
            </a:r>
            <a:r>
              <a:rPr sz="2350" i="1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logique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(~)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sur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la</a:t>
            </a:r>
            <a:r>
              <a:rPr sz="2300" spc="-6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ligne</a:t>
            </a:r>
            <a:endParaRPr sz="2300">
              <a:latin typeface="Comic Sans MS"/>
              <a:cs typeface="Comic Sans MS"/>
            </a:endParaRPr>
          </a:p>
          <a:p>
            <a:pPr marL="12700" marR="790575" indent="12700">
              <a:lnSpc>
                <a:spcPct val="88700"/>
              </a:lnSpc>
              <a:spcBef>
                <a:spcPts val="2625"/>
              </a:spcBef>
            </a:pP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ut</a:t>
            </a:r>
            <a:r>
              <a:rPr sz="2300" spc="-1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ê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ss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pl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5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 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;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un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25" dirty="0">
                <a:solidFill>
                  <a:srgbClr val="404040"/>
                </a:solidFill>
                <a:latin typeface="Comic Sans MS"/>
                <a:cs typeface="Comic Sans MS"/>
              </a:rPr>
              <a:t>f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es 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nécessaires</a:t>
            </a:r>
            <a:endParaRPr sz="23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00">
              <a:latin typeface="Comic Sans MS"/>
              <a:cs typeface="Comic Sans MS"/>
            </a:endParaRPr>
          </a:p>
          <a:p>
            <a:pPr marL="12700" marR="897255" indent="12700">
              <a:lnSpc>
                <a:spcPts val="2400"/>
              </a:lnSpc>
              <a:spcBef>
                <a:spcPts val="5"/>
              </a:spcBef>
            </a:pPr>
            <a:r>
              <a:rPr sz="2300" spc="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œ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v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2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ê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 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simplifier</a:t>
            </a:r>
            <a:r>
              <a:rPr sz="2300" spc="-10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le</a:t>
            </a:r>
            <a:r>
              <a:rPr sz="2300" spc="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5" dirty="0">
                <a:solidFill>
                  <a:srgbClr val="404040"/>
                </a:solidFill>
                <a:latin typeface="Comic Sans MS"/>
                <a:cs typeface="Comic Sans MS"/>
              </a:rPr>
              <a:t>graphe</a:t>
            </a:r>
            <a:r>
              <a:rPr sz="2300" spc="-15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et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sa</a:t>
            </a:r>
            <a:r>
              <a:rPr sz="2300" spc="-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construction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54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6642" y="1155321"/>
            <a:ext cx="4325620" cy="93154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711200" marR="5080" indent="-698500">
              <a:lnSpc>
                <a:spcPts val="3300"/>
              </a:lnSpc>
              <a:spcBef>
                <a:spcPts val="655"/>
              </a:spcBef>
            </a:pPr>
            <a:r>
              <a:rPr sz="3200" spc="-20" dirty="0"/>
              <a:t>S</a:t>
            </a:r>
            <a:r>
              <a:rPr sz="3200" spc="-10" dirty="0"/>
              <a:t>t</a:t>
            </a:r>
            <a:r>
              <a:rPr sz="3200" spc="-40" dirty="0"/>
              <a:t>r</a:t>
            </a:r>
            <a:r>
              <a:rPr sz="3200" spc="35" dirty="0"/>
              <a:t>u</a:t>
            </a:r>
            <a:r>
              <a:rPr sz="3200" spc="-50" dirty="0"/>
              <a:t>c</a:t>
            </a:r>
            <a:r>
              <a:rPr sz="3200" spc="-10" dirty="0"/>
              <a:t>t</a:t>
            </a:r>
            <a:r>
              <a:rPr sz="3200" spc="35" dirty="0"/>
              <a:t>u</a:t>
            </a:r>
            <a:r>
              <a:rPr sz="3200" spc="-40" dirty="0"/>
              <a:t>r</a:t>
            </a:r>
            <a:r>
              <a:rPr sz="3200" dirty="0"/>
              <a:t>e</a:t>
            </a:r>
            <a:r>
              <a:rPr sz="3200" spc="-215" dirty="0"/>
              <a:t> </a:t>
            </a:r>
            <a:r>
              <a:rPr sz="3200" spc="15" dirty="0"/>
              <a:t>d</a:t>
            </a:r>
            <a:r>
              <a:rPr sz="3200" spc="45" dirty="0"/>
              <a:t>e</a:t>
            </a:r>
            <a:r>
              <a:rPr sz="3200" dirty="0"/>
              <a:t>s</a:t>
            </a:r>
            <a:r>
              <a:rPr sz="3200" spc="-210" dirty="0"/>
              <a:t> </a:t>
            </a:r>
            <a:r>
              <a:rPr sz="3200" spc="25" dirty="0"/>
              <a:t>G</a:t>
            </a:r>
            <a:r>
              <a:rPr sz="3200" spc="-40" dirty="0"/>
              <a:t>ra</a:t>
            </a:r>
            <a:r>
              <a:rPr sz="3200" spc="-15" dirty="0"/>
              <a:t>p</a:t>
            </a:r>
            <a:r>
              <a:rPr sz="3200" spc="-50" dirty="0"/>
              <a:t>h</a:t>
            </a:r>
            <a:r>
              <a:rPr sz="3200" spc="45" dirty="0"/>
              <a:t>e</a:t>
            </a:r>
            <a:r>
              <a:rPr sz="3200" dirty="0"/>
              <a:t>s  </a:t>
            </a:r>
            <a:r>
              <a:rPr sz="3200" spc="10" dirty="0"/>
              <a:t>de</a:t>
            </a:r>
            <a:r>
              <a:rPr sz="3200" spc="-130" dirty="0"/>
              <a:t> </a:t>
            </a:r>
            <a:r>
              <a:rPr sz="3200" dirty="0"/>
              <a:t>Cause-Effet</a:t>
            </a:r>
            <a:endParaRPr sz="3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34350" y="2159194"/>
            <a:ext cx="4265930" cy="3946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Calibri"/>
                <a:cs typeface="Calibri"/>
              </a:rPr>
              <a:t>Si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alors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ct val="177400"/>
              </a:lnSpc>
              <a:spcBef>
                <a:spcPts val="90"/>
              </a:spcBef>
              <a:tabLst>
                <a:tab pos="1041400" algn="l"/>
                <a:tab pos="1231900" algn="l"/>
                <a:tab pos="1257300" algn="l"/>
                <a:tab pos="1460500" algn="l"/>
              </a:tabLst>
            </a:pPr>
            <a:r>
              <a:rPr sz="2600" dirty="0">
                <a:latin typeface="MS PGothic"/>
                <a:cs typeface="MS PGothic"/>
              </a:rPr>
              <a:t>“</a:t>
            </a:r>
            <a:r>
              <a:rPr sz="2600" i="1" dirty="0">
                <a:latin typeface="Calibri"/>
                <a:cs typeface="Calibri"/>
              </a:rPr>
              <a:t>AND</a:t>
            </a:r>
            <a:r>
              <a:rPr sz="2600" dirty="0">
                <a:latin typeface="MS PGothic"/>
                <a:cs typeface="MS PGothic"/>
              </a:rPr>
              <a:t>”</a:t>
            </a:r>
            <a:r>
              <a:rPr sz="2600" spc="-290" dirty="0">
                <a:latin typeface="MS PGothic"/>
                <a:cs typeface="MS PGothic"/>
              </a:rPr>
              <a:t> </a:t>
            </a:r>
            <a:r>
              <a:rPr sz="2600" dirty="0">
                <a:latin typeface="Calibri"/>
                <a:cs typeface="Calibri"/>
              </a:rPr>
              <a:t>:		Si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(A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 </a:t>
            </a:r>
            <a:r>
              <a:rPr sz="2600" spc="-10" dirty="0">
                <a:latin typeface="Calibri"/>
                <a:cs typeface="Calibri"/>
              </a:rPr>
              <a:t>B)</a:t>
            </a:r>
            <a:r>
              <a:rPr sz="2600" spc="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alors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MS PGothic"/>
                <a:cs typeface="MS PGothic"/>
              </a:rPr>
              <a:t>“</a:t>
            </a:r>
            <a:r>
              <a:rPr sz="2600" i="1" spc="-5" dirty="0">
                <a:latin typeface="Calibri"/>
                <a:cs typeface="Calibri"/>
              </a:rPr>
              <a:t>OR</a:t>
            </a:r>
            <a:r>
              <a:rPr sz="2600" spc="-5" dirty="0">
                <a:latin typeface="MS PGothic"/>
                <a:cs typeface="MS PGothic"/>
              </a:rPr>
              <a:t>”</a:t>
            </a:r>
            <a:r>
              <a:rPr sz="2600" spc="-195" dirty="0">
                <a:latin typeface="MS PGothic"/>
                <a:cs typeface="MS PGothic"/>
              </a:rPr>
              <a:t> </a:t>
            </a:r>
            <a:r>
              <a:rPr sz="2600" dirty="0">
                <a:latin typeface="Calibri"/>
                <a:cs typeface="Calibri"/>
              </a:rPr>
              <a:t>:	Si </a:t>
            </a:r>
            <a:r>
              <a:rPr sz="2600" spc="5" dirty="0">
                <a:latin typeface="Calibri"/>
                <a:cs typeface="Calibri"/>
              </a:rPr>
              <a:t>(A </a:t>
            </a:r>
            <a:r>
              <a:rPr sz="2600" spc="10" dirty="0">
                <a:latin typeface="Calibri"/>
                <a:cs typeface="Calibri"/>
              </a:rPr>
              <a:t>ou </a:t>
            </a:r>
            <a:r>
              <a:rPr sz="2600" spc="-10" dirty="0">
                <a:latin typeface="Calibri"/>
                <a:cs typeface="Calibri"/>
              </a:rPr>
              <a:t>B) alors </a:t>
            </a:r>
            <a:r>
              <a:rPr sz="2600" dirty="0">
                <a:latin typeface="Calibri"/>
                <a:cs typeface="Calibri"/>
              </a:rPr>
              <a:t>C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5" dirty="0">
                <a:latin typeface="MS PGothic"/>
                <a:cs typeface="MS PGothic"/>
              </a:rPr>
              <a:t>“</a:t>
            </a:r>
            <a:r>
              <a:rPr sz="2600" i="1" spc="5" dirty="0">
                <a:latin typeface="Calibri"/>
                <a:cs typeface="Calibri"/>
              </a:rPr>
              <a:t>NAND</a:t>
            </a:r>
            <a:r>
              <a:rPr sz="2600" spc="5" dirty="0">
                <a:latin typeface="MS PGothic"/>
                <a:cs typeface="MS PGothic"/>
              </a:rPr>
              <a:t>”</a:t>
            </a:r>
            <a:r>
              <a:rPr sz="2600" spc="-295" dirty="0">
                <a:latin typeface="MS PGothic"/>
                <a:cs typeface="MS PGothic"/>
              </a:rPr>
              <a:t> </a:t>
            </a:r>
            <a:r>
              <a:rPr sz="2600" dirty="0">
                <a:latin typeface="Calibri"/>
                <a:cs typeface="Calibri"/>
              </a:rPr>
              <a:t>:	Si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5" dirty="0">
                <a:latin typeface="Calibri"/>
                <a:cs typeface="Calibri"/>
              </a:rPr>
              <a:t>(A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B)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alors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MS PGothic"/>
                <a:cs typeface="MS PGothic"/>
              </a:rPr>
              <a:t>“</a:t>
            </a:r>
            <a:r>
              <a:rPr sz="2600" i="1" dirty="0">
                <a:latin typeface="Calibri"/>
                <a:cs typeface="Calibri"/>
              </a:rPr>
              <a:t>NOR</a:t>
            </a:r>
            <a:r>
              <a:rPr sz="2600" dirty="0">
                <a:latin typeface="MS PGothic"/>
                <a:cs typeface="MS PGothic"/>
              </a:rPr>
              <a:t>”</a:t>
            </a:r>
            <a:r>
              <a:rPr sz="2600" spc="-295" dirty="0">
                <a:latin typeface="MS PGothic"/>
                <a:cs typeface="MS PGothic"/>
              </a:rPr>
              <a:t> </a:t>
            </a:r>
            <a:r>
              <a:rPr sz="2600" dirty="0">
                <a:latin typeface="Calibri"/>
                <a:cs typeface="Calibri"/>
              </a:rPr>
              <a:t>:		Si </a:t>
            </a:r>
            <a:r>
              <a:rPr sz="2600" spc="10" dirty="0">
                <a:latin typeface="Calibri"/>
                <a:cs typeface="Calibri"/>
              </a:rPr>
              <a:t>(ni </a:t>
            </a:r>
            <a:r>
              <a:rPr sz="2600" dirty="0">
                <a:latin typeface="Calibri"/>
                <a:cs typeface="Calibri"/>
              </a:rPr>
              <a:t>A et </a:t>
            </a:r>
            <a:r>
              <a:rPr sz="2600" spc="15" dirty="0">
                <a:latin typeface="Calibri"/>
                <a:cs typeface="Calibri"/>
              </a:rPr>
              <a:t>ni </a:t>
            </a:r>
            <a:r>
              <a:rPr sz="2600" spc="-10" dirty="0">
                <a:latin typeface="Calibri"/>
                <a:cs typeface="Calibri"/>
              </a:rPr>
              <a:t>B) alors </a:t>
            </a:r>
            <a:r>
              <a:rPr sz="2600" dirty="0">
                <a:latin typeface="Calibri"/>
                <a:cs typeface="Calibri"/>
              </a:rPr>
              <a:t>C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0" dirty="0">
                <a:latin typeface="MS PGothic"/>
                <a:cs typeface="MS PGothic"/>
              </a:rPr>
              <a:t>“</a:t>
            </a:r>
            <a:r>
              <a:rPr sz="2600" i="1" spc="-10" dirty="0">
                <a:latin typeface="Calibri"/>
                <a:cs typeface="Calibri"/>
              </a:rPr>
              <a:t>NOT</a:t>
            </a:r>
            <a:r>
              <a:rPr sz="2600" spc="-10" dirty="0">
                <a:latin typeface="MS PGothic"/>
                <a:cs typeface="MS PGothic"/>
              </a:rPr>
              <a:t>”</a:t>
            </a:r>
            <a:r>
              <a:rPr sz="2600" spc="-295" dirty="0">
                <a:latin typeface="MS PGothic"/>
                <a:cs typeface="MS PGothic"/>
              </a:rPr>
              <a:t> </a:t>
            </a:r>
            <a:r>
              <a:rPr sz="2600" dirty="0">
                <a:latin typeface="Calibri"/>
                <a:cs typeface="Calibri"/>
              </a:rPr>
              <a:t>:	Si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(pas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A)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alors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692400" y="5791200"/>
            <a:ext cx="330200" cy="279400"/>
            <a:chOff x="2692400" y="5791200"/>
            <a:chExt cx="330200" cy="279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5100" y="5803899"/>
              <a:ext cx="317500" cy="2667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100" y="5803899"/>
              <a:ext cx="94907" cy="822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98750" y="57975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6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6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98750" y="57975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68958" y="5806903"/>
            <a:ext cx="1041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14500" y="5791200"/>
            <a:ext cx="330200" cy="279400"/>
            <a:chOff x="1714500" y="5791200"/>
            <a:chExt cx="330200" cy="2794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5803899"/>
              <a:ext cx="317500" cy="2667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5803899"/>
              <a:ext cx="94907" cy="822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20850" y="57975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20850" y="57975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792377" y="5806903"/>
            <a:ext cx="1104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025650" y="5841996"/>
            <a:ext cx="660400" cy="101600"/>
            <a:chOff x="2025650" y="5841996"/>
            <a:chExt cx="660400" cy="101600"/>
          </a:xfrm>
        </p:grpSpPr>
        <p:sp>
          <p:nvSpPr>
            <p:cNvPr id="16" name="object 16"/>
            <p:cNvSpPr/>
            <p:nvPr/>
          </p:nvSpPr>
          <p:spPr>
            <a:xfrm>
              <a:off x="2025650" y="5911849"/>
              <a:ext cx="660400" cy="0"/>
            </a:xfrm>
            <a:custGeom>
              <a:avLst/>
              <a:gdLst/>
              <a:ahLst/>
              <a:cxnLst/>
              <a:rect l="l" t="t" r="r" b="b"/>
              <a:pathLst>
                <a:path w="660400">
                  <a:moveTo>
                    <a:pt x="0" y="0"/>
                  </a:moveTo>
                  <a:lnTo>
                    <a:pt x="6603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5197" y="5841996"/>
              <a:ext cx="203206" cy="10160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714497" y="2273297"/>
            <a:ext cx="1308100" cy="292100"/>
            <a:chOff x="1714497" y="2273297"/>
            <a:chExt cx="1308100" cy="29210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5100" y="2285999"/>
              <a:ext cx="317500" cy="2794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5100" y="2285999"/>
              <a:ext cx="96931" cy="871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698750" y="2279649"/>
              <a:ext cx="279400" cy="241300"/>
            </a:xfrm>
            <a:custGeom>
              <a:avLst/>
              <a:gdLst/>
              <a:ahLst/>
              <a:cxnLst/>
              <a:rect l="l" t="t" r="r" b="b"/>
              <a:pathLst>
                <a:path w="279400" h="241300">
                  <a:moveTo>
                    <a:pt x="139700" y="0"/>
                  </a:moveTo>
                  <a:lnTo>
                    <a:pt x="85322" y="9481"/>
                  </a:lnTo>
                  <a:lnTo>
                    <a:pt x="40916" y="35337"/>
                  </a:lnTo>
                  <a:lnTo>
                    <a:pt x="10978" y="73687"/>
                  </a:lnTo>
                  <a:lnTo>
                    <a:pt x="0" y="120650"/>
                  </a:lnTo>
                  <a:lnTo>
                    <a:pt x="10978" y="167612"/>
                  </a:lnTo>
                  <a:lnTo>
                    <a:pt x="40916" y="205962"/>
                  </a:lnTo>
                  <a:lnTo>
                    <a:pt x="85322" y="231818"/>
                  </a:lnTo>
                  <a:lnTo>
                    <a:pt x="139700" y="241300"/>
                  </a:lnTo>
                  <a:lnTo>
                    <a:pt x="194077" y="231818"/>
                  </a:lnTo>
                  <a:lnTo>
                    <a:pt x="238482" y="205962"/>
                  </a:lnTo>
                  <a:lnTo>
                    <a:pt x="268421" y="167612"/>
                  </a:lnTo>
                  <a:lnTo>
                    <a:pt x="279400" y="120650"/>
                  </a:lnTo>
                  <a:lnTo>
                    <a:pt x="268421" y="73687"/>
                  </a:lnTo>
                  <a:lnTo>
                    <a:pt x="238482" y="35337"/>
                  </a:lnTo>
                  <a:lnTo>
                    <a:pt x="194077" y="9481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98750" y="2279650"/>
              <a:ext cx="279400" cy="241300"/>
            </a:xfrm>
            <a:custGeom>
              <a:avLst/>
              <a:gdLst/>
              <a:ahLst/>
              <a:cxnLst/>
              <a:rect l="l" t="t" r="r" b="b"/>
              <a:pathLst>
                <a:path w="279400" h="241300">
                  <a:moveTo>
                    <a:pt x="0" y="120650"/>
                  </a:moveTo>
                  <a:lnTo>
                    <a:pt x="10978" y="73687"/>
                  </a:lnTo>
                  <a:lnTo>
                    <a:pt x="40917" y="35337"/>
                  </a:lnTo>
                  <a:lnTo>
                    <a:pt x="85322" y="9481"/>
                  </a:lnTo>
                  <a:lnTo>
                    <a:pt x="139700" y="0"/>
                  </a:lnTo>
                  <a:lnTo>
                    <a:pt x="194077" y="9481"/>
                  </a:lnTo>
                  <a:lnTo>
                    <a:pt x="238483" y="35337"/>
                  </a:lnTo>
                  <a:lnTo>
                    <a:pt x="268421" y="73687"/>
                  </a:lnTo>
                  <a:lnTo>
                    <a:pt x="279400" y="120650"/>
                  </a:lnTo>
                  <a:lnTo>
                    <a:pt x="268421" y="167612"/>
                  </a:lnTo>
                  <a:lnTo>
                    <a:pt x="238483" y="205962"/>
                  </a:lnTo>
                  <a:lnTo>
                    <a:pt x="194077" y="231818"/>
                  </a:lnTo>
                  <a:lnTo>
                    <a:pt x="139700" y="241300"/>
                  </a:lnTo>
                  <a:lnTo>
                    <a:pt x="85322" y="231818"/>
                  </a:lnTo>
                  <a:lnTo>
                    <a:pt x="40917" y="205962"/>
                  </a:lnTo>
                  <a:lnTo>
                    <a:pt x="10978" y="167612"/>
                  </a:lnTo>
                  <a:lnTo>
                    <a:pt x="0" y="12065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7200" y="2285999"/>
              <a:ext cx="317500" cy="2794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7200" y="2285999"/>
              <a:ext cx="96931" cy="871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20850" y="2279649"/>
              <a:ext cx="279400" cy="241300"/>
            </a:xfrm>
            <a:custGeom>
              <a:avLst/>
              <a:gdLst/>
              <a:ahLst/>
              <a:cxnLst/>
              <a:rect l="l" t="t" r="r" b="b"/>
              <a:pathLst>
                <a:path w="279400" h="241300">
                  <a:moveTo>
                    <a:pt x="139700" y="0"/>
                  </a:moveTo>
                  <a:lnTo>
                    <a:pt x="85322" y="9481"/>
                  </a:lnTo>
                  <a:lnTo>
                    <a:pt x="40917" y="35337"/>
                  </a:lnTo>
                  <a:lnTo>
                    <a:pt x="10978" y="73687"/>
                  </a:lnTo>
                  <a:lnTo>
                    <a:pt x="0" y="120650"/>
                  </a:lnTo>
                  <a:lnTo>
                    <a:pt x="10978" y="167612"/>
                  </a:lnTo>
                  <a:lnTo>
                    <a:pt x="40917" y="205962"/>
                  </a:lnTo>
                  <a:lnTo>
                    <a:pt x="85322" y="231818"/>
                  </a:lnTo>
                  <a:lnTo>
                    <a:pt x="139700" y="241300"/>
                  </a:lnTo>
                  <a:lnTo>
                    <a:pt x="194077" y="231818"/>
                  </a:lnTo>
                  <a:lnTo>
                    <a:pt x="238482" y="205962"/>
                  </a:lnTo>
                  <a:lnTo>
                    <a:pt x="268421" y="167612"/>
                  </a:lnTo>
                  <a:lnTo>
                    <a:pt x="279400" y="120650"/>
                  </a:lnTo>
                  <a:lnTo>
                    <a:pt x="268421" y="73687"/>
                  </a:lnTo>
                  <a:lnTo>
                    <a:pt x="238482" y="35337"/>
                  </a:lnTo>
                  <a:lnTo>
                    <a:pt x="194077" y="9481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20850" y="2279650"/>
              <a:ext cx="279400" cy="241300"/>
            </a:xfrm>
            <a:custGeom>
              <a:avLst/>
              <a:gdLst/>
              <a:ahLst/>
              <a:cxnLst/>
              <a:rect l="l" t="t" r="r" b="b"/>
              <a:pathLst>
                <a:path w="279400" h="241300">
                  <a:moveTo>
                    <a:pt x="0" y="120650"/>
                  </a:moveTo>
                  <a:lnTo>
                    <a:pt x="10978" y="73687"/>
                  </a:lnTo>
                  <a:lnTo>
                    <a:pt x="40917" y="35337"/>
                  </a:lnTo>
                  <a:lnTo>
                    <a:pt x="85322" y="9481"/>
                  </a:lnTo>
                  <a:lnTo>
                    <a:pt x="139700" y="0"/>
                  </a:lnTo>
                  <a:lnTo>
                    <a:pt x="194077" y="9481"/>
                  </a:lnTo>
                  <a:lnTo>
                    <a:pt x="238483" y="35337"/>
                  </a:lnTo>
                  <a:lnTo>
                    <a:pt x="268421" y="73687"/>
                  </a:lnTo>
                  <a:lnTo>
                    <a:pt x="279400" y="120650"/>
                  </a:lnTo>
                  <a:lnTo>
                    <a:pt x="268421" y="167612"/>
                  </a:lnTo>
                  <a:lnTo>
                    <a:pt x="238483" y="205962"/>
                  </a:lnTo>
                  <a:lnTo>
                    <a:pt x="194077" y="231818"/>
                  </a:lnTo>
                  <a:lnTo>
                    <a:pt x="139700" y="241300"/>
                  </a:lnTo>
                  <a:lnTo>
                    <a:pt x="85322" y="231818"/>
                  </a:lnTo>
                  <a:lnTo>
                    <a:pt x="40917" y="205962"/>
                  </a:lnTo>
                  <a:lnTo>
                    <a:pt x="10978" y="167612"/>
                  </a:lnTo>
                  <a:lnTo>
                    <a:pt x="0" y="12065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025650" y="2393950"/>
              <a:ext cx="660400" cy="0"/>
            </a:xfrm>
            <a:custGeom>
              <a:avLst/>
              <a:gdLst/>
              <a:ahLst/>
              <a:cxnLst/>
              <a:rect l="l" t="t" r="r" b="b"/>
              <a:pathLst>
                <a:path w="660400">
                  <a:moveTo>
                    <a:pt x="0" y="0"/>
                  </a:moveTo>
                  <a:lnTo>
                    <a:pt x="660399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692400" y="2882900"/>
            <a:ext cx="330200" cy="279400"/>
            <a:chOff x="2692400" y="2882900"/>
            <a:chExt cx="330200" cy="27940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5100" y="2895600"/>
              <a:ext cx="317500" cy="2667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100" y="2895600"/>
              <a:ext cx="94908" cy="8221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698750" y="28892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6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6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98750" y="28892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765119" y="2894985"/>
            <a:ext cx="996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714500" y="2667000"/>
            <a:ext cx="330200" cy="279400"/>
            <a:chOff x="1714500" y="2667000"/>
            <a:chExt cx="330200" cy="27940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7200" y="2679699"/>
              <a:ext cx="317500" cy="2667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2679699"/>
              <a:ext cx="94907" cy="8221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720850" y="26733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20850" y="26733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792377" y="2294456"/>
            <a:ext cx="1080770" cy="58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694" algn="l"/>
              </a:tabLst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	B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714500" y="3060700"/>
            <a:ext cx="330200" cy="279400"/>
            <a:chOff x="1714500" y="3060700"/>
            <a:chExt cx="330200" cy="279400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3073399"/>
              <a:ext cx="317500" cy="2667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3073399"/>
              <a:ext cx="94907" cy="8221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720850" y="30670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720850" y="30670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300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300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3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792377" y="3075143"/>
            <a:ext cx="1041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981199" y="2781299"/>
            <a:ext cx="711200" cy="393700"/>
            <a:chOff x="1981199" y="2781299"/>
            <a:chExt cx="711200" cy="393700"/>
          </a:xfrm>
        </p:grpSpPr>
        <p:sp>
          <p:nvSpPr>
            <p:cNvPr id="47" name="object 47"/>
            <p:cNvSpPr/>
            <p:nvPr/>
          </p:nvSpPr>
          <p:spPr>
            <a:xfrm>
              <a:off x="1987550" y="2787650"/>
              <a:ext cx="698500" cy="203200"/>
            </a:xfrm>
            <a:custGeom>
              <a:avLst/>
              <a:gdLst/>
              <a:ahLst/>
              <a:cxnLst/>
              <a:rect l="l" t="t" r="r" b="b"/>
              <a:pathLst>
                <a:path w="698500" h="203200">
                  <a:moveTo>
                    <a:pt x="0" y="0"/>
                  </a:moveTo>
                  <a:lnTo>
                    <a:pt x="698499" y="2031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87550" y="2990850"/>
              <a:ext cx="698500" cy="177800"/>
            </a:xfrm>
            <a:custGeom>
              <a:avLst/>
              <a:gdLst/>
              <a:ahLst/>
              <a:cxnLst/>
              <a:rect l="l" t="t" r="r" b="b"/>
              <a:pathLst>
                <a:path w="698500" h="177800">
                  <a:moveTo>
                    <a:pt x="698499" y="0"/>
                  </a:moveTo>
                  <a:lnTo>
                    <a:pt x="0" y="1777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63749" y="2889250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101600" h="177800">
                  <a:moveTo>
                    <a:pt x="0" y="177799"/>
                  </a:moveTo>
                  <a:lnTo>
                    <a:pt x="1016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65349" y="2889250"/>
              <a:ext cx="101600" cy="165100"/>
            </a:xfrm>
            <a:custGeom>
              <a:avLst/>
              <a:gdLst/>
              <a:ahLst/>
              <a:cxnLst/>
              <a:rect l="l" t="t" r="r" b="b"/>
              <a:pathLst>
                <a:path w="101600" h="165100">
                  <a:moveTo>
                    <a:pt x="0" y="0"/>
                  </a:moveTo>
                  <a:lnTo>
                    <a:pt x="101599" y="165099"/>
                  </a:lnTo>
                </a:path>
              </a:pathLst>
            </a:custGeom>
            <a:ln w="12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2692400" y="3657600"/>
            <a:ext cx="330200" cy="279400"/>
            <a:chOff x="2692400" y="3657600"/>
            <a:chExt cx="330200" cy="279400"/>
          </a:xfrm>
        </p:grpSpPr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5100" y="3670300"/>
              <a:ext cx="317500" cy="2667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100" y="3670300"/>
              <a:ext cx="94907" cy="82216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698750" y="36639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6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6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98750" y="36639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300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300"/>
                  </a:lnTo>
                  <a:lnTo>
                    <a:pt x="268421" y="158791"/>
                  </a:lnTo>
                  <a:lnTo>
                    <a:pt x="238483" y="195122"/>
                  </a:lnTo>
                  <a:lnTo>
                    <a:pt x="194077" y="219618"/>
                  </a:lnTo>
                  <a:lnTo>
                    <a:pt x="139700" y="228600"/>
                  </a:lnTo>
                  <a:lnTo>
                    <a:pt x="85322" y="219618"/>
                  </a:lnTo>
                  <a:lnTo>
                    <a:pt x="40917" y="195122"/>
                  </a:lnTo>
                  <a:lnTo>
                    <a:pt x="10978" y="158791"/>
                  </a:lnTo>
                  <a:lnTo>
                    <a:pt x="0" y="1143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765119" y="3674392"/>
            <a:ext cx="996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714500" y="3454400"/>
            <a:ext cx="330200" cy="279400"/>
            <a:chOff x="1714500" y="3454400"/>
            <a:chExt cx="330200" cy="279400"/>
          </a:xfrm>
        </p:grpSpPr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3467099"/>
              <a:ext cx="317500" cy="2667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3467099"/>
              <a:ext cx="94907" cy="8221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720850" y="34607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720850" y="34607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300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300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3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792377" y="3466124"/>
            <a:ext cx="1104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714500" y="3835400"/>
            <a:ext cx="330200" cy="279400"/>
            <a:chOff x="1714500" y="3835400"/>
            <a:chExt cx="330200" cy="279400"/>
          </a:xfrm>
        </p:grpSpPr>
        <p:pic>
          <p:nvPicPr>
            <p:cNvPr id="64" name="object 6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7200" y="3848099"/>
              <a:ext cx="317500" cy="2667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3848099"/>
              <a:ext cx="94907" cy="8221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720850" y="38417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720850" y="38417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300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300"/>
                  </a:lnTo>
                  <a:lnTo>
                    <a:pt x="268421" y="158791"/>
                  </a:lnTo>
                  <a:lnTo>
                    <a:pt x="238483" y="195122"/>
                  </a:lnTo>
                  <a:lnTo>
                    <a:pt x="194077" y="219618"/>
                  </a:lnTo>
                  <a:lnTo>
                    <a:pt x="139700" y="228600"/>
                  </a:lnTo>
                  <a:lnTo>
                    <a:pt x="85322" y="219618"/>
                  </a:lnTo>
                  <a:lnTo>
                    <a:pt x="40917" y="195122"/>
                  </a:lnTo>
                  <a:lnTo>
                    <a:pt x="10978" y="158791"/>
                  </a:lnTo>
                  <a:lnTo>
                    <a:pt x="0" y="1143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792377" y="3851995"/>
            <a:ext cx="1041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981199" y="3555999"/>
            <a:ext cx="711200" cy="406400"/>
            <a:chOff x="1981199" y="3555999"/>
            <a:chExt cx="711200" cy="406400"/>
          </a:xfrm>
        </p:grpSpPr>
        <p:sp>
          <p:nvSpPr>
            <p:cNvPr id="70" name="object 70"/>
            <p:cNvSpPr/>
            <p:nvPr/>
          </p:nvSpPr>
          <p:spPr>
            <a:xfrm>
              <a:off x="1987550" y="3562350"/>
              <a:ext cx="698500" cy="215900"/>
            </a:xfrm>
            <a:custGeom>
              <a:avLst/>
              <a:gdLst/>
              <a:ahLst/>
              <a:cxnLst/>
              <a:rect l="l" t="t" r="r" b="b"/>
              <a:pathLst>
                <a:path w="698500" h="215900">
                  <a:moveTo>
                    <a:pt x="0" y="0"/>
                  </a:moveTo>
                  <a:lnTo>
                    <a:pt x="698499" y="2158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987550" y="3778249"/>
              <a:ext cx="698500" cy="177800"/>
            </a:xfrm>
            <a:custGeom>
              <a:avLst/>
              <a:gdLst/>
              <a:ahLst/>
              <a:cxnLst/>
              <a:rect l="l" t="t" r="r" b="b"/>
              <a:pathLst>
                <a:path w="698500" h="177800">
                  <a:moveTo>
                    <a:pt x="698499" y="0"/>
                  </a:moveTo>
                  <a:lnTo>
                    <a:pt x="0" y="177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076449" y="3676650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101600" h="177800">
                  <a:moveTo>
                    <a:pt x="0" y="0"/>
                  </a:moveTo>
                  <a:lnTo>
                    <a:pt x="101600" y="177799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178049" y="3689349"/>
              <a:ext cx="101600" cy="165100"/>
            </a:xfrm>
            <a:custGeom>
              <a:avLst/>
              <a:gdLst/>
              <a:ahLst/>
              <a:cxnLst/>
              <a:rect l="l" t="t" r="r" b="b"/>
              <a:pathLst>
                <a:path w="101600" h="165100">
                  <a:moveTo>
                    <a:pt x="0" y="165100"/>
                  </a:moveTo>
                  <a:lnTo>
                    <a:pt x="101599" y="0"/>
                  </a:lnTo>
                </a:path>
              </a:pathLst>
            </a:custGeom>
            <a:ln w="12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4" name="object 74"/>
          <p:cNvGrpSpPr/>
          <p:nvPr/>
        </p:nvGrpSpPr>
        <p:grpSpPr>
          <a:xfrm>
            <a:off x="2692400" y="4445000"/>
            <a:ext cx="330200" cy="279400"/>
            <a:chOff x="2692400" y="4445000"/>
            <a:chExt cx="330200" cy="279400"/>
          </a:xfrm>
        </p:grpSpPr>
        <p:pic>
          <p:nvPicPr>
            <p:cNvPr id="75" name="object 7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05100" y="4457699"/>
              <a:ext cx="317500" cy="2667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100" y="4457699"/>
              <a:ext cx="94907" cy="8221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2698750" y="44513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6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6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698750" y="44513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300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300"/>
                  </a:lnTo>
                  <a:lnTo>
                    <a:pt x="268421" y="158791"/>
                  </a:lnTo>
                  <a:lnTo>
                    <a:pt x="238483" y="195122"/>
                  </a:lnTo>
                  <a:lnTo>
                    <a:pt x="194077" y="219618"/>
                  </a:lnTo>
                  <a:lnTo>
                    <a:pt x="139700" y="228600"/>
                  </a:lnTo>
                  <a:lnTo>
                    <a:pt x="85322" y="219618"/>
                  </a:lnTo>
                  <a:lnTo>
                    <a:pt x="40917" y="195122"/>
                  </a:lnTo>
                  <a:lnTo>
                    <a:pt x="10978" y="158791"/>
                  </a:lnTo>
                  <a:lnTo>
                    <a:pt x="0" y="1143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2765119" y="4453800"/>
            <a:ext cx="996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714500" y="4229100"/>
            <a:ext cx="330200" cy="279400"/>
            <a:chOff x="1714500" y="4229100"/>
            <a:chExt cx="330200" cy="279400"/>
          </a:xfrm>
        </p:grpSpPr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27200" y="4241799"/>
              <a:ext cx="317500" cy="2667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4241799"/>
              <a:ext cx="94907" cy="8221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1720850" y="42354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720850" y="42354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300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300"/>
                  </a:lnTo>
                  <a:lnTo>
                    <a:pt x="268421" y="158791"/>
                  </a:lnTo>
                  <a:lnTo>
                    <a:pt x="238483" y="195122"/>
                  </a:lnTo>
                  <a:lnTo>
                    <a:pt x="194077" y="219618"/>
                  </a:lnTo>
                  <a:lnTo>
                    <a:pt x="139700" y="228600"/>
                  </a:lnTo>
                  <a:lnTo>
                    <a:pt x="85322" y="219618"/>
                  </a:lnTo>
                  <a:lnTo>
                    <a:pt x="40917" y="195122"/>
                  </a:lnTo>
                  <a:lnTo>
                    <a:pt x="10978" y="158791"/>
                  </a:lnTo>
                  <a:lnTo>
                    <a:pt x="0" y="1143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792377" y="4245531"/>
            <a:ext cx="1104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714500" y="4622800"/>
            <a:ext cx="330200" cy="279400"/>
            <a:chOff x="1714500" y="4622800"/>
            <a:chExt cx="330200" cy="279400"/>
          </a:xfrm>
        </p:grpSpPr>
        <p:pic>
          <p:nvPicPr>
            <p:cNvPr id="87" name="object 8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7200" y="4635499"/>
              <a:ext cx="317500" cy="2667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4635499"/>
              <a:ext cx="94907" cy="82216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1720850" y="46291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720850" y="46291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792377" y="4632680"/>
            <a:ext cx="1041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981199" y="4343399"/>
            <a:ext cx="711200" cy="393700"/>
            <a:chOff x="1981199" y="4343399"/>
            <a:chExt cx="711200" cy="393700"/>
          </a:xfrm>
        </p:grpSpPr>
        <p:sp>
          <p:nvSpPr>
            <p:cNvPr id="93" name="object 93"/>
            <p:cNvSpPr/>
            <p:nvPr/>
          </p:nvSpPr>
          <p:spPr>
            <a:xfrm>
              <a:off x="1987550" y="4349750"/>
              <a:ext cx="698500" cy="203200"/>
            </a:xfrm>
            <a:custGeom>
              <a:avLst/>
              <a:gdLst/>
              <a:ahLst/>
              <a:cxnLst/>
              <a:rect l="l" t="t" r="r" b="b"/>
              <a:pathLst>
                <a:path w="698500" h="203200">
                  <a:moveTo>
                    <a:pt x="0" y="0"/>
                  </a:moveTo>
                  <a:lnTo>
                    <a:pt x="698499" y="2031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987550" y="4552949"/>
              <a:ext cx="698500" cy="177800"/>
            </a:xfrm>
            <a:custGeom>
              <a:avLst/>
              <a:gdLst/>
              <a:ahLst/>
              <a:cxnLst/>
              <a:rect l="l" t="t" r="r" b="b"/>
              <a:pathLst>
                <a:path w="698500" h="177800">
                  <a:moveTo>
                    <a:pt x="698499" y="0"/>
                  </a:moveTo>
                  <a:lnTo>
                    <a:pt x="0" y="177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57395" y="4432295"/>
              <a:ext cx="215907" cy="254009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2692400" y="5219700"/>
            <a:ext cx="330200" cy="279400"/>
            <a:chOff x="2692400" y="5219700"/>
            <a:chExt cx="330200" cy="279400"/>
          </a:xfrm>
        </p:grpSpPr>
        <p:pic>
          <p:nvPicPr>
            <p:cNvPr id="97" name="object 9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05100" y="5232399"/>
              <a:ext cx="317500" cy="2667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5100" y="5232399"/>
              <a:ext cx="94907" cy="82216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2698750" y="52260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6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6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698750" y="52260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2765119" y="5233208"/>
            <a:ext cx="996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714500" y="5016500"/>
            <a:ext cx="330200" cy="279400"/>
            <a:chOff x="1714500" y="5016500"/>
            <a:chExt cx="330200" cy="279400"/>
          </a:xfrm>
        </p:grpSpPr>
        <p:pic>
          <p:nvPicPr>
            <p:cNvPr id="103" name="object 10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7200" y="5029199"/>
              <a:ext cx="317500" cy="2667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5029199"/>
              <a:ext cx="94907" cy="82216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1720850" y="50228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720850" y="50228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1792377" y="5026217"/>
            <a:ext cx="1104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1714500" y="5397500"/>
            <a:ext cx="330200" cy="279400"/>
            <a:chOff x="1714500" y="5397500"/>
            <a:chExt cx="330200" cy="279400"/>
          </a:xfrm>
        </p:grpSpPr>
        <p:pic>
          <p:nvPicPr>
            <p:cNvPr id="109" name="object 10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7200" y="5410199"/>
              <a:ext cx="317500" cy="2667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5410199"/>
              <a:ext cx="94907" cy="82216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1720850" y="5403849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139700" y="0"/>
                  </a:moveTo>
                  <a:lnTo>
                    <a:pt x="85322" y="8982"/>
                  </a:lnTo>
                  <a:lnTo>
                    <a:pt x="40917" y="33477"/>
                  </a:lnTo>
                  <a:lnTo>
                    <a:pt x="10978" y="69809"/>
                  </a:lnTo>
                  <a:lnTo>
                    <a:pt x="0" y="114300"/>
                  </a:lnTo>
                  <a:lnTo>
                    <a:pt x="10978" y="158790"/>
                  </a:lnTo>
                  <a:lnTo>
                    <a:pt x="40917" y="195122"/>
                  </a:lnTo>
                  <a:lnTo>
                    <a:pt x="85322" y="219617"/>
                  </a:lnTo>
                  <a:lnTo>
                    <a:pt x="139700" y="228600"/>
                  </a:lnTo>
                  <a:lnTo>
                    <a:pt x="194077" y="219617"/>
                  </a:lnTo>
                  <a:lnTo>
                    <a:pt x="238482" y="195122"/>
                  </a:lnTo>
                  <a:lnTo>
                    <a:pt x="268421" y="158790"/>
                  </a:lnTo>
                  <a:lnTo>
                    <a:pt x="279400" y="114300"/>
                  </a:lnTo>
                  <a:lnTo>
                    <a:pt x="268421" y="69809"/>
                  </a:lnTo>
                  <a:lnTo>
                    <a:pt x="238482" y="33477"/>
                  </a:lnTo>
                  <a:lnTo>
                    <a:pt x="194077" y="8982"/>
                  </a:lnTo>
                  <a:lnTo>
                    <a:pt x="13970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720850" y="5403850"/>
              <a:ext cx="279400" cy="228600"/>
            </a:xfrm>
            <a:custGeom>
              <a:avLst/>
              <a:gdLst/>
              <a:ahLst/>
              <a:cxnLst/>
              <a:rect l="l" t="t" r="r" b="b"/>
              <a:pathLst>
                <a:path w="279400" h="228600">
                  <a:moveTo>
                    <a:pt x="0" y="114299"/>
                  </a:moveTo>
                  <a:lnTo>
                    <a:pt x="10978" y="69809"/>
                  </a:lnTo>
                  <a:lnTo>
                    <a:pt x="40917" y="33477"/>
                  </a:lnTo>
                  <a:lnTo>
                    <a:pt x="85322" y="8982"/>
                  </a:lnTo>
                  <a:lnTo>
                    <a:pt x="139700" y="0"/>
                  </a:lnTo>
                  <a:lnTo>
                    <a:pt x="194077" y="8982"/>
                  </a:lnTo>
                  <a:lnTo>
                    <a:pt x="238483" y="33477"/>
                  </a:lnTo>
                  <a:lnTo>
                    <a:pt x="268421" y="69809"/>
                  </a:lnTo>
                  <a:lnTo>
                    <a:pt x="279400" y="114299"/>
                  </a:lnTo>
                  <a:lnTo>
                    <a:pt x="268421" y="158790"/>
                  </a:lnTo>
                  <a:lnTo>
                    <a:pt x="238483" y="195122"/>
                  </a:lnTo>
                  <a:lnTo>
                    <a:pt x="194077" y="219617"/>
                  </a:lnTo>
                  <a:lnTo>
                    <a:pt x="139700" y="228599"/>
                  </a:lnTo>
                  <a:lnTo>
                    <a:pt x="85322" y="219617"/>
                  </a:lnTo>
                  <a:lnTo>
                    <a:pt x="40917" y="195122"/>
                  </a:lnTo>
                  <a:lnTo>
                    <a:pt x="10978" y="158790"/>
                  </a:lnTo>
                  <a:lnTo>
                    <a:pt x="0" y="1142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1792377" y="5413365"/>
            <a:ext cx="1041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1981199" y="5118099"/>
            <a:ext cx="711200" cy="406400"/>
            <a:chOff x="1981199" y="5118099"/>
            <a:chExt cx="711200" cy="406400"/>
          </a:xfrm>
        </p:grpSpPr>
        <p:sp>
          <p:nvSpPr>
            <p:cNvPr id="115" name="object 115"/>
            <p:cNvSpPr/>
            <p:nvPr/>
          </p:nvSpPr>
          <p:spPr>
            <a:xfrm>
              <a:off x="1987550" y="5124450"/>
              <a:ext cx="698500" cy="215900"/>
            </a:xfrm>
            <a:custGeom>
              <a:avLst/>
              <a:gdLst/>
              <a:ahLst/>
              <a:cxnLst/>
              <a:rect l="l" t="t" r="r" b="b"/>
              <a:pathLst>
                <a:path w="698500" h="215900">
                  <a:moveTo>
                    <a:pt x="0" y="0"/>
                  </a:moveTo>
                  <a:lnTo>
                    <a:pt x="698499" y="2158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987550" y="5340350"/>
              <a:ext cx="698500" cy="177800"/>
            </a:xfrm>
            <a:custGeom>
              <a:avLst/>
              <a:gdLst/>
              <a:ahLst/>
              <a:cxnLst/>
              <a:rect l="l" t="t" r="r" b="b"/>
              <a:pathLst>
                <a:path w="698500" h="177800">
                  <a:moveTo>
                    <a:pt x="698499" y="0"/>
                  </a:moveTo>
                  <a:lnTo>
                    <a:pt x="0" y="1778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57395" y="5206995"/>
              <a:ext cx="215907" cy="241308"/>
            </a:xfrm>
            <a:prstGeom prst="rect">
              <a:avLst/>
            </a:prstGeom>
          </p:spPr>
        </p:pic>
      </p:grpSp>
      <p:sp>
        <p:nvSpPr>
          <p:cNvPr id="118" name="object 118"/>
          <p:cNvSpPr txBox="1">
            <a:spLocks noGrp="1"/>
          </p:cNvSpPr>
          <p:nvPr>
            <p:ph type="title"/>
          </p:nvPr>
        </p:nvSpPr>
        <p:spPr>
          <a:xfrm>
            <a:off x="1759017" y="1572367"/>
            <a:ext cx="6560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/>
              <a:t>S</a:t>
            </a:r>
            <a:r>
              <a:rPr sz="3200" spc="30" dirty="0"/>
              <a:t>y</a:t>
            </a:r>
            <a:r>
              <a:rPr sz="3200" spc="10" dirty="0"/>
              <a:t>m</a:t>
            </a:r>
            <a:r>
              <a:rPr sz="3200" dirty="0"/>
              <a:t>b</a:t>
            </a:r>
            <a:r>
              <a:rPr sz="3200" spc="15" dirty="0"/>
              <a:t>o</a:t>
            </a:r>
            <a:r>
              <a:rPr sz="3200" spc="20" dirty="0"/>
              <a:t>l</a:t>
            </a:r>
            <a:r>
              <a:rPr sz="3200" spc="45" dirty="0"/>
              <a:t>e</a:t>
            </a:r>
            <a:r>
              <a:rPr sz="3200" dirty="0"/>
              <a:t>s</a:t>
            </a:r>
            <a:r>
              <a:rPr sz="3200" spc="-320" dirty="0"/>
              <a:t> </a:t>
            </a:r>
            <a:r>
              <a:rPr sz="3200" spc="15" dirty="0"/>
              <a:t>d</a:t>
            </a:r>
            <a:r>
              <a:rPr sz="3200" spc="45" dirty="0"/>
              <a:t>e</a:t>
            </a:r>
            <a:r>
              <a:rPr sz="3200" dirty="0"/>
              <a:t>s</a:t>
            </a:r>
            <a:r>
              <a:rPr sz="3200" spc="-215" dirty="0"/>
              <a:t> </a:t>
            </a:r>
            <a:r>
              <a:rPr sz="3200" spc="45" dirty="0"/>
              <a:t>O</a:t>
            </a:r>
            <a:r>
              <a:rPr sz="3200" spc="-15" dirty="0"/>
              <a:t>p</a:t>
            </a:r>
            <a:r>
              <a:rPr sz="3200" spc="45" dirty="0"/>
              <a:t>é</a:t>
            </a:r>
            <a:r>
              <a:rPr sz="3200" spc="-40" dirty="0"/>
              <a:t>ra</a:t>
            </a:r>
            <a:r>
              <a:rPr sz="3200" spc="-10" dirty="0"/>
              <a:t>t</a:t>
            </a:r>
            <a:r>
              <a:rPr sz="3200" spc="45" dirty="0"/>
              <a:t>e</a:t>
            </a:r>
            <a:r>
              <a:rPr sz="3200" spc="35" dirty="0"/>
              <a:t>u</a:t>
            </a:r>
            <a:r>
              <a:rPr sz="3200" spc="-40" dirty="0"/>
              <a:t>r</a:t>
            </a:r>
            <a:r>
              <a:rPr sz="3200" dirty="0"/>
              <a:t>s</a:t>
            </a:r>
            <a:r>
              <a:rPr sz="3200" spc="-415" dirty="0"/>
              <a:t> </a:t>
            </a:r>
            <a:r>
              <a:rPr sz="3200" spc="35" dirty="0"/>
              <a:t>L</a:t>
            </a:r>
            <a:r>
              <a:rPr sz="3200" spc="15" dirty="0"/>
              <a:t>o</a:t>
            </a:r>
            <a:r>
              <a:rPr sz="3200" dirty="0"/>
              <a:t>gi</a:t>
            </a:r>
            <a:r>
              <a:rPr sz="3200" spc="35" dirty="0"/>
              <a:t>qu</a:t>
            </a:r>
            <a:r>
              <a:rPr sz="3200" spc="-55" dirty="0"/>
              <a:t>e</a:t>
            </a:r>
            <a:r>
              <a:rPr sz="3200" dirty="0"/>
              <a:t>s</a:t>
            </a:r>
            <a:endParaRPr sz="3200"/>
          </a:p>
        </p:txBody>
      </p:sp>
      <p:sp>
        <p:nvSpPr>
          <p:cNvPr id="119" name="object 1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55</a:t>
            </a:fld>
            <a:endParaRPr dirty="0"/>
          </a:p>
        </p:txBody>
      </p:sp>
      <p:sp>
        <p:nvSpPr>
          <p:cNvPr id="120" name="object 120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5997" y="2933697"/>
            <a:ext cx="444500" cy="406400"/>
            <a:chOff x="6095997" y="2933697"/>
            <a:chExt cx="444500" cy="406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8700" y="2946399"/>
              <a:ext cx="431800" cy="393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8700" y="2946399"/>
              <a:ext cx="138179" cy="1287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102350" y="29400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102350" y="29400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0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0"/>
                  </a:lnTo>
                  <a:lnTo>
                    <a:pt x="386668" y="130533"/>
                  </a:lnTo>
                  <a:lnTo>
                    <a:pt x="393699" y="177800"/>
                  </a:lnTo>
                  <a:lnTo>
                    <a:pt x="386668" y="225066"/>
                  </a:lnTo>
                  <a:lnTo>
                    <a:pt x="366824" y="267538"/>
                  </a:lnTo>
                  <a:lnTo>
                    <a:pt x="336044" y="303523"/>
                  </a:lnTo>
                  <a:lnTo>
                    <a:pt x="296204" y="331324"/>
                  </a:lnTo>
                  <a:lnTo>
                    <a:pt x="249180" y="349248"/>
                  </a:lnTo>
                  <a:lnTo>
                    <a:pt x="196850" y="355599"/>
                  </a:lnTo>
                  <a:lnTo>
                    <a:pt x="144519" y="349248"/>
                  </a:lnTo>
                  <a:lnTo>
                    <a:pt x="97495" y="331324"/>
                  </a:lnTo>
                  <a:lnTo>
                    <a:pt x="57655" y="303523"/>
                  </a:lnTo>
                  <a:lnTo>
                    <a:pt x="26875" y="267538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095997" y="3594097"/>
            <a:ext cx="444500" cy="406400"/>
            <a:chOff x="6095997" y="3594097"/>
            <a:chExt cx="444500" cy="4064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8700" y="3606799"/>
              <a:ext cx="431800" cy="393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8700" y="3606799"/>
              <a:ext cx="138179" cy="12876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02350" y="36004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2350" y="36004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799"/>
                  </a:moveTo>
                  <a:lnTo>
                    <a:pt x="7031" y="130533"/>
                  </a:lnTo>
                  <a:lnTo>
                    <a:pt x="26875" y="88060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0"/>
                  </a:lnTo>
                  <a:lnTo>
                    <a:pt x="386668" y="130533"/>
                  </a:lnTo>
                  <a:lnTo>
                    <a:pt x="393699" y="177799"/>
                  </a:lnTo>
                  <a:lnTo>
                    <a:pt x="386668" y="225066"/>
                  </a:lnTo>
                  <a:lnTo>
                    <a:pt x="366824" y="267538"/>
                  </a:lnTo>
                  <a:lnTo>
                    <a:pt x="336044" y="303523"/>
                  </a:lnTo>
                  <a:lnTo>
                    <a:pt x="296204" y="331324"/>
                  </a:lnTo>
                  <a:lnTo>
                    <a:pt x="249180" y="349248"/>
                  </a:lnTo>
                  <a:lnTo>
                    <a:pt x="196850" y="355599"/>
                  </a:lnTo>
                  <a:lnTo>
                    <a:pt x="144519" y="349248"/>
                  </a:lnTo>
                  <a:lnTo>
                    <a:pt x="97495" y="331324"/>
                  </a:lnTo>
                  <a:lnTo>
                    <a:pt x="57655" y="303523"/>
                  </a:lnTo>
                  <a:lnTo>
                    <a:pt x="26875" y="267538"/>
                  </a:lnTo>
                  <a:lnTo>
                    <a:pt x="7031" y="225066"/>
                  </a:lnTo>
                  <a:lnTo>
                    <a:pt x="0" y="1777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095997" y="4190997"/>
            <a:ext cx="444500" cy="406400"/>
            <a:chOff x="6095997" y="4190997"/>
            <a:chExt cx="444500" cy="40640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8700" y="4203700"/>
              <a:ext cx="431800" cy="3937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8700" y="4203700"/>
              <a:ext cx="138179" cy="1287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102350" y="41973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02350" y="41973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799"/>
                  </a:moveTo>
                  <a:lnTo>
                    <a:pt x="7031" y="130533"/>
                  </a:lnTo>
                  <a:lnTo>
                    <a:pt x="26875" y="88060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0"/>
                  </a:lnTo>
                  <a:lnTo>
                    <a:pt x="386668" y="130533"/>
                  </a:lnTo>
                  <a:lnTo>
                    <a:pt x="393699" y="177799"/>
                  </a:lnTo>
                  <a:lnTo>
                    <a:pt x="386668" y="225066"/>
                  </a:lnTo>
                  <a:lnTo>
                    <a:pt x="366824" y="267538"/>
                  </a:lnTo>
                  <a:lnTo>
                    <a:pt x="336044" y="303523"/>
                  </a:lnTo>
                  <a:lnTo>
                    <a:pt x="296204" y="331324"/>
                  </a:lnTo>
                  <a:lnTo>
                    <a:pt x="249180" y="349248"/>
                  </a:lnTo>
                  <a:lnTo>
                    <a:pt x="196850" y="355599"/>
                  </a:lnTo>
                  <a:lnTo>
                    <a:pt x="144519" y="349248"/>
                  </a:lnTo>
                  <a:lnTo>
                    <a:pt x="97495" y="331324"/>
                  </a:lnTo>
                  <a:lnTo>
                    <a:pt x="57655" y="303523"/>
                  </a:lnTo>
                  <a:lnTo>
                    <a:pt x="26875" y="267538"/>
                  </a:lnTo>
                  <a:lnTo>
                    <a:pt x="7031" y="225066"/>
                  </a:lnTo>
                  <a:lnTo>
                    <a:pt x="0" y="1777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095997" y="4787897"/>
            <a:ext cx="444500" cy="419100"/>
            <a:chOff x="6095997" y="4787897"/>
            <a:chExt cx="444500" cy="419100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8699" y="4800600"/>
              <a:ext cx="431800" cy="406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8699" y="4800600"/>
              <a:ext cx="140918" cy="1325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02349" y="4794250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196850" y="0"/>
                  </a:moveTo>
                  <a:lnTo>
                    <a:pt x="151714" y="4863"/>
                  </a:lnTo>
                  <a:lnTo>
                    <a:pt x="110280" y="18717"/>
                  </a:lnTo>
                  <a:lnTo>
                    <a:pt x="73730" y="40455"/>
                  </a:lnTo>
                  <a:lnTo>
                    <a:pt x="43245" y="68973"/>
                  </a:lnTo>
                  <a:lnTo>
                    <a:pt x="20008" y="103165"/>
                  </a:lnTo>
                  <a:lnTo>
                    <a:pt x="5198" y="141925"/>
                  </a:lnTo>
                  <a:lnTo>
                    <a:pt x="0" y="184150"/>
                  </a:lnTo>
                  <a:lnTo>
                    <a:pt x="5198" y="226373"/>
                  </a:lnTo>
                  <a:lnTo>
                    <a:pt x="20008" y="265134"/>
                  </a:lnTo>
                  <a:lnTo>
                    <a:pt x="43245" y="299326"/>
                  </a:lnTo>
                  <a:lnTo>
                    <a:pt x="73730" y="327844"/>
                  </a:lnTo>
                  <a:lnTo>
                    <a:pt x="110280" y="349582"/>
                  </a:lnTo>
                  <a:lnTo>
                    <a:pt x="151714" y="363436"/>
                  </a:lnTo>
                  <a:lnTo>
                    <a:pt x="196850" y="368300"/>
                  </a:lnTo>
                  <a:lnTo>
                    <a:pt x="241985" y="363436"/>
                  </a:lnTo>
                  <a:lnTo>
                    <a:pt x="283419" y="349582"/>
                  </a:lnTo>
                  <a:lnTo>
                    <a:pt x="319969" y="327844"/>
                  </a:lnTo>
                  <a:lnTo>
                    <a:pt x="350454" y="299326"/>
                  </a:lnTo>
                  <a:lnTo>
                    <a:pt x="373691" y="265134"/>
                  </a:lnTo>
                  <a:lnTo>
                    <a:pt x="388501" y="226373"/>
                  </a:lnTo>
                  <a:lnTo>
                    <a:pt x="393700" y="184150"/>
                  </a:lnTo>
                  <a:lnTo>
                    <a:pt x="388501" y="141925"/>
                  </a:lnTo>
                  <a:lnTo>
                    <a:pt x="373691" y="103165"/>
                  </a:lnTo>
                  <a:lnTo>
                    <a:pt x="350454" y="68973"/>
                  </a:lnTo>
                  <a:lnTo>
                    <a:pt x="319969" y="40455"/>
                  </a:lnTo>
                  <a:lnTo>
                    <a:pt x="283419" y="18717"/>
                  </a:lnTo>
                  <a:lnTo>
                    <a:pt x="241985" y="4863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02349" y="4794250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0" y="184149"/>
                  </a:moveTo>
                  <a:lnTo>
                    <a:pt x="5198" y="141926"/>
                  </a:lnTo>
                  <a:lnTo>
                    <a:pt x="20008" y="103165"/>
                  </a:lnTo>
                  <a:lnTo>
                    <a:pt x="43245" y="68973"/>
                  </a:lnTo>
                  <a:lnTo>
                    <a:pt x="73730" y="40455"/>
                  </a:lnTo>
                  <a:lnTo>
                    <a:pt x="110280" y="18717"/>
                  </a:lnTo>
                  <a:lnTo>
                    <a:pt x="151714" y="4863"/>
                  </a:lnTo>
                  <a:lnTo>
                    <a:pt x="196850" y="0"/>
                  </a:lnTo>
                  <a:lnTo>
                    <a:pt x="241985" y="4863"/>
                  </a:lnTo>
                  <a:lnTo>
                    <a:pt x="283419" y="18717"/>
                  </a:lnTo>
                  <a:lnTo>
                    <a:pt x="319969" y="40455"/>
                  </a:lnTo>
                  <a:lnTo>
                    <a:pt x="350454" y="68973"/>
                  </a:lnTo>
                  <a:lnTo>
                    <a:pt x="373691" y="103165"/>
                  </a:lnTo>
                  <a:lnTo>
                    <a:pt x="388501" y="141926"/>
                  </a:lnTo>
                  <a:lnTo>
                    <a:pt x="393699" y="184149"/>
                  </a:lnTo>
                  <a:lnTo>
                    <a:pt x="388501" y="226373"/>
                  </a:lnTo>
                  <a:lnTo>
                    <a:pt x="373691" y="265134"/>
                  </a:lnTo>
                  <a:lnTo>
                    <a:pt x="350454" y="299326"/>
                  </a:lnTo>
                  <a:lnTo>
                    <a:pt x="319969" y="327844"/>
                  </a:lnTo>
                  <a:lnTo>
                    <a:pt x="283419" y="349582"/>
                  </a:lnTo>
                  <a:lnTo>
                    <a:pt x="241985" y="363436"/>
                  </a:lnTo>
                  <a:lnTo>
                    <a:pt x="196850" y="368299"/>
                  </a:lnTo>
                  <a:lnTo>
                    <a:pt x="151714" y="363436"/>
                  </a:lnTo>
                  <a:lnTo>
                    <a:pt x="110280" y="349582"/>
                  </a:lnTo>
                  <a:lnTo>
                    <a:pt x="73730" y="327844"/>
                  </a:lnTo>
                  <a:lnTo>
                    <a:pt x="43245" y="299326"/>
                  </a:lnTo>
                  <a:lnTo>
                    <a:pt x="20008" y="265134"/>
                  </a:lnTo>
                  <a:lnTo>
                    <a:pt x="5198" y="226373"/>
                  </a:lnTo>
                  <a:lnTo>
                    <a:pt x="0" y="184149"/>
                  </a:lnTo>
                  <a:close/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095997" y="5397497"/>
            <a:ext cx="444500" cy="406400"/>
            <a:chOff x="6095997" y="5397497"/>
            <a:chExt cx="444500" cy="406400"/>
          </a:xfrm>
        </p:grpSpPr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08700" y="5410200"/>
              <a:ext cx="431800" cy="3937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8700" y="5410200"/>
              <a:ext cx="138179" cy="12876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102350" y="54038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02350" y="54038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1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1"/>
                  </a:lnTo>
                  <a:lnTo>
                    <a:pt x="386668" y="130533"/>
                  </a:lnTo>
                  <a:lnTo>
                    <a:pt x="393699" y="177800"/>
                  </a:lnTo>
                  <a:lnTo>
                    <a:pt x="386668" y="225066"/>
                  </a:lnTo>
                  <a:lnTo>
                    <a:pt x="366824" y="267539"/>
                  </a:lnTo>
                  <a:lnTo>
                    <a:pt x="336044" y="303523"/>
                  </a:lnTo>
                  <a:lnTo>
                    <a:pt x="296204" y="331325"/>
                  </a:lnTo>
                  <a:lnTo>
                    <a:pt x="249180" y="349249"/>
                  </a:lnTo>
                  <a:lnTo>
                    <a:pt x="196850" y="355600"/>
                  </a:lnTo>
                  <a:lnTo>
                    <a:pt x="144519" y="349249"/>
                  </a:lnTo>
                  <a:lnTo>
                    <a:pt x="97495" y="331325"/>
                  </a:lnTo>
                  <a:lnTo>
                    <a:pt x="57655" y="303523"/>
                  </a:lnTo>
                  <a:lnTo>
                    <a:pt x="26875" y="267539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6095997" y="5892797"/>
            <a:ext cx="444500" cy="406400"/>
            <a:chOff x="6095997" y="5892797"/>
            <a:chExt cx="444500" cy="406400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08700" y="5905500"/>
              <a:ext cx="431800" cy="3937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8700" y="5905500"/>
              <a:ext cx="138179" cy="12876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02350" y="58991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02350" y="58991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1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1"/>
                  </a:lnTo>
                  <a:lnTo>
                    <a:pt x="386668" y="130533"/>
                  </a:lnTo>
                  <a:lnTo>
                    <a:pt x="393699" y="177800"/>
                  </a:lnTo>
                  <a:lnTo>
                    <a:pt x="386668" y="225066"/>
                  </a:lnTo>
                  <a:lnTo>
                    <a:pt x="366824" y="267539"/>
                  </a:lnTo>
                  <a:lnTo>
                    <a:pt x="336044" y="303523"/>
                  </a:lnTo>
                  <a:lnTo>
                    <a:pt x="296204" y="331325"/>
                  </a:lnTo>
                  <a:lnTo>
                    <a:pt x="249180" y="349249"/>
                  </a:lnTo>
                  <a:lnTo>
                    <a:pt x="196850" y="355600"/>
                  </a:lnTo>
                  <a:lnTo>
                    <a:pt x="144519" y="349249"/>
                  </a:lnTo>
                  <a:lnTo>
                    <a:pt x="97495" y="331325"/>
                  </a:lnTo>
                  <a:lnTo>
                    <a:pt x="57655" y="303523"/>
                  </a:lnTo>
                  <a:lnTo>
                    <a:pt x="26875" y="267539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365497" y="2222497"/>
            <a:ext cx="2997200" cy="3352800"/>
            <a:chOff x="3365497" y="2222497"/>
            <a:chExt cx="2997200" cy="3352800"/>
          </a:xfrm>
        </p:grpSpPr>
        <p:sp>
          <p:nvSpPr>
            <p:cNvPr id="33" name="object 33"/>
            <p:cNvSpPr/>
            <p:nvPr/>
          </p:nvSpPr>
          <p:spPr>
            <a:xfrm>
              <a:off x="3752849" y="2393950"/>
              <a:ext cx="1003300" cy="0"/>
            </a:xfrm>
            <a:custGeom>
              <a:avLst/>
              <a:gdLst/>
              <a:ahLst/>
              <a:cxnLst/>
              <a:rect l="l" t="t" r="r" b="b"/>
              <a:pathLst>
                <a:path w="1003300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52849" y="2444750"/>
              <a:ext cx="2438400" cy="1320800"/>
            </a:xfrm>
            <a:custGeom>
              <a:avLst/>
              <a:gdLst/>
              <a:ahLst/>
              <a:cxnLst/>
              <a:rect l="l" t="t" r="r" b="b"/>
              <a:pathLst>
                <a:path w="2438400" h="1320800">
                  <a:moveTo>
                    <a:pt x="0" y="0"/>
                  </a:moveTo>
                  <a:lnTo>
                    <a:pt x="2438400" y="1320799"/>
                  </a:lnTo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52849" y="2508250"/>
              <a:ext cx="2438400" cy="2451100"/>
            </a:xfrm>
            <a:custGeom>
              <a:avLst/>
              <a:gdLst/>
              <a:ahLst/>
              <a:cxnLst/>
              <a:rect l="l" t="t" r="r" b="b"/>
              <a:pathLst>
                <a:path w="2438400" h="2451100">
                  <a:moveTo>
                    <a:pt x="0" y="0"/>
                  </a:moveTo>
                  <a:lnTo>
                    <a:pt x="2438400" y="2451099"/>
                  </a:lnTo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02050" y="2508250"/>
              <a:ext cx="1155700" cy="1638300"/>
            </a:xfrm>
            <a:custGeom>
              <a:avLst/>
              <a:gdLst/>
              <a:ahLst/>
              <a:cxnLst/>
              <a:rect l="l" t="t" r="r" b="b"/>
              <a:pathLst>
                <a:path w="1155700" h="1638300">
                  <a:moveTo>
                    <a:pt x="0" y="0"/>
                  </a:moveTo>
                  <a:lnTo>
                    <a:pt x="1155700" y="1638299"/>
                  </a:lnTo>
                </a:path>
              </a:pathLst>
            </a:custGeom>
            <a:ln w="12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78200" y="2235199"/>
              <a:ext cx="431800" cy="3937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8200" y="2235199"/>
              <a:ext cx="138179" cy="12876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371850" y="22288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71850" y="22288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799"/>
                  </a:moveTo>
                  <a:lnTo>
                    <a:pt x="7031" y="130533"/>
                  </a:lnTo>
                  <a:lnTo>
                    <a:pt x="26875" y="88060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49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0"/>
                  </a:lnTo>
                  <a:lnTo>
                    <a:pt x="386668" y="130533"/>
                  </a:lnTo>
                  <a:lnTo>
                    <a:pt x="393699" y="177799"/>
                  </a:lnTo>
                  <a:lnTo>
                    <a:pt x="386668" y="225066"/>
                  </a:lnTo>
                  <a:lnTo>
                    <a:pt x="366824" y="267538"/>
                  </a:lnTo>
                  <a:lnTo>
                    <a:pt x="336044" y="303523"/>
                  </a:lnTo>
                  <a:lnTo>
                    <a:pt x="296204" y="331324"/>
                  </a:lnTo>
                  <a:lnTo>
                    <a:pt x="249180" y="349248"/>
                  </a:lnTo>
                  <a:lnTo>
                    <a:pt x="196849" y="355599"/>
                  </a:lnTo>
                  <a:lnTo>
                    <a:pt x="144519" y="349248"/>
                  </a:lnTo>
                  <a:lnTo>
                    <a:pt x="97495" y="331324"/>
                  </a:lnTo>
                  <a:lnTo>
                    <a:pt x="57655" y="303523"/>
                  </a:lnTo>
                  <a:lnTo>
                    <a:pt x="26875" y="267538"/>
                  </a:lnTo>
                  <a:lnTo>
                    <a:pt x="7031" y="225066"/>
                  </a:lnTo>
                  <a:lnTo>
                    <a:pt x="0" y="1777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52849" y="2444749"/>
              <a:ext cx="2438400" cy="546100"/>
            </a:xfrm>
            <a:custGeom>
              <a:avLst/>
              <a:gdLst/>
              <a:ahLst/>
              <a:cxnLst/>
              <a:rect l="l" t="t" r="r" b="b"/>
              <a:pathLst>
                <a:path w="2438400" h="546100">
                  <a:moveTo>
                    <a:pt x="0" y="546099"/>
                  </a:moveTo>
                  <a:lnTo>
                    <a:pt x="2438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52849" y="3054350"/>
              <a:ext cx="1270000" cy="381000"/>
            </a:xfrm>
            <a:custGeom>
              <a:avLst/>
              <a:gdLst/>
              <a:ahLst/>
              <a:cxnLst/>
              <a:rect l="l" t="t" r="r" b="b"/>
              <a:pathLst>
                <a:path w="1270000" h="381000">
                  <a:moveTo>
                    <a:pt x="0" y="0"/>
                  </a:moveTo>
                  <a:lnTo>
                    <a:pt x="127000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702050" y="3105150"/>
              <a:ext cx="2489200" cy="1257300"/>
            </a:xfrm>
            <a:custGeom>
              <a:avLst/>
              <a:gdLst/>
              <a:ahLst/>
              <a:cxnLst/>
              <a:rect l="l" t="t" r="r" b="b"/>
              <a:pathLst>
                <a:path w="2489200" h="1257300">
                  <a:moveTo>
                    <a:pt x="0" y="0"/>
                  </a:moveTo>
                  <a:lnTo>
                    <a:pt x="2489200" y="1257300"/>
                  </a:lnTo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52849" y="2444750"/>
              <a:ext cx="1054100" cy="1092200"/>
            </a:xfrm>
            <a:custGeom>
              <a:avLst/>
              <a:gdLst/>
              <a:ahLst/>
              <a:cxnLst/>
              <a:rect l="l" t="t" r="r" b="b"/>
              <a:pathLst>
                <a:path w="1054100" h="1092200">
                  <a:moveTo>
                    <a:pt x="0" y="1092199"/>
                  </a:moveTo>
                  <a:lnTo>
                    <a:pt x="1054100" y="0"/>
                  </a:lnTo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02050" y="2508249"/>
              <a:ext cx="2489200" cy="1143000"/>
            </a:xfrm>
            <a:custGeom>
              <a:avLst/>
              <a:gdLst/>
              <a:ahLst/>
              <a:cxnLst/>
              <a:rect l="l" t="t" r="r" b="b"/>
              <a:pathLst>
                <a:path w="2489200" h="1143000">
                  <a:moveTo>
                    <a:pt x="0" y="1143000"/>
                  </a:moveTo>
                  <a:lnTo>
                    <a:pt x="2489200" y="0"/>
                  </a:lnTo>
                </a:path>
              </a:pathLst>
            </a:custGeom>
            <a:ln w="127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02050" y="3486150"/>
              <a:ext cx="1270000" cy="546100"/>
            </a:xfrm>
            <a:custGeom>
              <a:avLst/>
              <a:gdLst/>
              <a:ahLst/>
              <a:cxnLst/>
              <a:rect l="l" t="t" r="r" b="b"/>
              <a:pathLst>
                <a:path w="1270000" h="546100">
                  <a:moveTo>
                    <a:pt x="0" y="546100"/>
                  </a:moveTo>
                  <a:lnTo>
                    <a:pt x="1270000" y="0"/>
                  </a:lnTo>
                </a:path>
              </a:pathLst>
            </a:custGeom>
            <a:ln w="127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02050" y="4146550"/>
              <a:ext cx="1155700" cy="101600"/>
            </a:xfrm>
            <a:custGeom>
              <a:avLst/>
              <a:gdLst/>
              <a:ahLst/>
              <a:cxnLst/>
              <a:rect l="l" t="t" r="r" b="b"/>
              <a:pathLst>
                <a:path w="1155700" h="101600">
                  <a:moveTo>
                    <a:pt x="0" y="0"/>
                  </a:moveTo>
                  <a:lnTo>
                    <a:pt x="1155700" y="1015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02050" y="4362450"/>
              <a:ext cx="2489200" cy="495300"/>
            </a:xfrm>
            <a:custGeom>
              <a:avLst/>
              <a:gdLst/>
              <a:ahLst/>
              <a:cxnLst/>
              <a:rect l="l" t="t" r="r" b="b"/>
              <a:pathLst>
                <a:path w="2489200" h="495300">
                  <a:moveTo>
                    <a:pt x="0" y="495299"/>
                  </a:moveTo>
                  <a:lnTo>
                    <a:pt x="2489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02050" y="4959350"/>
              <a:ext cx="2654300" cy="63500"/>
            </a:xfrm>
            <a:custGeom>
              <a:avLst/>
              <a:gdLst/>
              <a:ahLst/>
              <a:cxnLst/>
              <a:rect l="l" t="t" r="r" b="b"/>
              <a:pathLst>
                <a:path w="2654300" h="63500">
                  <a:moveTo>
                    <a:pt x="0" y="0"/>
                  </a:moveTo>
                  <a:lnTo>
                    <a:pt x="2654300" y="635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651250" y="5073650"/>
              <a:ext cx="2590800" cy="495300"/>
            </a:xfrm>
            <a:custGeom>
              <a:avLst/>
              <a:gdLst/>
              <a:ahLst/>
              <a:cxnLst/>
              <a:rect l="l" t="t" r="r" b="b"/>
              <a:pathLst>
                <a:path w="2590800" h="495300">
                  <a:moveTo>
                    <a:pt x="0" y="0"/>
                  </a:moveTo>
                  <a:lnTo>
                    <a:pt x="2590799" y="4952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086350" y="2444750"/>
              <a:ext cx="1104900" cy="660400"/>
            </a:xfrm>
            <a:custGeom>
              <a:avLst/>
              <a:gdLst/>
              <a:ahLst/>
              <a:cxnLst/>
              <a:rect l="l" t="t" r="r" b="b"/>
              <a:pathLst>
                <a:path w="1104900" h="660400">
                  <a:moveTo>
                    <a:pt x="0" y="0"/>
                  </a:moveTo>
                  <a:lnTo>
                    <a:pt x="1104899" y="660399"/>
                  </a:lnTo>
                </a:path>
              </a:pathLst>
            </a:custGeom>
            <a:ln w="12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86350" y="3155950"/>
              <a:ext cx="1206500" cy="215900"/>
            </a:xfrm>
            <a:custGeom>
              <a:avLst/>
              <a:gdLst/>
              <a:ahLst/>
              <a:cxnLst/>
              <a:rect l="l" t="t" r="r" b="b"/>
              <a:pathLst>
                <a:path w="1206500" h="215900">
                  <a:moveTo>
                    <a:pt x="0" y="215899"/>
                  </a:moveTo>
                  <a:lnTo>
                    <a:pt x="12065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86350" y="3816349"/>
              <a:ext cx="1104900" cy="381000"/>
            </a:xfrm>
            <a:custGeom>
              <a:avLst/>
              <a:gdLst/>
              <a:ahLst/>
              <a:cxnLst/>
              <a:rect l="l" t="t" r="r" b="b"/>
              <a:pathLst>
                <a:path w="1104900" h="381000">
                  <a:moveTo>
                    <a:pt x="0" y="381000"/>
                  </a:moveTo>
                  <a:lnTo>
                    <a:pt x="1104899" y="0"/>
                  </a:lnTo>
                </a:path>
              </a:pathLst>
            </a:custGeom>
            <a:ln w="127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78200" y="4749800"/>
              <a:ext cx="431800" cy="3937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8200" y="4749800"/>
              <a:ext cx="138179" cy="12876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371850" y="47434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371850" y="47434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1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49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1"/>
                  </a:lnTo>
                  <a:lnTo>
                    <a:pt x="386668" y="130533"/>
                  </a:lnTo>
                  <a:lnTo>
                    <a:pt x="393699" y="177800"/>
                  </a:lnTo>
                  <a:lnTo>
                    <a:pt x="386668" y="225066"/>
                  </a:lnTo>
                  <a:lnTo>
                    <a:pt x="366824" y="267539"/>
                  </a:lnTo>
                  <a:lnTo>
                    <a:pt x="336044" y="303523"/>
                  </a:lnTo>
                  <a:lnTo>
                    <a:pt x="296204" y="331325"/>
                  </a:lnTo>
                  <a:lnTo>
                    <a:pt x="249180" y="349249"/>
                  </a:lnTo>
                  <a:lnTo>
                    <a:pt x="196849" y="355600"/>
                  </a:lnTo>
                  <a:lnTo>
                    <a:pt x="144519" y="349249"/>
                  </a:lnTo>
                  <a:lnTo>
                    <a:pt x="97495" y="331325"/>
                  </a:lnTo>
                  <a:lnTo>
                    <a:pt x="57655" y="303523"/>
                  </a:lnTo>
                  <a:lnTo>
                    <a:pt x="26875" y="267539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78200" y="2832099"/>
              <a:ext cx="431800" cy="4064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78200" y="2832099"/>
              <a:ext cx="140918" cy="13256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371850" y="2825749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196850" y="0"/>
                  </a:moveTo>
                  <a:lnTo>
                    <a:pt x="151714" y="4863"/>
                  </a:lnTo>
                  <a:lnTo>
                    <a:pt x="110280" y="18717"/>
                  </a:lnTo>
                  <a:lnTo>
                    <a:pt x="73730" y="40455"/>
                  </a:lnTo>
                  <a:lnTo>
                    <a:pt x="43245" y="68973"/>
                  </a:lnTo>
                  <a:lnTo>
                    <a:pt x="20008" y="103165"/>
                  </a:lnTo>
                  <a:lnTo>
                    <a:pt x="5198" y="141926"/>
                  </a:lnTo>
                  <a:lnTo>
                    <a:pt x="0" y="184150"/>
                  </a:lnTo>
                  <a:lnTo>
                    <a:pt x="5198" y="226373"/>
                  </a:lnTo>
                  <a:lnTo>
                    <a:pt x="20008" y="265134"/>
                  </a:lnTo>
                  <a:lnTo>
                    <a:pt x="43245" y="299326"/>
                  </a:lnTo>
                  <a:lnTo>
                    <a:pt x="73730" y="327844"/>
                  </a:lnTo>
                  <a:lnTo>
                    <a:pt x="110280" y="349582"/>
                  </a:lnTo>
                  <a:lnTo>
                    <a:pt x="151714" y="363436"/>
                  </a:lnTo>
                  <a:lnTo>
                    <a:pt x="196850" y="368300"/>
                  </a:lnTo>
                  <a:lnTo>
                    <a:pt x="241985" y="363436"/>
                  </a:lnTo>
                  <a:lnTo>
                    <a:pt x="283419" y="349582"/>
                  </a:lnTo>
                  <a:lnTo>
                    <a:pt x="319969" y="327844"/>
                  </a:lnTo>
                  <a:lnTo>
                    <a:pt x="350454" y="299326"/>
                  </a:lnTo>
                  <a:lnTo>
                    <a:pt x="373691" y="265134"/>
                  </a:lnTo>
                  <a:lnTo>
                    <a:pt x="388501" y="226373"/>
                  </a:lnTo>
                  <a:lnTo>
                    <a:pt x="393700" y="184150"/>
                  </a:lnTo>
                  <a:lnTo>
                    <a:pt x="388501" y="141926"/>
                  </a:lnTo>
                  <a:lnTo>
                    <a:pt x="373691" y="103165"/>
                  </a:lnTo>
                  <a:lnTo>
                    <a:pt x="350454" y="68973"/>
                  </a:lnTo>
                  <a:lnTo>
                    <a:pt x="319969" y="40455"/>
                  </a:lnTo>
                  <a:lnTo>
                    <a:pt x="283419" y="18717"/>
                  </a:lnTo>
                  <a:lnTo>
                    <a:pt x="241985" y="4863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71850" y="2825750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0" y="184150"/>
                  </a:moveTo>
                  <a:lnTo>
                    <a:pt x="5198" y="141926"/>
                  </a:lnTo>
                  <a:lnTo>
                    <a:pt x="20008" y="103165"/>
                  </a:lnTo>
                  <a:lnTo>
                    <a:pt x="43245" y="68973"/>
                  </a:lnTo>
                  <a:lnTo>
                    <a:pt x="73730" y="40455"/>
                  </a:lnTo>
                  <a:lnTo>
                    <a:pt x="110280" y="18717"/>
                  </a:lnTo>
                  <a:lnTo>
                    <a:pt x="151714" y="4863"/>
                  </a:lnTo>
                  <a:lnTo>
                    <a:pt x="196849" y="0"/>
                  </a:lnTo>
                  <a:lnTo>
                    <a:pt x="241985" y="4863"/>
                  </a:lnTo>
                  <a:lnTo>
                    <a:pt x="283419" y="18717"/>
                  </a:lnTo>
                  <a:lnTo>
                    <a:pt x="319969" y="40455"/>
                  </a:lnTo>
                  <a:lnTo>
                    <a:pt x="350454" y="68973"/>
                  </a:lnTo>
                  <a:lnTo>
                    <a:pt x="373691" y="103165"/>
                  </a:lnTo>
                  <a:lnTo>
                    <a:pt x="388501" y="141926"/>
                  </a:lnTo>
                  <a:lnTo>
                    <a:pt x="393699" y="184150"/>
                  </a:lnTo>
                  <a:lnTo>
                    <a:pt x="388501" y="226373"/>
                  </a:lnTo>
                  <a:lnTo>
                    <a:pt x="373691" y="265134"/>
                  </a:lnTo>
                  <a:lnTo>
                    <a:pt x="350454" y="299326"/>
                  </a:lnTo>
                  <a:lnTo>
                    <a:pt x="319969" y="327844"/>
                  </a:lnTo>
                  <a:lnTo>
                    <a:pt x="283419" y="349582"/>
                  </a:lnTo>
                  <a:lnTo>
                    <a:pt x="241985" y="363436"/>
                  </a:lnTo>
                  <a:lnTo>
                    <a:pt x="196849" y="368299"/>
                  </a:lnTo>
                  <a:lnTo>
                    <a:pt x="151714" y="363436"/>
                  </a:lnTo>
                  <a:lnTo>
                    <a:pt x="110280" y="349582"/>
                  </a:lnTo>
                  <a:lnTo>
                    <a:pt x="73730" y="327844"/>
                  </a:lnTo>
                  <a:lnTo>
                    <a:pt x="43245" y="299326"/>
                  </a:lnTo>
                  <a:lnTo>
                    <a:pt x="20008" y="265134"/>
                  </a:lnTo>
                  <a:lnTo>
                    <a:pt x="5198" y="226373"/>
                  </a:lnTo>
                  <a:lnTo>
                    <a:pt x="0" y="184150"/>
                  </a:lnTo>
                  <a:close/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78200" y="3873500"/>
              <a:ext cx="431800" cy="3937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78200" y="3873500"/>
              <a:ext cx="138179" cy="12876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371850" y="38671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371850" y="38671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1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49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1"/>
                  </a:lnTo>
                  <a:lnTo>
                    <a:pt x="386668" y="130533"/>
                  </a:lnTo>
                  <a:lnTo>
                    <a:pt x="393699" y="177800"/>
                  </a:lnTo>
                  <a:lnTo>
                    <a:pt x="386668" y="225066"/>
                  </a:lnTo>
                  <a:lnTo>
                    <a:pt x="366824" y="267539"/>
                  </a:lnTo>
                  <a:lnTo>
                    <a:pt x="336044" y="303524"/>
                  </a:lnTo>
                  <a:lnTo>
                    <a:pt x="296204" y="331325"/>
                  </a:lnTo>
                  <a:lnTo>
                    <a:pt x="249180" y="349249"/>
                  </a:lnTo>
                  <a:lnTo>
                    <a:pt x="196849" y="355600"/>
                  </a:lnTo>
                  <a:lnTo>
                    <a:pt x="144519" y="349249"/>
                  </a:lnTo>
                  <a:lnTo>
                    <a:pt x="97495" y="331325"/>
                  </a:lnTo>
                  <a:lnTo>
                    <a:pt x="57655" y="303524"/>
                  </a:lnTo>
                  <a:lnTo>
                    <a:pt x="26875" y="267539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22850" y="4311650"/>
              <a:ext cx="1219200" cy="1193800"/>
            </a:xfrm>
            <a:custGeom>
              <a:avLst/>
              <a:gdLst/>
              <a:ahLst/>
              <a:cxnLst/>
              <a:rect l="l" t="t" r="r" b="b"/>
              <a:pathLst>
                <a:path w="1219200" h="1193800">
                  <a:moveTo>
                    <a:pt x="0" y="0"/>
                  </a:moveTo>
                  <a:lnTo>
                    <a:pt x="1219199" y="1193799"/>
                  </a:lnTo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3365497" y="5829297"/>
            <a:ext cx="2825750" cy="419100"/>
            <a:chOff x="3365497" y="5829297"/>
            <a:chExt cx="2825750" cy="419100"/>
          </a:xfrm>
        </p:grpSpPr>
        <p:sp>
          <p:nvSpPr>
            <p:cNvPr id="68" name="object 68"/>
            <p:cNvSpPr/>
            <p:nvPr/>
          </p:nvSpPr>
          <p:spPr>
            <a:xfrm>
              <a:off x="3702050" y="6000749"/>
              <a:ext cx="2489200" cy="0"/>
            </a:xfrm>
            <a:custGeom>
              <a:avLst/>
              <a:gdLst/>
              <a:ahLst/>
              <a:cxnLst/>
              <a:rect l="l" t="t" r="r" b="b"/>
              <a:pathLst>
                <a:path w="2489200">
                  <a:moveTo>
                    <a:pt x="0" y="0"/>
                  </a:moveTo>
                  <a:lnTo>
                    <a:pt x="24892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78200" y="5841999"/>
              <a:ext cx="431800" cy="4064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78200" y="5841999"/>
              <a:ext cx="140918" cy="13256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371850" y="5835649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196850" y="0"/>
                  </a:moveTo>
                  <a:lnTo>
                    <a:pt x="151714" y="4863"/>
                  </a:lnTo>
                  <a:lnTo>
                    <a:pt x="110280" y="18717"/>
                  </a:lnTo>
                  <a:lnTo>
                    <a:pt x="73730" y="40455"/>
                  </a:lnTo>
                  <a:lnTo>
                    <a:pt x="43245" y="68973"/>
                  </a:lnTo>
                  <a:lnTo>
                    <a:pt x="20008" y="103165"/>
                  </a:lnTo>
                  <a:lnTo>
                    <a:pt x="5198" y="141926"/>
                  </a:lnTo>
                  <a:lnTo>
                    <a:pt x="0" y="184150"/>
                  </a:lnTo>
                  <a:lnTo>
                    <a:pt x="5198" y="226374"/>
                  </a:lnTo>
                  <a:lnTo>
                    <a:pt x="20008" y="265134"/>
                  </a:lnTo>
                  <a:lnTo>
                    <a:pt x="43245" y="299326"/>
                  </a:lnTo>
                  <a:lnTo>
                    <a:pt x="73730" y="327844"/>
                  </a:lnTo>
                  <a:lnTo>
                    <a:pt x="110280" y="349582"/>
                  </a:lnTo>
                  <a:lnTo>
                    <a:pt x="151714" y="363436"/>
                  </a:lnTo>
                  <a:lnTo>
                    <a:pt x="196850" y="368300"/>
                  </a:lnTo>
                  <a:lnTo>
                    <a:pt x="241985" y="363436"/>
                  </a:lnTo>
                  <a:lnTo>
                    <a:pt x="283419" y="349582"/>
                  </a:lnTo>
                  <a:lnTo>
                    <a:pt x="319969" y="327844"/>
                  </a:lnTo>
                  <a:lnTo>
                    <a:pt x="350454" y="299326"/>
                  </a:lnTo>
                  <a:lnTo>
                    <a:pt x="373691" y="265134"/>
                  </a:lnTo>
                  <a:lnTo>
                    <a:pt x="388501" y="226374"/>
                  </a:lnTo>
                  <a:lnTo>
                    <a:pt x="393700" y="184150"/>
                  </a:lnTo>
                  <a:lnTo>
                    <a:pt x="388501" y="141926"/>
                  </a:lnTo>
                  <a:lnTo>
                    <a:pt x="373691" y="103165"/>
                  </a:lnTo>
                  <a:lnTo>
                    <a:pt x="350454" y="68973"/>
                  </a:lnTo>
                  <a:lnTo>
                    <a:pt x="319969" y="40455"/>
                  </a:lnTo>
                  <a:lnTo>
                    <a:pt x="283419" y="18717"/>
                  </a:lnTo>
                  <a:lnTo>
                    <a:pt x="241985" y="4863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371850" y="5835649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0" y="184149"/>
                  </a:moveTo>
                  <a:lnTo>
                    <a:pt x="5198" y="141926"/>
                  </a:lnTo>
                  <a:lnTo>
                    <a:pt x="20008" y="103165"/>
                  </a:lnTo>
                  <a:lnTo>
                    <a:pt x="43245" y="68973"/>
                  </a:lnTo>
                  <a:lnTo>
                    <a:pt x="73730" y="40455"/>
                  </a:lnTo>
                  <a:lnTo>
                    <a:pt x="110280" y="18717"/>
                  </a:lnTo>
                  <a:lnTo>
                    <a:pt x="151714" y="4863"/>
                  </a:lnTo>
                  <a:lnTo>
                    <a:pt x="196849" y="0"/>
                  </a:lnTo>
                  <a:lnTo>
                    <a:pt x="241985" y="4863"/>
                  </a:lnTo>
                  <a:lnTo>
                    <a:pt x="283419" y="18717"/>
                  </a:lnTo>
                  <a:lnTo>
                    <a:pt x="319969" y="40455"/>
                  </a:lnTo>
                  <a:lnTo>
                    <a:pt x="350454" y="68973"/>
                  </a:lnTo>
                  <a:lnTo>
                    <a:pt x="373691" y="103165"/>
                  </a:lnTo>
                  <a:lnTo>
                    <a:pt x="388501" y="141926"/>
                  </a:lnTo>
                  <a:lnTo>
                    <a:pt x="393699" y="184149"/>
                  </a:lnTo>
                  <a:lnTo>
                    <a:pt x="388501" y="226373"/>
                  </a:lnTo>
                  <a:lnTo>
                    <a:pt x="373691" y="265134"/>
                  </a:lnTo>
                  <a:lnTo>
                    <a:pt x="350454" y="299326"/>
                  </a:lnTo>
                  <a:lnTo>
                    <a:pt x="319969" y="327844"/>
                  </a:lnTo>
                  <a:lnTo>
                    <a:pt x="283419" y="349582"/>
                  </a:lnTo>
                  <a:lnTo>
                    <a:pt x="241985" y="363436"/>
                  </a:lnTo>
                  <a:lnTo>
                    <a:pt x="196849" y="368299"/>
                  </a:lnTo>
                  <a:lnTo>
                    <a:pt x="151714" y="363436"/>
                  </a:lnTo>
                  <a:lnTo>
                    <a:pt x="110280" y="349582"/>
                  </a:lnTo>
                  <a:lnTo>
                    <a:pt x="73730" y="327844"/>
                  </a:lnTo>
                  <a:lnTo>
                    <a:pt x="43245" y="299326"/>
                  </a:lnTo>
                  <a:lnTo>
                    <a:pt x="20008" y="265134"/>
                  </a:lnTo>
                  <a:lnTo>
                    <a:pt x="5198" y="226373"/>
                  </a:lnTo>
                  <a:lnTo>
                    <a:pt x="0" y="184149"/>
                  </a:lnTo>
                  <a:close/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4737097" y="2222497"/>
            <a:ext cx="444500" cy="406400"/>
            <a:chOff x="4737097" y="2222497"/>
            <a:chExt cx="444500" cy="406400"/>
          </a:xfrm>
        </p:grpSpPr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49800" y="2235199"/>
              <a:ext cx="431800" cy="3937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9800" y="2235199"/>
              <a:ext cx="138179" cy="12876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4743450" y="22288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5" y="24274"/>
                  </a:lnTo>
                  <a:lnTo>
                    <a:pt x="57655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5" y="303523"/>
                  </a:lnTo>
                  <a:lnTo>
                    <a:pt x="97495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743450" y="22288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799"/>
                  </a:moveTo>
                  <a:lnTo>
                    <a:pt x="7031" y="130533"/>
                  </a:lnTo>
                  <a:lnTo>
                    <a:pt x="26875" y="88060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0"/>
                  </a:lnTo>
                  <a:lnTo>
                    <a:pt x="386668" y="130533"/>
                  </a:lnTo>
                  <a:lnTo>
                    <a:pt x="393699" y="177799"/>
                  </a:lnTo>
                  <a:lnTo>
                    <a:pt x="386668" y="225066"/>
                  </a:lnTo>
                  <a:lnTo>
                    <a:pt x="366824" y="267538"/>
                  </a:lnTo>
                  <a:lnTo>
                    <a:pt x="336044" y="303523"/>
                  </a:lnTo>
                  <a:lnTo>
                    <a:pt x="296204" y="331324"/>
                  </a:lnTo>
                  <a:lnTo>
                    <a:pt x="249180" y="349248"/>
                  </a:lnTo>
                  <a:lnTo>
                    <a:pt x="196850" y="355599"/>
                  </a:lnTo>
                  <a:lnTo>
                    <a:pt x="144519" y="349248"/>
                  </a:lnTo>
                  <a:lnTo>
                    <a:pt x="97495" y="331324"/>
                  </a:lnTo>
                  <a:lnTo>
                    <a:pt x="57655" y="303523"/>
                  </a:lnTo>
                  <a:lnTo>
                    <a:pt x="26875" y="267538"/>
                  </a:lnTo>
                  <a:lnTo>
                    <a:pt x="7031" y="225066"/>
                  </a:lnTo>
                  <a:lnTo>
                    <a:pt x="0" y="177799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4914897" y="3263897"/>
            <a:ext cx="444500" cy="406400"/>
            <a:chOff x="4914897" y="3263897"/>
            <a:chExt cx="444500" cy="406400"/>
          </a:xfrm>
        </p:grpSpPr>
        <p:pic>
          <p:nvPicPr>
            <p:cNvPr id="79" name="object 7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27600" y="3276599"/>
              <a:ext cx="431800" cy="3937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27600" y="3276599"/>
              <a:ext cx="138179" cy="12876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4921250" y="32702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6" y="24274"/>
                  </a:lnTo>
                  <a:lnTo>
                    <a:pt x="57656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6" y="303523"/>
                  </a:lnTo>
                  <a:lnTo>
                    <a:pt x="97496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4" y="331325"/>
                  </a:lnTo>
                  <a:lnTo>
                    <a:pt x="336044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4" y="52076"/>
                  </a:lnTo>
                  <a:lnTo>
                    <a:pt x="296204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921250" y="32702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1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50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1"/>
                  </a:lnTo>
                  <a:lnTo>
                    <a:pt x="386668" y="130533"/>
                  </a:lnTo>
                  <a:lnTo>
                    <a:pt x="393699" y="177800"/>
                  </a:lnTo>
                  <a:lnTo>
                    <a:pt x="386668" y="225066"/>
                  </a:lnTo>
                  <a:lnTo>
                    <a:pt x="366824" y="267539"/>
                  </a:lnTo>
                  <a:lnTo>
                    <a:pt x="336044" y="303524"/>
                  </a:lnTo>
                  <a:lnTo>
                    <a:pt x="296204" y="331325"/>
                  </a:lnTo>
                  <a:lnTo>
                    <a:pt x="249180" y="349249"/>
                  </a:lnTo>
                  <a:lnTo>
                    <a:pt x="196850" y="355600"/>
                  </a:lnTo>
                  <a:lnTo>
                    <a:pt x="144519" y="349249"/>
                  </a:lnTo>
                  <a:lnTo>
                    <a:pt x="97495" y="331325"/>
                  </a:lnTo>
                  <a:lnTo>
                    <a:pt x="57655" y="303524"/>
                  </a:lnTo>
                  <a:lnTo>
                    <a:pt x="26875" y="267539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4749797" y="4025897"/>
            <a:ext cx="444500" cy="406400"/>
            <a:chOff x="4749797" y="4025897"/>
            <a:chExt cx="444500" cy="406400"/>
          </a:xfrm>
        </p:grpSpPr>
        <p:pic>
          <p:nvPicPr>
            <p:cNvPr id="84" name="object 8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62500" y="4038599"/>
              <a:ext cx="431800" cy="3937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00" y="4038599"/>
              <a:ext cx="138179" cy="128765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4756150" y="4032249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196850" y="0"/>
                  </a:moveTo>
                  <a:lnTo>
                    <a:pt x="144519" y="6351"/>
                  </a:lnTo>
                  <a:lnTo>
                    <a:pt x="97495" y="24274"/>
                  </a:lnTo>
                  <a:lnTo>
                    <a:pt x="57655" y="52076"/>
                  </a:lnTo>
                  <a:lnTo>
                    <a:pt x="26875" y="88060"/>
                  </a:lnTo>
                  <a:lnTo>
                    <a:pt x="7031" y="130533"/>
                  </a:lnTo>
                  <a:lnTo>
                    <a:pt x="0" y="177800"/>
                  </a:lnTo>
                  <a:lnTo>
                    <a:pt x="7031" y="225066"/>
                  </a:lnTo>
                  <a:lnTo>
                    <a:pt x="26875" y="267539"/>
                  </a:lnTo>
                  <a:lnTo>
                    <a:pt x="57655" y="303523"/>
                  </a:lnTo>
                  <a:lnTo>
                    <a:pt x="97495" y="331325"/>
                  </a:lnTo>
                  <a:lnTo>
                    <a:pt x="144519" y="349248"/>
                  </a:lnTo>
                  <a:lnTo>
                    <a:pt x="196850" y="355600"/>
                  </a:lnTo>
                  <a:lnTo>
                    <a:pt x="249180" y="349248"/>
                  </a:lnTo>
                  <a:lnTo>
                    <a:pt x="296203" y="331325"/>
                  </a:lnTo>
                  <a:lnTo>
                    <a:pt x="336043" y="303523"/>
                  </a:lnTo>
                  <a:lnTo>
                    <a:pt x="366824" y="267539"/>
                  </a:lnTo>
                  <a:lnTo>
                    <a:pt x="386668" y="225066"/>
                  </a:lnTo>
                  <a:lnTo>
                    <a:pt x="393700" y="177800"/>
                  </a:lnTo>
                  <a:lnTo>
                    <a:pt x="386668" y="130533"/>
                  </a:lnTo>
                  <a:lnTo>
                    <a:pt x="366824" y="88060"/>
                  </a:lnTo>
                  <a:lnTo>
                    <a:pt x="336043" y="52076"/>
                  </a:lnTo>
                  <a:lnTo>
                    <a:pt x="296203" y="24274"/>
                  </a:lnTo>
                  <a:lnTo>
                    <a:pt x="249180" y="6351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96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756150" y="4032250"/>
              <a:ext cx="393700" cy="355600"/>
            </a:xfrm>
            <a:custGeom>
              <a:avLst/>
              <a:gdLst/>
              <a:ahLst/>
              <a:cxnLst/>
              <a:rect l="l" t="t" r="r" b="b"/>
              <a:pathLst>
                <a:path w="393700" h="355600">
                  <a:moveTo>
                    <a:pt x="0" y="177800"/>
                  </a:moveTo>
                  <a:lnTo>
                    <a:pt x="7031" y="130533"/>
                  </a:lnTo>
                  <a:lnTo>
                    <a:pt x="26875" y="88061"/>
                  </a:lnTo>
                  <a:lnTo>
                    <a:pt x="57655" y="52076"/>
                  </a:lnTo>
                  <a:lnTo>
                    <a:pt x="97495" y="24274"/>
                  </a:lnTo>
                  <a:lnTo>
                    <a:pt x="144519" y="6351"/>
                  </a:lnTo>
                  <a:lnTo>
                    <a:pt x="196849" y="0"/>
                  </a:lnTo>
                  <a:lnTo>
                    <a:pt x="249180" y="6351"/>
                  </a:lnTo>
                  <a:lnTo>
                    <a:pt x="296204" y="24274"/>
                  </a:lnTo>
                  <a:lnTo>
                    <a:pt x="336044" y="52076"/>
                  </a:lnTo>
                  <a:lnTo>
                    <a:pt x="366824" y="88061"/>
                  </a:lnTo>
                  <a:lnTo>
                    <a:pt x="386668" y="130533"/>
                  </a:lnTo>
                  <a:lnTo>
                    <a:pt x="393700" y="177800"/>
                  </a:lnTo>
                  <a:lnTo>
                    <a:pt x="386668" y="225066"/>
                  </a:lnTo>
                  <a:lnTo>
                    <a:pt x="366824" y="267539"/>
                  </a:lnTo>
                  <a:lnTo>
                    <a:pt x="336044" y="303524"/>
                  </a:lnTo>
                  <a:lnTo>
                    <a:pt x="296204" y="331325"/>
                  </a:lnTo>
                  <a:lnTo>
                    <a:pt x="249180" y="349249"/>
                  </a:lnTo>
                  <a:lnTo>
                    <a:pt x="196849" y="355600"/>
                  </a:lnTo>
                  <a:lnTo>
                    <a:pt x="144519" y="349249"/>
                  </a:lnTo>
                  <a:lnTo>
                    <a:pt x="97495" y="331325"/>
                  </a:lnTo>
                  <a:lnTo>
                    <a:pt x="57655" y="303524"/>
                  </a:lnTo>
                  <a:lnTo>
                    <a:pt x="26875" y="267539"/>
                  </a:lnTo>
                  <a:lnTo>
                    <a:pt x="7031" y="225066"/>
                  </a:lnTo>
                  <a:lnTo>
                    <a:pt x="0" y="177800"/>
                  </a:lnTo>
                  <a:close/>
                </a:path>
              </a:pathLst>
            </a:custGeom>
            <a:ln w="127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4521195" y="2438395"/>
            <a:ext cx="140335" cy="140335"/>
            <a:chOff x="4521195" y="2438395"/>
            <a:chExt cx="140335" cy="140335"/>
          </a:xfrm>
        </p:grpSpPr>
        <p:sp>
          <p:nvSpPr>
            <p:cNvPr id="89" name="object 89"/>
            <p:cNvSpPr/>
            <p:nvPr/>
          </p:nvSpPr>
          <p:spPr>
            <a:xfrm>
              <a:off x="4527550" y="2444749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126999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591050" y="24447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0"/>
                  </a:moveTo>
                  <a:lnTo>
                    <a:pt x="63500" y="114299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1" name="object 91"/>
          <p:cNvGrpSpPr/>
          <p:nvPr/>
        </p:nvGrpSpPr>
        <p:grpSpPr>
          <a:xfrm>
            <a:off x="4571996" y="4025896"/>
            <a:ext cx="153035" cy="140335"/>
            <a:chOff x="4571996" y="4025896"/>
            <a:chExt cx="153035" cy="140335"/>
          </a:xfrm>
        </p:grpSpPr>
        <p:sp>
          <p:nvSpPr>
            <p:cNvPr id="92" name="object 92"/>
            <p:cNvSpPr/>
            <p:nvPr/>
          </p:nvSpPr>
          <p:spPr>
            <a:xfrm>
              <a:off x="4578350" y="4032250"/>
              <a:ext cx="76200" cy="127000"/>
            </a:xfrm>
            <a:custGeom>
              <a:avLst/>
              <a:gdLst/>
              <a:ahLst/>
              <a:cxnLst/>
              <a:rect l="l" t="t" r="r" b="b"/>
              <a:pathLst>
                <a:path w="76200" h="127000">
                  <a:moveTo>
                    <a:pt x="0" y="126999"/>
                  </a:moveTo>
                  <a:lnTo>
                    <a:pt x="762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654549" y="40322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0"/>
                  </a:moveTo>
                  <a:lnTo>
                    <a:pt x="63500" y="11430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4749795" y="3365495"/>
            <a:ext cx="140335" cy="140335"/>
            <a:chOff x="4749795" y="3365495"/>
            <a:chExt cx="140335" cy="140335"/>
          </a:xfrm>
        </p:grpSpPr>
        <p:sp>
          <p:nvSpPr>
            <p:cNvPr id="95" name="object 95"/>
            <p:cNvSpPr/>
            <p:nvPr/>
          </p:nvSpPr>
          <p:spPr>
            <a:xfrm>
              <a:off x="4756150" y="33718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127000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819650" y="33718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0"/>
                  </a:moveTo>
                  <a:lnTo>
                    <a:pt x="63500" y="12700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5740396" y="2552695"/>
            <a:ext cx="140335" cy="127635"/>
            <a:chOff x="5740396" y="2552695"/>
            <a:chExt cx="140335" cy="127635"/>
          </a:xfrm>
        </p:grpSpPr>
        <p:sp>
          <p:nvSpPr>
            <p:cNvPr id="98" name="object 98"/>
            <p:cNvSpPr/>
            <p:nvPr/>
          </p:nvSpPr>
          <p:spPr>
            <a:xfrm>
              <a:off x="5746750" y="2559049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114300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810250" y="25590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0"/>
                  </a:moveTo>
                  <a:lnTo>
                    <a:pt x="63500" y="11430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5905496" y="3047995"/>
            <a:ext cx="140335" cy="127635"/>
            <a:chOff x="5905496" y="3047995"/>
            <a:chExt cx="140335" cy="127635"/>
          </a:xfrm>
        </p:grpSpPr>
        <p:sp>
          <p:nvSpPr>
            <p:cNvPr id="101" name="object 101"/>
            <p:cNvSpPr/>
            <p:nvPr/>
          </p:nvSpPr>
          <p:spPr>
            <a:xfrm>
              <a:off x="5911850" y="30543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0"/>
                  </a:moveTo>
                  <a:lnTo>
                    <a:pt x="63499" y="11430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5975350" y="3054349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114300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5854695" y="3695695"/>
            <a:ext cx="140335" cy="140335"/>
            <a:chOff x="5854695" y="3695695"/>
            <a:chExt cx="140335" cy="140335"/>
          </a:xfrm>
        </p:grpSpPr>
        <p:sp>
          <p:nvSpPr>
            <p:cNvPr id="104" name="object 104"/>
            <p:cNvSpPr/>
            <p:nvPr/>
          </p:nvSpPr>
          <p:spPr>
            <a:xfrm>
              <a:off x="5861050" y="37020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127000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924550" y="37020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0"/>
                  </a:moveTo>
                  <a:lnTo>
                    <a:pt x="63499" y="114299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5854695" y="4241795"/>
            <a:ext cx="140335" cy="140335"/>
            <a:chOff x="5854695" y="4241795"/>
            <a:chExt cx="140335" cy="140335"/>
          </a:xfrm>
        </p:grpSpPr>
        <p:sp>
          <p:nvSpPr>
            <p:cNvPr id="107" name="object 107"/>
            <p:cNvSpPr/>
            <p:nvPr/>
          </p:nvSpPr>
          <p:spPr>
            <a:xfrm>
              <a:off x="5861050" y="42481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127000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924550" y="42481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0"/>
                  </a:moveTo>
                  <a:lnTo>
                    <a:pt x="63499" y="11430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5905495" y="5283195"/>
            <a:ext cx="140335" cy="140335"/>
            <a:chOff x="5905495" y="5283195"/>
            <a:chExt cx="140335" cy="140335"/>
          </a:xfrm>
        </p:grpSpPr>
        <p:sp>
          <p:nvSpPr>
            <p:cNvPr id="110" name="object 110"/>
            <p:cNvSpPr/>
            <p:nvPr/>
          </p:nvSpPr>
          <p:spPr>
            <a:xfrm>
              <a:off x="5911850" y="52895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0"/>
                  </a:moveTo>
                  <a:lnTo>
                    <a:pt x="63499" y="12700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975349" y="5302250"/>
              <a:ext cx="63500" cy="114300"/>
            </a:xfrm>
            <a:custGeom>
              <a:avLst/>
              <a:gdLst/>
              <a:ahLst/>
              <a:cxnLst/>
              <a:rect l="l" t="t" r="r" b="b"/>
              <a:pathLst>
                <a:path w="63500" h="114300">
                  <a:moveTo>
                    <a:pt x="0" y="114300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2" name="object 112"/>
          <p:cNvGrpSpPr/>
          <p:nvPr/>
        </p:nvGrpSpPr>
        <p:grpSpPr>
          <a:xfrm>
            <a:off x="5854695" y="4787895"/>
            <a:ext cx="140335" cy="140335"/>
            <a:chOff x="5854695" y="4787895"/>
            <a:chExt cx="140335" cy="140335"/>
          </a:xfrm>
        </p:grpSpPr>
        <p:sp>
          <p:nvSpPr>
            <p:cNvPr id="113" name="object 113"/>
            <p:cNvSpPr/>
            <p:nvPr/>
          </p:nvSpPr>
          <p:spPr>
            <a:xfrm>
              <a:off x="5861050" y="47942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126999"/>
                  </a:moveTo>
                  <a:lnTo>
                    <a:pt x="63500" y="0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924550" y="4794250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0" y="0"/>
                  </a:moveTo>
                  <a:lnTo>
                    <a:pt x="63499" y="126999"/>
                  </a:lnTo>
                </a:path>
              </a:pathLst>
            </a:custGeom>
            <a:ln w="127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" name="object 115"/>
          <p:cNvGrpSpPr/>
          <p:nvPr/>
        </p:nvGrpSpPr>
        <p:grpSpPr>
          <a:xfrm>
            <a:off x="3365497" y="3365497"/>
            <a:ext cx="444500" cy="419100"/>
            <a:chOff x="3365497" y="3365497"/>
            <a:chExt cx="444500" cy="419100"/>
          </a:xfrm>
        </p:grpSpPr>
        <p:pic>
          <p:nvPicPr>
            <p:cNvPr id="116" name="object 11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78200" y="3378199"/>
              <a:ext cx="431800" cy="4064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78200" y="3378199"/>
              <a:ext cx="140918" cy="132563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3371850" y="3371849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196850" y="0"/>
                  </a:moveTo>
                  <a:lnTo>
                    <a:pt x="151714" y="4863"/>
                  </a:lnTo>
                  <a:lnTo>
                    <a:pt x="110280" y="18717"/>
                  </a:lnTo>
                  <a:lnTo>
                    <a:pt x="73730" y="40455"/>
                  </a:lnTo>
                  <a:lnTo>
                    <a:pt x="43245" y="68973"/>
                  </a:lnTo>
                  <a:lnTo>
                    <a:pt x="20008" y="103165"/>
                  </a:lnTo>
                  <a:lnTo>
                    <a:pt x="5198" y="141926"/>
                  </a:lnTo>
                  <a:lnTo>
                    <a:pt x="0" y="184150"/>
                  </a:lnTo>
                  <a:lnTo>
                    <a:pt x="5198" y="226373"/>
                  </a:lnTo>
                  <a:lnTo>
                    <a:pt x="20008" y="265134"/>
                  </a:lnTo>
                  <a:lnTo>
                    <a:pt x="43245" y="299326"/>
                  </a:lnTo>
                  <a:lnTo>
                    <a:pt x="73730" y="327844"/>
                  </a:lnTo>
                  <a:lnTo>
                    <a:pt x="110280" y="349582"/>
                  </a:lnTo>
                  <a:lnTo>
                    <a:pt x="151714" y="363436"/>
                  </a:lnTo>
                  <a:lnTo>
                    <a:pt x="196850" y="368300"/>
                  </a:lnTo>
                  <a:lnTo>
                    <a:pt x="241985" y="363436"/>
                  </a:lnTo>
                  <a:lnTo>
                    <a:pt x="283419" y="349582"/>
                  </a:lnTo>
                  <a:lnTo>
                    <a:pt x="319969" y="327844"/>
                  </a:lnTo>
                  <a:lnTo>
                    <a:pt x="350454" y="299326"/>
                  </a:lnTo>
                  <a:lnTo>
                    <a:pt x="373691" y="265134"/>
                  </a:lnTo>
                  <a:lnTo>
                    <a:pt x="388501" y="226373"/>
                  </a:lnTo>
                  <a:lnTo>
                    <a:pt x="393700" y="184150"/>
                  </a:lnTo>
                  <a:lnTo>
                    <a:pt x="388501" y="141926"/>
                  </a:lnTo>
                  <a:lnTo>
                    <a:pt x="373691" y="103165"/>
                  </a:lnTo>
                  <a:lnTo>
                    <a:pt x="350454" y="68973"/>
                  </a:lnTo>
                  <a:lnTo>
                    <a:pt x="319969" y="40455"/>
                  </a:lnTo>
                  <a:lnTo>
                    <a:pt x="283419" y="18717"/>
                  </a:lnTo>
                  <a:lnTo>
                    <a:pt x="241985" y="4863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371850" y="3371849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0" y="184150"/>
                  </a:moveTo>
                  <a:lnTo>
                    <a:pt x="5198" y="141926"/>
                  </a:lnTo>
                  <a:lnTo>
                    <a:pt x="20008" y="103165"/>
                  </a:lnTo>
                  <a:lnTo>
                    <a:pt x="43245" y="68973"/>
                  </a:lnTo>
                  <a:lnTo>
                    <a:pt x="73730" y="40455"/>
                  </a:lnTo>
                  <a:lnTo>
                    <a:pt x="110280" y="18717"/>
                  </a:lnTo>
                  <a:lnTo>
                    <a:pt x="151714" y="4863"/>
                  </a:lnTo>
                  <a:lnTo>
                    <a:pt x="196849" y="0"/>
                  </a:lnTo>
                  <a:lnTo>
                    <a:pt x="241985" y="4863"/>
                  </a:lnTo>
                  <a:lnTo>
                    <a:pt x="283419" y="18717"/>
                  </a:lnTo>
                  <a:lnTo>
                    <a:pt x="319969" y="40455"/>
                  </a:lnTo>
                  <a:lnTo>
                    <a:pt x="350454" y="68973"/>
                  </a:lnTo>
                  <a:lnTo>
                    <a:pt x="373691" y="103165"/>
                  </a:lnTo>
                  <a:lnTo>
                    <a:pt x="388501" y="141926"/>
                  </a:lnTo>
                  <a:lnTo>
                    <a:pt x="393699" y="184150"/>
                  </a:lnTo>
                  <a:lnTo>
                    <a:pt x="388501" y="226373"/>
                  </a:lnTo>
                  <a:lnTo>
                    <a:pt x="373691" y="265134"/>
                  </a:lnTo>
                  <a:lnTo>
                    <a:pt x="350454" y="299326"/>
                  </a:lnTo>
                  <a:lnTo>
                    <a:pt x="319969" y="327844"/>
                  </a:lnTo>
                  <a:lnTo>
                    <a:pt x="283419" y="349582"/>
                  </a:lnTo>
                  <a:lnTo>
                    <a:pt x="241985" y="363436"/>
                  </a:lnTo>
                  <a:lnTo>
                    <a:pt x="196849" y="368300"/>
                  </a:lnTo>
                  <a:lnTo>
                    <a:pt x="151714" y="363436"/>
                  </a:lnTo>
                  <a:lnTo>
                    <a:pt x="110280" y="349582"/>
                  </a:lnTo>
                  <a:lnTo>
                    <a:pt x="73730" y="327844"/>
                  </a:lnTo>
                  <a:lnTo>
                    <a:pt x="43245" y="299326"/>
                  </a:lnTo>
                  <a:lnTo>
                    <a:pt x="20008" y="265134"/>
                  </a:lnTo>
                  <a:lnTo>
                    <a:pt x="5198" y="226373"/>
                  </a:lnTo>
                  <a:lnTo>
                    <a:pt x="0" y="184150"/>
                  </a:lnTo>
                  <a:close/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2553417" y="2245647"/>
            <a:ext cx="49428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48505" algn="l"/>
              </a:tabLst>
            </a:pPr>
            <a:r>
              <a:rPr sz="1900" spc="50" dirty="0">
                <a:latin typeface="Times New Roman"/>
                <a:cs typeface="Times New Roman"/>
              </a:rPr>
              <a:t>25</a:t>
            </a:r>
            <a:r>
              <a:rPr sz="1900" dirty="0">
                <a:latin typeface="Times New Roman"/>
                <a:cs typeface="Times New Roman"/>
              </a:rPr>
              <a:t>-	</a:t>
            </a:r>
            <a:r>
              <a:rPr sz="1900" spc="50" dirty="0">
                <a:latin typeface="Times New Roman"/>
                <a:cs typeface="Times New Roman"/>
              </a:rPr>
              <a:t>$25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525260" y="2847452"/>
            <a:ext cx="4222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latin typeface="Times New Roman"/>
                <a:cs typeface="Times New Roman"/>
              </a:rPr>
              <a:t>26+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291034" y="3393038"/>
            <a:ext cx="8693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0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plainte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291034" y="3884959"/>
            <a:ext cx="8693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1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plainte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141283" y="4760195"/>
            <a:ext cx="11614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" dirty="0">
                <a:latin typeface="Times New Roman"/>
                <a:cs typeface="Times New Roman"/>
              </a:rPr>
              <a:t>2-4</a:t>
            </a:r>
            <a:r>
              <a:rPr sz="1900" spc="-10" dirty="0">
                <a:latin typeface="Times New Roman"/>
                <a:cs typeface="Times New Roman"/>
              </a:rPr>
              <a:t> plaintes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174561" y="5864144"/>
            <a:ext cx="108521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latin typeface="Times New Roman"/>
                <a:cs typeface="Times New Roman"/>
              </a:rPr>
              <a:t>5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50" dirty="0">
                <a:latin typeface="Times New Roman"/>
                <a:cs typeface="Times New Roman"/>
              </a:rPr>
              <a:t>p</a:t>
            </a:r>
            <a:r>
              <a:rPr sz="1900" spc="-30" dirty="0">
                <a:latin typeface="Times New Roman"/>
                <a:cs typeface="Times New Roman"/>
              </a:rPr>
              <a:t>l</a:t>
            </a:r>
            <a:r>
              <a:rPr sz="1900" spc="-45" dirty="0">
                <a:latin typeface="Times New Roman"/>
                <a:cs typeface="Times New Roman"/>
              </a:rPr>
              <a:t>a</a:t>
            </a:r>
            <a:r>
              <a:rPr sz="1900" spc="-30" dirty="0">
                <a:latin typeface="Times New Roman"/>
                <a:cs typeface="Times New Roman"/>
              </a:rPr>
              <a:t>i</a:t>
            </a:r>
            <a:r>
              <a:rPr sz="1900" spc="50" dirty="0">
                <a:latin typeface="Times New Roman"/>
                <a:cs typeface="Times New Roman"/>
              </a:rPr>
              <a:t>n</a:t>
            </a:r>
            <a:r>
              <a:rPr sz="1900" spc="-30" dirty="0">
                <a:latin typeface="Times New Roman"/>
                <a:cs typeface="Times New Roman"/>
              </a:rPr>
              <a:t>t</a:t>
            </a:r>
            <a:r>
              <a:rPr sz="1900" spc="-45" dirty="0">
                <a:latin typeface="Times New Roman"/>
                <a:cs typeface="Times New Roman"/>
              </a:rPr>
              <a:t>e</a:t>
            </a:r>
            <a:r>
              <a:rPr sz="1900" dirty="0">
                <a:latin typeface="Times New Roman"/>
                <a:cs typeface="Times New Roman"/>
              </a:rPr>
              <a:t>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089461" y="2920281"/>
            <a:ext cx="4064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latin typeface="Times New Roman"/>
                <a:cs typeface="Times New Roman"/>
              </a:rPr>
              <a:t>$50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028025" y="3594917"/>
            <a:ext cx="5334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latin typeface="Times New Roman"/>
                <a:cs typeface="Times New Roman"/>
              </a:rPr>
              <a:t>$100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7028025" y="4208221"/>
            <a:ext cx="5334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latin typeface="Times New Roman"/>
                <a:cs typeface="Times New Roman"/>
              </a:rPr>
              <a:t>$200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028025" y="4821526"/>
            <a:ext cx="5334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0" dirty="0">
                <a:latin typeface="Times New Roman"/>
                <a:cs typeface="Times New Roman"/>
              </a:rPr>
              <a:t>$400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6564693" y="5434831"/>
            <a:ext cx="1388110" cy="78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latin typeface="Times New Roman"/>
                <a:cs typeface="Times New Roman"/>
              </a:rPr>
              <a:t>Avertissement</a:t>
            </a:r>
            <a:endParaRPr sz="1900">
              <a:latin typeface="Times New Roman"/>
              <a:cs typeface="Times New Roman"/>
            </a:endParaRPr>
          </a:p>
          <a:p>
            <a:pPr marL="52705" algn="ctr">
              <a:lnSpc>
                <a:spcPct val="100000"/>
              </a:lnSpc>
              <a:spcBef>
                <a:spcPts val="1445"/>
              </a:spcBef>
            </a:pPr>
            <a:r>
              <a:rPr sz="1900" spc="10" dirty="0">
                <a:latin typeface="Times New Roman"/>
                <a:cs typeface="Times New Roman"/>
              </a:rPr>
              <a:t>Annuler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6095997" y="2222497"/>
            <a:ext cx="444500" cy="419100"/>
            <a:chOff x="6095997" y="2222497"/>
            <a:chExt cx="444500" cy="419100"/>
          </a:xfrm>
        </p:grpSpPr>
        <p:pic>
          <p:nvPicPr>
            <p:cNvPr id="132" name="object 1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08699" y="2235200"/>
              <a:ext cx="431800" cy="40640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8699" y="2235200"/>
              <a:ext cx="140918" cy="132563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6102349" y="2228850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196850" y="0"/>
                  </a:moveTo>
                  <a:lnTo>
                    <a:pt x="151714" y="4863"/>
                  </a:lnTo>
                  <a:lnTo>
                    <a:pt x="110280" y="18717"/>
                  </a:lnTo>
                  <a:lnTo>
                    <a:pt x="73730" y="40455"/>
                  </a:lnTo>
                  <a:lnTo>
                    <a:pt x="43245" y="68973"/>
                  </a:lnTo>
                  <a:lnTo>
                    <a:pt x="20008" y="103165"/>
                  </a:lnTo>
                  <a:lnTo>
                    <a:pt x="5198" y="141926"/>
                  </a:lnTo>
                  <a:lnTo>
                    <a:pt x="0" y="184150"/>
                  </a:lnTo>
                  <a:lnTo>
                    <a:pt x="5198" y="226373"/>
                  </a:lnTo>
                  <a:lnTo>
                    <a:pt x="20008" y="265134"/>
                  </a:lnTo>
                  <a:lnTo>
                    <a:pt x="43245" y="299326"/>
                  </a:lnTo>
                  <a:lnTo>
                    <a:pt x="73730" y="327844"/>
                  </a:lnTo>
                  <a:lnTo>
                    <a:pt x="110280" y="349582"/>
                  </a:lnTo>
                  <a:lnTo>
                    <a:pt x="151714" y="363436"/>
                  </a:lnTo>
                  <a:lnTo>
                    <a:pt x="196850" y="368300"/>
                  </a:lnTo>
                  <a:lnTo>
                    <a:pt x="241985" y="363436"/>
                  </a:lnTo>
                  <a:lnTo>
                    <a:pt x="283419" y="349582"/>
                  </a:lnTo>
                  <a:lnTo>
                    <a:pt x="319969" y="327844"/>
                  </a:lnTo>
                  <a:lnTo>
                    <a:pt x="350454" y="299326"/>
                  </a:lnTo>
                  <a:lnTo>
                    <a:pt x="373691" y="265134"/>
                  </a:lnTo>
                  <a:lnTo>
                    <a:pt x="388501" y="226373"/>
                  </a:lnTo>
                  <a:lnTo>
                    <a:pt x="393700" y="184150"/>
                  </a:lnTo>
                  <a:lnTo>
                    <a:pt x="388501" y="141926"/>
                  </a:lnTo>
                  <a:lnTo>
                    <a:pt x="373691" y="103165"/>
                  </a:lnTo>
                  <a:lnTo>
                    <a:pt x="350454" y="68973"/>
                  </a:lnTo>
                  <a:lnTo>
                    <a:pt x="319969" y="40455"/>
                  </a:lnTo>
                  <a:lnTo>
                    <a:pt x="283419" y="18717"/>
                  </a:lnTo>
                  <a:lnTo>
                    <a:pt x="241985" y="4863"/>
                  </a:lnTo>
                  <a:lnTo>
                    <a:pt x="1968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102349" y="2228850"/>
              <a:ext cx="393700" cy="368300"/>
            </a:xfrm>
            <a:custGeom>
              <a:avLst/>
              <a:gdLst/>
              <a:ahLst/>
              <a:cxnLst/>
              <a:rect l="l" t="t" r="r" b="b"/>
              <a:pathLst>
                <a:path w="393700" h="368300">
                  <a:moveTo>
                    <a:pt x="0" y="184149"/>
                  </a:moveTo>
                  <a:lnTo>
                    <a:pt x="5198" y="141926"/>
                  </a:lnTo>
                  <a:lnTo>
                    <a:pt x="20008" y="103165"/>
                  </a:lnTo>
                  <a:lnTo>
                    <a:pt x="43245" y="68973"/>
                  </a:lnTo>
                  <a:lnTo>
                    <a:pt x="73730" y="40455"/>
                  </a:lnTo>
                  <a:lnTo>
                    <a:pt x="110280" y="18717"/>
                  </a:lnTo>
                  <a:lnTo>
                    <a:pt x="151714" y="4863"/>
                  </a:lnTo>
                  <a:lnTo>
                    <a:pt x="196850" y="0"/>
                  </a:lnTo>
                  <a:lnTo>
                    <a:pt x="241985" y="4863"/>
                  </a:lnTo>
                  <a:lnTo>
                    <a:pt x="283419" y="18717"/>
                  </a:lnTo>
                  <a:lnTo>
                    <a:pt x="319969" y="40455"/>
                  </a:lnTo>
                  <a:lnTo>
                    <a:pt x="350454" y="68973"/>
                  </a:lnTo>
                  <a:lnTo>
                    <a:pt x="373691" y="103165"/>
                  </a:lnTo>
                  <a:lnTo>
                    <a:pt x="388501" y="141926"/>
                  </a:lnTo>
                  <a:lnTo>
                    <a:pt x="393699" y="184149"/>
                  </a:lnTo>
                  <a:lnTo>
                    <a:pt x="388501" y="226373"/>
                  </a:lnTo>
                  <a:lnTo>
                    <a:pt x="373691" y="265134"/>
                  </a:lnTo>
                  <a:lnTo>
                    <a:pt x="350454" y="299326"/>
                  </a:lnTo>
                  <a:lnTo>
                    <a:pt x="319969" y="327844"/>
                  </a:lnTo>
                  <a:lnTo>
                    <a:pt x="283419" y="349582"/>
                  </a:lnTo>
                  <a:lnTo>
                    <a:pt x="241985" y="363436"/>
                  </a:lnTo>
                  <a:lnTo>
                    <a:pt x="196850" y="368300"/>
                  </a:lnTo>
                  <a:lnTo>
                    <a:pt x="151714" y="363436"/>
                  </a:lnTo>
                  <a:lnTo>
                    <a:pt x="110280" y="349582"/>
                  </a:lnTo>
                  <a:lnTo>
                    <a:pt x="73730" y="327844"/>
                  </a:lnTo>
                  <a:lnTo>
                    <a:pt x="43245" y="299326"/>
                  </a:lnTo>
                  <a:lnTo>
                    <a:pt x="20008" y="265134"/>
                  </a:lnTo>
                  <a:lnTo>
                    <a:pt x="5198" y="226373"/>
                  </a:lnTo>
                  <a:lnTo>
                    <a:pt x="0" y="184149"/>
                  </a:lnTo>
                  <a:close/>
                </a:path>
              </a:pathLst>
            </a:custGeom>
            <a:ln w="127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6" name="object 136"/>
          <p:cNvSpPr txBox="1">
            <a:spLocks noGrp="1"/>
          </p:cNvSpPr>
          <p:nvPr>
            <p:ph type="title"/>
          </p:nvPr>
        </p:nvSpPr>
        <p:spPr>
          <a:xfrm>
            <a:off x="2406717" y="1155321"/>
            <a:ext cx="5277485" cy="93154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1828800">
              <a:lnSpc>
                <a:spcPts val="3300"/>
              </a:lnSpc>
              <a:spcBef>
                <a:spcPts val="655"/>
              </a:spcBef>
            </a:pPr>
            <a:r>
              <a:rPr sz="3200" spc="10" dirty="0"/>
              <a:t>Exemple </a:t>
            </a:r>
            <a:r>
              <a:rPr sz="3200" spc="15" dirty="0"/>
              <a:t> </a:t>
            </a:r>
            <a:r>
              <a:rPr sz="3200" spc="-15" dirty="0"/>
              <a:t>R</a:t>
            </a:r>
            <a:r>
              <a:rPr sz="3200" spc="45" dirty="0"/>
              <a:t>e</a:t>
            </a:r>
            <a:r>
              <a:rPr sz="3200" spc="20" dirty="0"/>
              <a:t>n</a:t>
            </a:r>
            <a:r>
              <a:rPr sz="3200" spc="15" dirty="0"/>
              <a:t>o</a:t>
            </a:r>
            <a:r>
              <a:rPr sz="3200" spc="35" dirty="0"/>
              <a:t>u</a:t>
            </a:r>
            <a:r>
              <a:rPr sz="3200" spc="40" dirty="0"/>
              <a:t>v</a:t>
            </a:r>
            <a:r>
              <a:rPr sz="3200" spc="-55" dirty="0"/>
              <a:t>e</a:t>
            </a:r>
            <a:r>
              <a:rPr sz="3200" spc="-80" dirty="0"/>
              <a:t>l</a:t>
            </a:r>
            <a:r>
              <a:rPr sz="3200" spc="20" dirty="0"/>
              <a:t>l</a:t>
            </a:r>
            <a:r>
              <a:rPr sz="3200" spc="-55" dirty="0"/>
              <a:t>e</a:t>
            </a:r>
            <a:r>
              <a:rPr sz="3200" spc="10" dirty="0"/>
              <a:t>m</a:t>
            </a:r>
            <a:r>
              <a:rPr sz="3200" spc="-55" dirty="0"/>
              <a:t>e</a:t>
            </a:r>
            <a:r>
              <a:rPr sz="3200" spc="-75" dirty="0"/>
              <a:t>n</a:t>
            </a:r>
            <a:r>
              <a:rPr sz="3200" dirty="0"/>
              <a:t>t</a:t>
            </a:r>
            <a:r>
              <a:rPr sz="3200" spc="-265" dirty="0"/>
              <a:t> </a:t>
            </a:r>
            <a:r>
              <a:rPr sz="3200" spc="20" dirty="0"/>
              <a:t>d</a:t>
            </a:r>
            <a:r>
              <a:rPr sz="3200" spc="25" dirty="0"/>
              <a:t>’</a:t>
            </a:r>
            <a:r>
              <a:rPr sz="3200" spc="-40" dirty="0"/>
              <a:t>A</a:t>
            </a:r>
            <a:r>
              <a:rPr sz="3200" spc="40" dirty="0"/>
              <a:t>ss</a:t>
            </a:r>
            <a:r>
              <a:rPr sz="3200" spc="35" dirty="0"/>
              <a:t>u</a:t>
            </a:r>
            <a:r>
              <a:rPr sz="3200" spc="-40" dirty="0"/>
              <a:t>ra</a:t>
            </a:r>
            <a:r>
              <a:rPr sz="3200" spc="-75" dirty="0"/>
              <a:t>n</a:t>
            </a:r>
            <a:r>
              <a:rPr sz="3200" spc="-45" dirty="0"/>
              <a:t>c</a:t>
            </a:r>
            <a:r>
              <a:rPr sz="3200" dirty="0"/>
              <a:t>e</a:t>
            </a:r>
            <a:endParaRPr sz="3200"/>
          </a:p>
        </p:txBody>
      </p:sp>
      <p:sp>
        <p:nvSpPr>
          <p:cNvPr id="137" name="object 1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56</a:t>
            </a:fld>
            <a:endParaRPr dirty="0"/>
          </a:p>
        </p:txBody>
      </p:sp>
      <p:sp>
        <p:nvSpPr>
          <p:cNvPr id="138" name="object 138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07304" y="2456525"/>
          <a:ext cx="5835015" cy="33262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5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6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2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1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Section</a:t>
                      </a:r>
                      <a:r>
                        <a:rPr sz="13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15" dirty="0">
                          <a:latin typeface="Tahoma"/>
                          <a:cs typeface="Tahoma"/>
                        </a:rPr>
                        <a:t>condition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Section</a:t>
                      </a:r>
                      <a:r>
                        <a:rPr sz="13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spc="-10" dirty="0">
                          <a:latin typeface="Tahoma"/>
                          <a:cs typeface="Tahoma"/>
                        </a:rPr>
                        <a:t>action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80"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Variant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1206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Plaintes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100" b="1" spc="15" dirty="0">
                          <a:latin typeface="Tahoma"/>
                          <a:cs typeface="Tahoma"/>
                        </a:rPr>
                        <a:t>Âge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 marR="83820" indent="266700">
                        <a:lnSpc>
                          <a:spcPct val="106000"/>
                        </a:lnSpc>
                        <a:spcBef>
                          <a:spcPts val="195"/>
                        </a:spcBef>
                      </a:pPr>
                      <a:r>
                        <a:rPr sz="1100" b="1" spc="-20" dirty="0">
                          <a:latin typeface="Tahoma"/>
                          <a:cs typeface="Tahoma"/>
                        </a:rPr>
                        <a:t>Prime </a:t>
                      </a:r>
                      <a:r>
                        <a:rPr sz="11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10" dirty="0">
                          <a:latin typeface="Tahoma"/>
                          <a:cs typeface="Tahoma"/>
                        </a:rPr>
                        <a:t>augmentée</a:t>
                      </a:r>
                      <a:r>
                        <a:rPr sz="11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$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 marR="133985" indent="152400">
                        <a:lnSpc>
                          <a:spcPct val="106000"/>
                        </a:lnSpc>
                        <a:spcBef>
                          <a:spcPts val="19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Envoi</a:t>
                      </a:r>
                      <a:r>
                        <a:rPr sz="1100" b="1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5" dirty="0">
                          <a:latin typeface="Tahoma"/>
                          <a:cs typeface="Tahoma"/>
                        </a:rPr>
                        <a:t>d’un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4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100" b="1" spc="-40" dirty="0">
                          <a:latin typeface="Tahoma"/>
                          <a:cs typeface="Tahoma"/>
                        </a:rPr>
                        <a:t>v</a:t>
                      </a:r>
                      <a:r>
                        <a:rPr sz="1100" b="1" spc="4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b="1" spc="2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100" b="1" spc="4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100" b="1" spc="-35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100" b="1" spc="30" dirty="0">
                          <a:latin typeface="Tahoma"/>
                          <a:cs typeface="Tahoma"/>
                        </a:rPr>
                        <a:t>ss</a:t>
                      </a:r>
                      <a:r>
                        <a:rPr sz="1100" b="1" spc="4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b="1" spc="-5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100" b="1" spc="4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100" b="1" spc="-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100" b="1" spc="5" dirty="0">
                          <a:latin typeface="Tahoma"/>
                          <a:cs typeface="Tahoma"/>
                        </a:rPr>
                        <a:t>Annulation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124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25-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50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03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2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26+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25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124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3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25-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100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-15" dirty="0">
                          <a:latin typeface="Tahoma"/>
                          <a:cs typeface="Tahoma"/>
                        </a:rPr>
                        <a:t>Oui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403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26+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50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124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5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3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à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25-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400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5" dirty="0">
                          <a:latin typeface="Tahoma"/>
                          <a:cs typeface="Tahoma"/>
                        </a:rPr>
                        <a:t>Oui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403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6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300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à</a:t>
                      </a:r>
                      <a:r>
                        <a:rPr sz="13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300" dirty="0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26+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200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-15" dirty="0">
                          <a:latin typeface="Tahoma"/>
                          <a:cs typeface="Tahoma"/>
                        </a:rPr>
                        <a:t>Oui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124"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7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10" dirty="0">
                          <a:latin typeface="Tahoma"/>
                          <a:cs typeface="Tahoma"/>
                        </a:rPr>
                        <a:t>5+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25" dirty="0">
                          <a:latin typeface="Tahoma"/>
                          <a:cs typeface="Tahoma"/>
                        </a:rPr>
                        <a:t>Tout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dirty="0">
                          <a:latin typeface="Tahoma"/>
                          <a:cs typeface="Tahoma"/>
                        </a:rPr>
                        <a:t>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5" dirty="0">
                          <a:latin typeface="Tahoma"/>
                          <a:cs typeface="Tahoma"/>
                        </a:rPr>
                        <a:t>Non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300" spc="-15" dirty="0">
                          <a:latin typeface="Tahoma"/>
                          <a:cs typeface="Tahoma"/>
                        </a:rPr>
                        <a:t>Oui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9545918" y="6375887"/>
            <a:ext cx="127000" cy="1498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10" dirty="0">
                <a:solidFill>
                  <a:srgbClr val="FFFFFF"/>
                </a:solidFill>
                <a:latin typeface="Calibri"/>
                <a:cs typeface="Calibri"/>
              </a:rPr>
              <a:t>45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6717" y="1155321"/>
            <a:ext cx="5277485" cy="931544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 indent="1828800">
              <a:lnSpc>
                <a:spcPts val="3300"/>
              </a:lnSpc>
              <a:spcBef>
                <a:spcPts val="655"/>
              </a:spcBef>
            </a:pPr>
            <a:r>
              <a:rPr sz="3200" spc="10" dirty="0"/>
              <a:t>Exemple </a:t>
            </a:r>
            <a:r>
              <a:rPr sz="3200" spc="15" dirty="0"/>
              <a:t> </a:t>
            </a:r>
            <a:r>
              <a:rPr sz="3200" spc="-15" dirty="0"/>
              <a:t>R</a:t>
            </a:r>
            <a:r>
              <a:rPr sz="3200" spc="45" dirty="0"/>
              <a:t>e</a:t>
            </a:r>
            <a:r>
              <a:rPr sz="3200" spc="20" dirty="0"/>
              <a:t>n</a:t>
            </a:r>
            <a:r>
              <a:rPr sz="3200" spc="15" dirty="0"/>
              <a:t>o</a:t>
            </a:r>
            <a:r>
              <a:rPr sz="3200" spc="35" dirty="0"/>
              <a:t>u</a:t>
            </a:r>
            <a:r>
              <a:rPr sz="3200" spc="40" dirty="0"/>
              <a:t>v</a:t>
            </a:r>
            <a:r>
              <a:rPr sz="3200" spc="-55" dirty="0"/>
              <a:t>e</a:t>
            </a:r>
            <a:r>
              <a:rPr sz="3200" spc="-80" dirty="0"/>
              <a:t>l</a:t>
            </a:r>
            <a:r>
              <a:rPr sz="3200" spc="20" dirty="0"/>
              <a:t>l</a:t>
            </a:r>
            <a:r>
              <a:rPr sz="3200" spc="-55" dirty="0"/>
              <a:t>e</a:t>
            </a:r>
            <a:r>
              <a:rPr sz="3200" spc="10" dirty="0"/>
              <a:t>m</a:t>
            </a:r>
            <a:r>
              <a:rPr sz="3200" spc="-55" dirty="0"/>
              <a:t>e</a:t>
            </a:r>
            <a:r>
              <a:rPr sz="3200" spc="-75" dirty="0"/>
              <a:t>n</a:t>
            </a:r>
            <a:r>
              <a:rPr sz="3200" dirty="0"/>
              <a:t>t</a:t>
            </a:r>
            <a:r>
              <a:rPr sz="3200" spc="-265" dirty="0"/>
              <a:t> </a:t>
            </a:r>
            <a:r>
              <a:rPr sz="3200" spc="20" dirty="0"/>
              <a:t>d</a:t>
            </a:r>
            <a:r>
              <a:rPr sz="3200" spc="25" dirty="0"/>
              <a:t>’</a:t>
            </a:r>
            <a:r>
              <a:rPr sz="3200" spc="-40" dirty="0"/>
              <a:t>A</a:t>
            </a:r>
            <a:r>
              <a:rPr sz="3200" spc="40" dirty="0"/>
              <a:t>ss</a:t>
            </a:r>
            <a:r>
              <a:rPr sz="3200" spc="35" dirty="0"/>
              <a:t>u</a:t>
            </a:r>
            <a:r>
              <a:rPr sz="3200" spc="-40" dirty="0"/>
              <a:t>ra</a:t>
            </a:r>
            <a:r>
              <a:rPr sz="3200" spc="-75" dirty="0"/>
              <a:t>n</a:t>
            </a:r>
            <a:r>
              <a:rPr sz="3200" spc="-45" dirty="0"/>
              <a:t>c</a:t>
            </a:r>
            <a:r>
              <a:rPr sz="3200" dirty="0"/>
              <a:t>e</a:t>
            </a:r>
            <a:endParaRPr sz="3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8549" y="4629150"/>
            <a:ext cx="7962265" cy="0"/>
          </a:xfrm>
          <a:custGeom>
            <a:avLst/>
            <a:gdLst/>
            <a:ahLst/>
            <a:cxnLst/>
            <a:rect l="l" t="t" r="r" b="b"/>
            <a:pathLst>
              <a:path w="7962265">
                <a:moveTo>
                  <a:pt x="0" y="0"/>
                </a:moveTo>
                <a:lnTo>
                  <a:pt x="7962138" y="0"/>
                </a:lnTo>
              </a:path>
            </a:pathLst>
          </a:custGeom>
          <a:ln w="127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6351" y="3020957"/>
            <a:ext cx="3710304" cy="847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00" b="1" spc="-15" dirty="0">
                <a:solidFill>
                  <a:srgbClr val="262626"/>
                </a:solidFill>
                <a:latin typeface="Comic Sans MS"/>
                <a:cs typeface="Comic Sans MS"/>
              </a:rPr>
              <a:t>Références</a:t>
            </a:r>
            <a:endParaRPr sz="5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Références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25168" y="6329903"/>
            <a:ext cx="203835" cy="22732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spc="40" dirty="0">
                <a:solidFill>
                  <a:srgbClr val="FFFFFF"/>
                </a:solidFill>
                <a:latin typeface="Calibri"/>
                <a:cs typeface="Calibri"/>
              </a:rPr>
              <a:t>59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1711" y="2216921"/>
            <a:ext cx="7297420" cy="1205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12200"/>
              </a:lnSpc>
              <a:spcBef>
                <a:spcPts val="100"/>
              </a:spcBef>
            </a:pPr>
            <a:r>
              <a:rPr sz="2300" spc="10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2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35" dirty="0">
                <a:solidFill>
                  <a:srgbClr val="404040"/>
                </a:solidFill>
                <a:latin typeface="Comic Sans MS"/>
                <a:cs typeface="Comic Sans MS"/>
              </a:rPr>
              <a:t>b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ur</a:t>
            </a:r>
            <a:r>
              <a:rPr sz="2300" spc="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u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1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spc="-31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s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t 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validation</a:t>
            </a:r>
            <a:r>
              <a:rPr sz="2300" spc="-19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Logiciel</a:t>
            </a:r>
            <a:r>
              <a:rPr sz="2300" spc="-114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du</a:t>
            </a:r>
            <a:r>
              <a:rPr sz="2300" spc="-7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Pr.</a:t>
            </a:r>
            <a:r>
              <a:rPr sz="2300" spc="-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Antoniol</a:t>
            </a:r>
            <a:r>
              <a:rPr sz="2300" spc="-22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Giuliano</a:t>
            </a:r>
            <a:r>
              <a:rPr sz="2300" spc="-95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de</a:t>
            </a:r>
            <a:r>
              <a:rPr sz="2300" spc="-4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omic Sans MS"/>
                <a:cs typeface="Comic Sans MS"/>
              </a:rPr>
              <a:t>l’Ecole </a:t>
            </a:r>
            <a:r>
              <a:rPr sz="2300" spc="-67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P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y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c</a:t>
            </a:r>
            <a:r>
              <a:rPr sz="2300" spc="-30" dirty="0">
                <a:solidFill>
                  <a:srgbClr val="404040"/>
                </a:solidFill>
                <a:latin typeface="Comic Sans MS"/>
                <a:cs typeface="Comic Sans MS"/>
              </a:rPr>
              <a:t>h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-45" dirty="0">
                <a:solidFill>
                  <a:srgbClr val="404040"/>
                </a:solidFill>
                <a:latin typeface="Comic Sans MS"/>
                <a:cs typeface="Comic Sans MS"/>
              </a:rPr>
              <a:t>i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que</a:t>
            </a:r>
            <a:r>
              <a:rPr sz="2300" spc="-2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45" dirty="0">
                <a:solidFill>
                  <a:srgbClr val="404040"/>
                </a:solidFill>
                <a:latin typeface="Comic Sans MS"/>
                <a:cs typeface="Comic Sans MS"/>
              </a:rPr>
              <a:t>d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e</a:t>
            </a:r>
            <a:r>
              <a:rPr sz="2300" spc="-150" dirty="0">
                <a:solidFill>
                  <a:srgbClr val="404040"/>
                </a:solidFill>
                <a:latin typeface="Comic Sans MS"/>
                <a:cs typeface="Comic Sans MS"/>
              </a:rPr>
              <a:t> </a:t>
            </a:r>
            <a:r>
              <a:rPr sz="2300" spc="-35" dirty="0">
                <a:solidFill>
                  <a:srgbClr val="404040"/>
                </a:solidFill>
                <a:latin typeface="Comic Sans MS"/>
                <a:cs typeface="Comic Sans MS"/>
              </a:rPr>
              <a:t>M</a:t>
            </a:r>
            <a:r>
              <a:rPr sz="2300" spc="-10" dirty="0">
                <a:solidFill>
                  <a:srgbClr val="404040"/>
                </a:solidFill>
                <a:latin typeface="Comic Sans MS"/>
                <a:cs typeface="Comic Sans MS"/>
              </a:rPr>
              <a:t>o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n</a:t>
            </a:r>
            <a:r>
              <a:rPr sz="2300" spc="15" dirty="0">
                <a:solidFill>
                  <a:srgbClr val="404040"/>
                </a:solidFill>
                <a:latin typeface="Comic Sans MS"/>
                <a:cs typeface="Comic Sans MS"/>
              </a:rPr>
              <a:t>t</a:t>
            </a:r>
            <a:r>
              <a:rPr sz="2300" spc="-5" dirty="0">
                <a:solidFill>
                  <a:srgbClr val="404040"/>
                </a:solidFill>
                <a:latin typeface="Comic Sans MS"/>
                <a:cs typeface="Comic Sans MS"/>
              </a:rPr>
              <a:t>r</a:t>
            </a:r>
            <a:r>
              <a:rPr sz="2300" spc="40" dirty="0">
                <a:solidFill>
                  <a:srgbClr val="404040"/>
                </a:solidFill>
                <a:latin typeface="Comic Sans MS"/>
                <a:cs typeface="Comic Sans MS"/>
              </a:rPr>
              <a:t>é</a:t>
            </a:r>
            <a:r>
              <a:rPr sz="2300" spc="20" dirty="0">
                <a:solidFill>
                  <a:srgbClr val="404040"/>
                </a:solidFill>
                <a:latin typeface="Comic Sans MS"/>
                <a:cs typeface="Comic Sans MS"/>
              </a:rPr>
              <a:t>a</a:t>
            </a:r>
            <a:r>
              <a:rPr sz="2300" dirty="0">
                <a:solidFill>
                  <a:srgbClr val="404040"/>
                </a:solidFill>
                <a:latin typeface="Comic Sans MS"/>
                <a:cs typeface="Comic Sans MS"/>
              </a:rPr>
              <a:t>l</a:t>
            </a:r>
            <a:endParaRPr sz="2300">
              <a:latin typeface="Comic Sans MS"/>
              <a:cs typeface="Comic Sans M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98CA0B2-9B21-1EB2-9922-8A2F32C6E10E}"/>
              </a:ext>
            </a:extLst>
          </p:cNvPr>
          <p:cNvSpPr txBox="1"/>
          <p:nvPr/>
        </p:nvSpPr>
        <p:spPr>
          <a:xfrm>
            <a:off x="8693560" y="6337046"/>
            <a:ext cx="906144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1300" dirty="0">
                <a:solidFill>
                  <a:srgbClr val="FFFFFF"/>
                </a:solidFill>
                <a:latin typeface="Calibri"/>
                <a:cs typeface="Calibri"/>
              </a:rPr>
              <a:t>I. NIKIEMA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F5573E6A-7061-2D46-9508-23468261B861}"/>
              </a:ext>
            </a:extLst>
          </p:cNvPr>
          <p:cNvSpPr txBox="1"/>
          <p:nvPr/>
        </p:nvSpPr>
        <p:spPr>
          <a:xfrm>
            <a:off x="228600" y="6352689"/>
            <a:ext cx="2436942" cy="204543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INF4000-GL</a:t>
            </a:r>
            <a:r>
              <a:rPr sz="13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UVBF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GL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/DI/</a:t>
            </a:r>
            <a:r>
              <a:rPr lang="fr-FR" sz="1300" spc="-10" dirty="0">
                <a:solidFill>
                  <a:srgbClr val="FFFFFF"/>
                </a:solidFill>
                <a:latin typeface="Calibri"/>
                <a:cs typeface="Calibri"/>
              </a:rPr>
              <a:t>PD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3756</Words>
  <Application>Microsoft Office PowerPoint</Application>
  <PresentationFormat>Personnalisé</PresentationFormat>
  <Paragraphs>828</Paragraphs>
  <Slides>59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70" baseType="lpstr">
      <vt:lpstr>MS Gothic</vt:lpstr>
      <vt:lpstr>MS PGothic</vt:lpstr>
      <vt:lpstr>Arial MT</vt:lpstr>
      <vt:lpstr>Calibri</vt:lpstr>
      <vt:lpstr>Comic Sans MS</vt:lpstr>
      <vt:lpstr>Courier New</vt:lpstr>
      <vt:lpstr>Palatino Linotype</vt:lpstr>
      <vt:lpstr>Tahoma</vt:lpstr>
      <vt:lpstr>Times New Roman</vt:lpstr>
      <vt:lpstr>Wingdings</vt:lpstr>
      <vt:lpstr>Office Theme</vt:lpstr>
      <vt:lpstr>INF4000 Génie Logiciel</vt:lpstr>
      <vt:lpstr>Tests Logiciels</vt:lpstr>
      <vt:lpstr>Plan</vt:lpstr>
      <vt:lpstr>Tests Logiciels : Tests Boite Noire</vt:lpstr>
      <vt:lpstr>Plan</vt:lpstr>
      <vt:lpstr>Tests Boite Noire  Introduction</vt:lpstr>
      <vt:lpstr>Principes de Base</vt:lpstr>
      <vt:lpstr>Principes de Base</vt:lpstr>
      <vt:lpstr>Tests Intuitifs (ou ad-hoc)</vt:lpstr>
      <vt:lpstr>Tests Intuitifs (ou ad-hoc)</vt:lpstr>
      <vt:lpstr>Tests Intuitifs (ou ad-hoc)</vt:lpstr>
      <vt:lpstr>Tests Intuitifs (ou ad-hoc)</vt:lpstr>
      <vt:lpstr>Partitionnement en  classes d’équivalence</vt:lpstr>
      <vt:lpstr>Tests par Partitionnement  en Classes d’Equivalence</vt:lpstr>
      <vt:lpstr>Tests par Partitionnement  en Classes d’Equivalence</vt:lpstr>
      <vt:lpstr>Tests par Partitionnement  en Classes d’Equivalence</vt:lpstr>
      <vt:lpstr>Weak Equivalence Class Test - WECT</vt:lpstr>
      <vt:lpstr>Strong Equivalence Class Test - SECT</vt:lpstr>
      <vt:lpstr>Nombre de Cas Test - WECT</vt:lpstr>
      <vt:lpstr>Nombre de Cas Test - WECT</vt:lpstr>
      <vt:lpstr>Nombre de Cas Test - SECT</vt:lpstr>
      <vt:lpstr>Nombre de Cas Test - SECT</vt:lpstr>
      <vt:lpstr>  Valeurs Invalides </vt:lpstr>
      <vt:lpstr>Tests par Classes d’Equivalence  Faibles Robustes (WRECT)</vt:lpstr>
      <vt:lpstr>Test par Classes d’équivalence  Fortes Robustes (SRECT)</vt:lpstr>
      <vt:lpstr>Exemple : NextDate</vt:lpstr>
      <vt:lpstr>Exemple : NextDate</vt:lpstr>
      <vt:lpstr>  Exemple : NextDate </vt:lpstr>
      <vt:lpstr>Exemple : NextDate</vt:lpstr>
      <vt:lpstr>  Exemple : NextDate </vt:lpstr>
      <vt:lpstr>Exercices</vt:lpstr>
      <vt:lpstr>Discussions</vt:lpstr>
      <vt:lpstr>Test aux Limites</vt:lpstr>
      <vt:lpstr>  Test aux Limites </vt:lpstr>
      <vt:lpstr>Test aux Limites</vt:lpstr>
      <vt:lpstr>Test aux Limites</vt:lpstr>
      <vt:lpstr>Test aux Limites</vt:lpstr>
      <vt:lpstr>Test aux Limites</vt:lpstr>
      <vt:lpstr>Test aux Limites</vt:lpstr>
      <vt:lpstr>Test aux Limites</vt:lpstr>
      <vt:lpstr>Test aux Limites</vt:lpstr>
      <vt:lpstr>Test aux Limites</vt:lpstr>
      <vt:lpstr>Exercice</vt:lpstr>
      <vt:lpstr>Autres Types de Tests  Boite Noire</vt:lpstr>
      <vt:lpstr>Test Catégorie-Partition</vt:lpstr>
      <vt:lpstr>Test Categorie-Partition</vt:lpstr>
      <vt:lpstr>Exemple Test Categorie-Partition</vt:lpstr>
      <vt:lpstr>Exemple Test Categorie-Partition</vt:lpstr>
      <vt:lpstr>Exemple Test Categorie-Partition</vt:lpstr>
      <vt:lpstr>Exemple Test Categorie-Partition</vt:lpstr>
      <vt:lpstr>Graphes de Cause-effet</vt:lpstr>
      <vt:lpstr>Graphes de Cause-effet</vt:lpstr>
      <vt:lpstr>Structure des Graphes  de Cause-Effet</vt:lpstr>
      <vt:lpstr>Structure des Graphes  de Cause-Effet</vt:lpstr>
      <vt:lpstr>Symboles des Opérateurs Logiques</vt:lpstr>
      <vt:lpstr>Exemple  Renouvellement d’Assurance</vt:lpstr>
      <vt:lpstr>Exemple  Renouvellement d’Assurance</vt:lpstr>
      <vt:lpstr>Références</vt:lpstr>
      <vt:lpstr>Références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INF4000 Génie Logiciel</dc:title>
  <dc:creator>Niss</dc:creator>
  <cp:lastModifiedBy>Niss</cp:lastModifiedBy>
  <cp:revision>3</cp:revision>
  <dcterms:created xsi:type="dcterms:W3CDTF">2023-12-26T11:37:45Z</dcterms:created>
  <dcterms:modified xsi:type="dcterms:W3CDTF">2024-01-03T09:35:15Z</dcterms:modified>
</cp:coreProperties>
</file>